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346" r:id="rId5"/>
    <p:sldId id="347" r:id="rId6"/>
    <p:sldId id="430" r:id="rId7"/>
    <p:sldId id="431" r:id="rId8"/>
    <p:sldId id="432" r:id="rId9"/>
    <p:sldId id="434" r:id="rId10"/>
    <p:sldId id="440" r:id="rId11"/>
    <p:sldId id="435" r:id="rId12"/>
    <p:sldId id="436" r:id="rId13"/>
    <p:sldId id="437" r:id="rId14"/>
    <p:sldId id="438" r:id="rId15"/>
    <p:sldId id="439" r:id="rId16"/>
    <p:sldId id="443" r:id="rId17"/>
    <p:sldId id="441" r:id="rId18"/>
    <p:sldId id="442" r:id="rId19"/>
    <p:sldId id="444" r:id="rId20"/>
    <p:sldId id="445" r:id="rId21"/>
    <p:sldId id="446" r:id="rId22"/>
    <p:sldId id="447" r:id="rId23"/>
    <p:sldId id="449" r:id="rId24"/>
    <p:sldId id="448" r:id="rId25"/>
    <p:sldId id="452" r:id="rId26"/>
    <p:sldId id="450" r:id="rId27"/>
    <p:sldId id="451" r:id="rId28"/>
    <p:sldId id="455" r:id="rId29"/>
    <p:sldId id="453" r:id="rId30"/>
    <p:sldId id="454" r:id="rId31"/>
    <p:sldId id="456" r:id="rId32"/>
    <p:sldId id="457" r:id="rId33"/>
    <p:sldId id="458" r:id="rId34"/>
    <p:sldId id="459" r:id="rId35"/>
    <p:sldId id="460" r:id="rId36"/>
    <p:sldId id="461" r:id="rId37"/>
  </p:sldIdLst>
  <p:sldSz cx="12192000" cy="6858000"/>
  <p:notesSz cx="6858000" cy="9144000"/>
  <p:embeddedFontLst>
    <p:embeddedFont>
      <p:font typeface="BarmeniaGothaer Offc" panose="020B0503020204020204" pitchFamily="34" charset="0"/>
      <p:regular r:id="rId40"/>
      <p:bold r:id="rId41"/>
      <p:italic r:id="rId42"/>
      <p:boldItalic r:id="rId43"/>
    </p:embeddedFont>
    <p:embeddedFont>
      <p:font typeface="BarmeniaGothaer Offc Medium" panose="020B0603020204020204" pitchFamily="34" charset="0"/>
      <p:regular r:id="rId44"/>
      <p:italic r:id="rId45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58CF6739-1C61-6144-B9D5-F9AD0678C3F0}">
          <p14:sldIdLst>
            <p14:sldId id="346"/>
            <p14:sldId id="347"/>
            <p14:sldId id="430"/>
            <p14:sldId id="431"/>
            <p14:sldId id="432"/>
            <p14:sldId id="434"/>
            <p14:sldId id="440"/>
            <p14:sldId id="435"/>
            <p14:sldId id="436"/>
            <p14:sldId id="437"/>
            <p14:sldId id="438"/>
            <p14:sldId id="439"/>
            <p14:sldId id="443"/>
            <p14:sldId id="441"/>
            <p14:sldId id="442"/>
            <p14:sldId id="444"/>
            <p14:sldId id="445"/>
            <p14:sldId id="446"/>
            <p14:sldId id="447"/>
            <p14:sldId id="449"/>
            <p14:sldId id="448"/>
            <p14:sldId id="452"/>
            <p14:sldId id="450"/>
            <p14:sldId id="451"/>
            <p14:sldId id="455"/>
            <p14:sldId id="453"/>
            <p14:sldId id="454"/>
            <p14:sldId id="456"/>
            <p14:sldId id="457"/>
            <p14:sldId id="458"/>
            <p14:sldId id="459"/>
            <p14:sldId id="460"/>
            <p14:sldId id="461"/>
          </p14:sldIdLst>
        </p14:section>
        <p14:section name="Elemente" id="{1325DA31-B1C7-EF46-B8E9-04535974BA06}">
          <p14:sldIdLst/>
        </p14:section>
      </p14:sectionLst>
    </p:ext>
    <p:ext uri="{EFAFB233-063F-42B5-8137-9DF3F51BA10A}">
      <p15:sldGuideLst xmlns:p15="http://schemas.microsoft.com/office/powerpoint/2012/main">
        <p15:guide id="2" pos="4679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96"/>
    <a:srgbClr val="00FA00"/>
    <a:srgbClr val="000000"/>
    <a:srgbClr val="0068B3"/>
    <a:srgbClr val="0060A6"/>
    <a:srgbClr val="0088CC"/>
    <a:srgbClr val="0091D9"/>
    <a:srgbClr val="0080BF"/>
    <a:srgbClr val="59C5FF"/>
    <a:srgbClr val="009A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719"/>
  </p:normalViewPr>
  <p:slideViewPr>
    <p:cSldViewPr snapToGrid="0">
      <p:cViewPr varScale="1">
        <p:scale>
          <a:sx n="92" d="100"/>
          <a:sy n="92" d="100"/>
        </p:scale>
        <p:origin x="293" y="38"/>
      </p:cViewPr>
      <p:guideLst>
        <p:guide pos="467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53" d="100"/>
          <a:sy n="153" d="100"/>
        </p:scale>
        <p:origin x="500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63C288-1CA3-4833-BBB8-C04BE1B74A08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F9CFEAB-F821-4B0A-8138-57EE3344596E}">
      <dgm:prSet phldrT="[Text]" phldr="0"/>
      <dgm:spPr/>
      <dgm:t>
        <a:bodyPr/>
        <a:lstStyle/>
        <a:p>
          <a:r>
            <a:rPr lang="de-DE" dirty="0"/>
            <a:t>Eingabe</a:t>
          </a:r>
        </a:p>
      </dgm:t>
    </dgm:pt>
    <dgm:pt modelId="{BE11B507-12DE-43B4-A3EE-5AA875718D69}" type="parTrans" cxnId="{24BEECCD-FD75-4C02-B2C0-1F74E90A779D}">
      <dgm:prSet/>
      <dgm:spPr/>
      <dgm:t>
        <a:bodyPr/>
        <a:lstStyle/>
        <a:p>
          <a:endParaRPr lang="de-DE"/>
        </a:p>
      </dgm:t>
    </dgm:pt>
    <dgm:pt modelId="{3ABF3C1B-443B-4515-83D7-33554C2CE5B3}" type="sibTrans" cxnId="{24BEECCD-FD75-4C02-B2C0-1F74E90A779D}">
      <dgm:prSet/>
      <dgm:spPr/>
      <dgm:t>
        <a:bodyPr/>
        <a:lstStyle/>
        <a:p>
          <a:endParaRPr lang="de-DE"/>
        </a:p>
      </dgm:t>
    </dgm:pt>
    <dgm:pt modelId="{B5319DCE-D647-4289-8EEB-6B8840F0848B}">
      <dgm:prSet phldrT="[Text]" phldr="0"/>
      <dgm:spPr/>
      <dgm:t>
        <a:bodyPr/>
        <a:lstStyle/>
        <a:p>
          <a:r>
            <a:rPr lang="de-DE" dirty="0"/>
            <a:t>Einlesen der Datei</a:t>
          </a:r>
        </a:p>
      </dgm:t>
    </dgm:pt>
    <dgm:pt modelId="{6918846E-A4D3-4F6A-8EE9-226E902EDB2B}" type="parTrans" cxnId="{81F1D192-9D98-491A-B583-AEBB162B995C}">
      <dgm:prSet/>
      <dgm:spPr/>
      <dgm:t>
        <a:bodyPr/>
        <a:lstStyle/>
        <a:p>
          <a:endParaRPr lang="de-DE"/>
        </a:p>
      </dgm:t>
    </dgm:pt>
    <dgm:pt modelId="{3D1040E7-9305-4CAA-BFB6-BA7D2BEF3494}" type="sibTrans" cxnId="{81F1D192-9D98-491A-B583-AEBB162B995C}">
      <dgm:prSet/>
      <dgm:spPr/>
      <dgm:t>
        <a:bodyPr/>
        <a:lstStyle/>
        <a:p>
          <a:endParaRPr lang="de-DE"/>
        </a:p>
      </dgm:t>
    </dgm:pt>
    <dgm:pt modelId="{D1503429-9C44-4478-9E40-6A2641AF234B}">
      <dgm:prSet phldrT="[Text]" phldr="0"/>
      <dgm:spPr/>
      <dgm:t>
        <a:bodyPr/>
        <a:lstStyle/>
        <a:p>
          <a:r>
            <a:rPr lang="de-DE" dirty="0"/>
            <a:t>Parsen der Werte</a:t>
          </a:r>
        </a:p>
      </dgm:t>
    </dgm:pt>
    <dgm:pt modelId="{FD37C820-8212-4E30-8BEF-53BBCF256A3E}" type="parTrans" cxnId="{D6486CF8-D377-42CE-8A26-8F342B6E8D6A}">
      <dgm:prSet/>
      <dgm:spPr/>
      <dgm:t>
        <a:bodyPr/>
        <a:lstStyle/>
        <a:p>
          <a:endParaRPr lang="de-DE"/>
        </a:p>
      </dgm:t>
    </dgm:pt>
    <dgm:pt modelId="{237A0550-FF51-4421-8325-5E04C816D78C}" type="sibTrans" cxnId="{D6486CF8-D377-42CE-8A26-8F342B6E8D6A}">
      <dgm:prSet/>
      <dgm:spPr/>
      <dgm:t>
        <a:bodyPr/>
        <a:lstStyle/>
        <a:p>
          <a:endParaRPr lang="de-DE"/>
        </a:p>
      </dgm:t>
    </dgm:pt>
    <dgm:pt modelId="{692783F1-6DDF-4B1E-BE69-CE1117B1B0C8}">
      <dgm:prSet phldrT="[Text]" phldr="0"/>
      <dgm:spPr/>
      <dgm:t>
        <a:bodyPr/>
        <a:lstStyle/>
        <a:p>
          <a:r>
            <a:rPr lang="de-DE" dirty="0"/>
            <a:t>Verarbeitung</a:t>
          </a:r>
        </a:p>
      </dgm:t>
    </dgm:pt>
    <dgm:pt modelId="{F9221EA9-D9A7-47B4-B336-679343E54DED}" type="parTrans" cxnId="{81CA8DBA-C31C-45C7-85C8-EA2CE2BBFA11}">
      <dgm:prSet/>
      <dgm:spPr/>
      <dgm:t>
        <a:bodyPr/>
        <a:lstStyle/>
        <a:p>
          <a:endParaRPr lang="de-DE"/>
        </a:p>
      </dgm:t>
    </dgm:pt>
    <dgm:pt modelId="{5721BA3F-4289-43D3-96B0-64EF4DFE8C03}" type="sibTrans" cxnId="{81CA8DBA-C31C-45C7-85C8-EA2CE2BBFA11}">
      <dgm:prSet/>
      <dgm:spPr/>
      <dgm:t>
        <a:bodyPr/>
        <a:lstStyle/>
        <a:p>
          <a:endParaRPr lang="de-DE"/>
        </a:p>
      </dgm:t>
    </dgm:pt>
    <dgm:pt modelId="{C6F378D7-081F-4969-AD05-914509D9FDAE}">
      <dgm:prSet phldrT="[Text]" phldr="0"/>
      <dgm:spPr/>
      <dgm:t>
        <a:bodyPr/>
        <a:lstStyle/>
        <a:p>
          <a:r>
            <a:rPr lang="de-DE" dirty="0"/>
            <a:t>Lösung nach jeder Strategie</a:t>
          </a:r>
        </a:p>
      </dgm:t>
    </dgm:pt>
    <dgm:pt modelId="{E792D0DF-333F-42CB-B74B-FF2B87772CE3}" type="parTrans" cxnId="{66934BF6-4D6B-4217-B484-5E27FFA95DA0}">
      <dgm:prSet/>
      <dgm:spPr/>
      <dgm:t>
        <a:bodyPr/>
        <a:lstStyle/>
        <a:p>
          <a:endParaRPr lang="de-DE"/>
        </a:p>
      </dgm:t>
    </dgm:pt>
    <dgm:pt modelId="{D3C8B478-FDB3-4F50-ABBE-2D52A4ADA844}" type="sibTrans" cxnId="{66934BF6-4D6B-4217-B484-5E27FFA95DA0}">
      <dgm:prSet/>
      <dgm:spPr/>
      <dgm:t>
        <a:bodyPr/>
        <a:lstStyle/>
        <a:p>
          <a:endParaRPr lang="de-DE"/>
        </a:p>
      </dgm:t>
    </dgm:pt>
    <dgm:pt modelId="{29CD8F22-C118-4B64-9D11-70AE6EEB4237}">
      <dgm:prSet phldrT="[Text]" phldr="0"/>
      <dgm:spPr/>
      <dgm:t>
        <a:bodyPr/>
        <a:lstStyle/>
        <a:p>
          <a:r>
            <a:rPr lang="de-DE" dirty="0"/>
            <a:t>Ausgabe</a:t>
          </a:r>
        </a:p>
      </dgm:t>
    </dgm:pt>
    <dgm:pt modelId="{E82E9476-9A78-4ACA-868D-5E8F964EC430}" type="parTrans" cxnId="{550AB747-BB5C-496C-AE67-98A3E03A12FB}">
      <dgm:prSet/>
      <dgm:spPr/>
      <dgm:t>
        <a:bodyPr/>
        <a:lstStyle/>
        <a:p>
          <a:endParaRPr lang="de-DE"/>
        </a:p>
      </dgm:t>
    </dgm:pt>
    <dgm:pt modelId="{3FA81F04-EAEC-4AFC-9BFD-2D4FD6C8CA53}" type="sibTrans" cxnId="{550AB747-BB5C-496C-AE67-98A3E03A12FB}">
      <dgm:prSet/>
      <dgm:spPr/>
      <dgm:t>
        <a:bodyPr/>
        <a:lstStyle/>
        <a:p>
          <a:endParaRPr lang="de-DE"/>
        </a:p>
      </dgm:t>
    </dgm:pt>
    <dgm:pt modelId="{3F17231A-FE05-4BC7-A9C3-FCD13C171B69}">
      <dgm:prSet phldrT="[Text]" phldr="0"/>
      <dgm:spPr/>
      <dgm:t>
        <a:bodyPr/>
        <a:lstStyle/>
        <a:p>
          <a:r>
            <a:rPr lang="de-DE" dirty="0"/>
            <a:t>Formatieren der Ergebnisse</a:t>
          </a:r>
        </a:p>
      </dgm:t>
    </dgm:pt>
    <dgm:pt modelId="{6A885F43-34A4-499B-80BF-AC3FE8B29822}" type="parTrans" cxnId="{8FA6C91E-7BBC-46B1-A406-644AD3F52C38}">
      <dgm:prSet/>
      <dgm:spPr/>
      <dgm:t>
        <a:bodyPr/>
        <a:lstStyle/>
        <a:p>
          <a:endParaRPr lang="de-DE"/>
        </a:p>
      </dgm:t>
    </dgm:pt>
    <dgm:pt modelId="{89880437-F0A8-430F-B648-8B24849F0EBA}" type="sibTrans" cxnId="{8FA6C91E-7BBC-46B1-A406-644AD3F52C38}">
      <dgm:prSet/>
      <dgm:spPr/>
      <dgm:t>
        <a:bodyPr/>
        <a:lstStyle/>
        <a:p>
          <a:endParaRPr lang="de-DE"/>
        </a:p>
      </dgm:t>
    </dgm:pt>
    <dgm:pt modelId="{F56AFD21-C642-458D-9893-1B9FD85B23C6}">
      <dgm:prSet phldrT="[Text]" phldr="0"/>
      <dgm:spPr/>
      <dgm:t>
        <a:bodyPr/>
        <a:lstStyle/>
        <a:p>
          <a:r>
            <a:rPr lang="de-DE" dirty="0"/>
            <a:t>Schreiben der Ausgabedatei</a:t>
          </a:r>
        </a:p>
      </dgm:t>
    </dgm:pt>
    <dgm:pt modelId="{1234072D-D15E-4F6F-84FC-0A7DBB52320A}" type="parTrans" cxnId="{D57A0887-2628-4FF7-AC3C-488255C4B177}">
      <dgm:prSet/>
      <dgm:spPr/>
      <dgm:t>
        <a:bodyPr/>
        <a:lstStyle/>
        <a:p>
          <a:endParaRPr lang="de-DE"/>
        </a:p>
      </dgm:t>
    </dgm:pt>
    <dgm:pt modelId="{93589CA2-4891-4BCE-A21D-3198B3D6C0C9}" type="sibTrans" cxnId="{D57A0887-2628-4FF7-AC3C-488255C4B177}">
      <dgm:prSet/>
      <dgm:spPr/>
      <dgm:t>
        <a:bodyPr/>
        <a:lstStyle/>
        <a:p>
          <a:endParaRPr lang="de-DE"/>
        </a:p>
      </dgm:t>
    </dgm:pt>
    <dgm:pt modelId="{9F2D2930-EA12-4BFB-96C1-162A55BB0BB4}" type="pres">
      <dgm:prSet presAssocID="{4E63C288-1CA3-4833-BBB8-C04BE1B74A08}" presName="theList" presStyleCnt="0">
        <dgm:presLayoutVars>
          <dgm:dir/>
          <dgm:animLvl val="lvl"/>
          <dgm:resizeHandles val="exact"/>
        </dgm:presLayoutVars>
      </dgm:prSet>
      <dgm:spPr/>
    </dgm:pt>
    <dgm:pt modelId="{762B0FA9-FEE3-4C85-B838-57538F725F0D}" type="pres">
      <dgm:prSet presAssocID="{8F9CFEAB-F821-4B0A-8138-57EE3344596E}" presName="compNode" presStyleCnt="0"/>
      <dgm:spPr/>
    </dgm:pt>
    <dgm:pt modelId="{A4639112-E45B-456E-8821-2E7350DD0079}" type="pres">
      <dgm:prSet presAssocID="{8F9CFEAB-F821-4B0A-8138-57EE3344596E}" presName="noGeometry" presStyleCnt="0"/>
      <dgm:spPr/>
    </dgm:pt>
    <dgm:pt modelId="{51FD490E-6175-4F62-8942-91D8712688EB}" type="pres">
      <dgm:prSet presAssocID="{8F9CFEAB-F821-4B0A-8138-57EE3344596E}" presName="childTextVisible" presStyleLbl="bgAccFollowNode1" presStyleIdx="0" presStyleCnt="3">
        <dgm:presLayoutVars>
          <dgm:bulletEnabled val="1"/>
        </dgm:presLayoutVars>
      </dgm:prSet>
      <dgm:spPr/>
    </dgm:pt>
    <dgm:pt modelId="{B6531ECE-856E-4516-8DAA-7E0D1A37DDB9}" type="pres">
      <dgm:prSet presAssocID="{8F9CFEAB-F821-4B0A-8138-57EE3344596E}" presName="childTextHidden" presStyleLbl="bgAccFollowNode1" presStyleIdx="0" presStyleCnt="3"/>
      <dgm:spPr/>
    </dgm:pt>
    <dgm:pt modelId="{0DA35FE7-0A42-4C06-BA04-3F17E4866BC7}" type="pres">
      <dgm:prSet presAssocID="{8F9CFEAB-F821-4B0A-8138-57EE3344596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8EB8309-AD65-43E6-959F-008FCE2A3642}" type="pres">
      <dgm:prSet presAssocID="{8F9CFEAB-F821-4B0A-8138-57EE3344596E}" presName="aSpace" presStyleCnt="0"/>
      <dgm:spPr/>
    </dgm:pt>
    <dgm:pt modelId="{55714863-33F9-4AEA-B4BB-B53F548FAC69}" type="pres">
      <dgm:prSet presAssocID="{692783F1-6DDF-4B1E-BE69-CE1117B1B0C8}" presName="compNode" presStyleCnt="0"/>
      <dgm:spPr/>
    </dgm:pt>
    <dgm:pt modelId="{F14B68E1-5963-4297-80CA-E5DD83ECC890}" type="pres">
      <dgm:prSet presAssocID="{692783F1-6DDF-4B1E-BE69-CE1117B1B0C8}" presName="noGeometry" presStyleCnt="0"/>
      <dgm:spPr/>
    </dgm:pt>
    <dgm:pt modelId="{F5104CA7-1050-4325-BE20-72DC063A764F}" type="pres">
      <dgm:prSet presAssocID="{692783F1-6DDF-4B1E-BE69-CE1117B1B0C8}" presName="childTextVisible" presStyleLbl="bgAccFollowNode1" presStyleIdx="1" presStyleCnt="3">
        <dgm:presLayoutVars>
          <dgm:bulletEnabled val="1"/>
        </dgm:presLayoutVars>
      </dgm:prSet>
      <dgm:spPr/>
    </dgm:pt>
    <dgm:pt modelId="{2C86739C-2B8B-4D6D-BDE5-274FC2D9D959}" type="pres">
      <dgm:prSet presAssocID="{692783F1-6DDF-4B1E-BE69-CE1117B1B0C8}" presName="childTextHidden" presStyleLbl="bgAccFollowNode1" presStyleIdx="1" presStyleCnt="3"/>
      <dgm:spPr/>
    </dgm:pt>
    <dgm:pt modelId="{ECB61575-D2B3-4F6C-BEA0-8F2FBFF47604}" type="pres">
      <dgm:prSet presAssocID="{692783F1-6DDF-4B1E-BE69-CE1117B1B0C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F1D7F08-B53A-4567-8C6D-DAF08B149259}" type="pres">
      <dgm:prSet presAssocID="{692783F1-6DDF-4B1E-BE69-CE1117B1B0C8}" presName="aSpace" presStyleCnt="0"/>
      <dgm:spPr/>
    </dgm:pt>
    <dgm:pt modelId="{16CE2D0C-C4D4-40A6-9556-16A34A57D87F}" type="pres">
      <dgm:prSet presAssocID="{29CD8F22-C118-4B64-9D11-70AE6EEB4237}" presName="compNode" presStyleCnt="0"/>
      <dgm:spPr/>
    </dgm:pt>
    <dgm:pt modelId="{3F9DF2ED-7D8C-4359-8C37-5B4D94E45D5C}" type="pres">
      <dgm:prSet presAssocID="{29CD8F22-C118-4B64-9D11-70AE6EEB4237}" presName="noGeometry" presStyleCnt="0"/>
      <dgm:spPr/>
    </dgm:pt>
    <dgm:pt modelId="{D2E9D9D4-B1FF-4E4C-A52E-7CFD0D5EBB92}" type="pres">
      <dgm:prSet presAssocID="{29CD8F22-C118-4B64-9D11-70AE6EEB4237}" presName="childTextVisible" presStyleLbl="bgAccFollowNode1" presStyleIdx="2" presStyleCnt="3">
        <dgm:presLayoutVars>
          <dgm:bulletEnabled val="1"/>
        </dgm:presLayoutVars>
      </dgm:prSet>
      <dgm:spPr/>
    </dgm:pt>
    <dgm:pt modelId="{FDF38114-D335-45AC-AEA0-4A19EE1CB7A8}" type="pres">
      <dgm:prSet presAssocID="{29CD8F22-C118-4B64-9D11-70AE6EEB4237}" presName="childTextHidden" presStyleLbl="bgAccFollowNode1" presStyleIdx="2" presStyleCnt="3"/>
      <dgm:spPr/>
    </dgm:pt>
    <dgm:pt modelId="{A32D2BE8-08EF-4F20-A270-C497959F2AE6}" type="pres">
      <dgm:prSet presAssocID="{29CD8F22-C118-4B64-9D11-70AE6EEB4237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1E56540A-419D-411E-9AB8-89AD1FCEEE92}" type="presOf" srcId="{D1503429-9C44-4478-9E40-6A2641AF234B}" destId="{51FD490E-6175-4F62-8942-91D8712688EB}" srcOrd="0" destOrd="1" presId="urn:microsoft.com/office/officeart/2005/8/layout/hProcess6"/>
    <dgm:cxn modelId="{8B49521B-7462-4CEB-90F7-3E4B450F2195}" type="presOf" srcId="{D1503429-9C44-4478-9E40-6A2641AF234B}" destId="{B6531ECE-856E-4516-8DAA-7E0D1A37DDB9}" srcOrd="1" destOrd="1" presId="urn:microsoft.com/office/officeart/2005/8/layout/hProcess6"/>
    <dgm:cxn modelId="{8FA6C91E-7BBC-46B1-A406-644AD3F52C38}" srcId="{29CD8F22-C118-4B64-9D11-70AE6EEB4237}" destId="{3F17231A-FE05-4BC7-A9C3-FCD13C171B69}" srcOrd="0" destOrd="0" parTransId="{6A885F43-34A4-499B-80BF-AC3FE8B29822}" sibTransId="{89880437-F0A8-430F-B648-8B24849F0EBA}"/>
    <dgm:cxn modelId="{CD33B026-6B1D-4441-BCDF-5467E72CD6F0}" type="presOf" srcId="{4E63C288-1CA3-4833-BBB8-C04BE1B74A08}" destId="{9F2D2930-EA12-4BFB-96C1-162A55BB0BB4}" srcOrd="0" destOrd="0" presId="urn:microsoft.com/office/officeart/2005/8/layout/hProcess6"/>
    <dgm:cxn modelId="{4253182A-591B-4C26-A256-5F16D6458FFA}" type="presOf" srcId="{F56AFD21-C642-458D-9893-1B9FD85B23C6}" destId="{D2E9D9D4-B1FF-4E4C-A52E-7CFD0D5EBB92}" srcOrd="0" destOrd="1" presId="urn:microsoft.com/office/officeart/2005/8/layout/hProcess6"/>
    <dgm:cxn modelId="{E14E3E43-FABC-4831-ADD5-26D4DC47AAC2}" type="presOf" srcId="{692783F1-6DDF-4B1E-BE69-CE1117B1B0C8}" destId="{ECB61575-D2B3-4F6C-BEA0-8F2FBFF47604}" srcOrd="0" destOrd="0" presId="urn:microsoft.com/office/officeart/2005/8/layout/hProcess6"/>
    <dgm:cxn modelId="{550AB747-BB5C-496C-AE67-98A3E03A12FB}" srcId="{4E63C288-1CA3-4833-BBB8-C04BE1B74A08}" destId="{29CD8F22-C118-4B64-9D11-70AE6EEB4237}" srcOrd="2" destOrd="0" parTransId="{E82E9476-9A78-4ACA-868D-5E8F964EC430}" sibTransId="{3FA81F04-EAEC-4AFC-9BFD-2D4FD6C8CA53}"/>
    <dgm:cxn modelId="{25786D69-2501-41AA-9F31-74AE0308E196}" type="presOf" srcId="{B5319DCE-D647-4289-8EEB-6B8840F0848B}" destId="{51FD490E-6175-4F62-8942-91D8712688EB}" srcOrd="0" destOrd="0" presId="urn:microsoft.com/office/officeart/2005/8/layout/hProcess6"/>
    <dgm:cxn modelId="{8BD11071-86B7-4699-8566-11A917DB2B02}" type="presOf" srcId="{3F17231A-FE05-4BC7-A9C3-FCD13C171B69}" destId="{D2E9D9D4-B1FF-4E4C-A52E-7CFD0D5EBB92}" srcOrd="0" destOrd="0" presId="urn:microsoft.com/office/officeart/2005/8/layout/hProcess6"/>
    <dgm:cxn modelId="{D57A0887-2628-4FF7-AC3C-488255C4B177}" srcId="{29CD8F22-C118-4B64-9D11-70AE6EEB4237}" destId="{F56AFD21-C642-458D-9893-1B9FD85B23C6}" srcOrd="1" destOrd="0" parTransId="{1234072D-D15E-4F6F-84FC-0A7DBB52320A}" sibTransId="{93589CA2-4891-4BCE-A21D-3198B3D6C0C9}"/>
    <dgm:cxn modelId="{81F1D192-9D98-491A-B583-AEBB162B995C}" srcId="{8F9CFEAB-F821-4B0A-8138-57EE3344596E}" destId="{B5319DCE-D647-4289-8EEB-6B8840F0848B}" srcOrd="0" destOrd="0" parTransId="{6918846E-A4D3-4F6A-8EE9-226E902EDB2B}" sibTransId="{3D1040E7-9305-4CAA-BFB6-BA7D2BEF3494}"/>
    <dgm:cxn modelId="{6D4F80A8-6A4C-4385-B1BC-F5B559B0002D}" type="presOf" srcId="{29CD8F22-C118-4B64-9D11-70AE6EEB4237}" destId="{A32D2BE8-08EF-4F20-A270-C497959F2AE6}" srcOrd="0" destOrd="0" presId="urn:microsoft.com/office/officeart/2005/8/layout/hProcess6"/>
    <dgm:cxn modelId="{81CA8DBA-C31C-45C7-85C8-EA2CE2BBFA11}" srcId="{4E63C288-1CA3-4833-BBB8-C04BE1B74A08}" destId="{692783F1-6DDF-4B1E-BE69-CE1117B1B0C8}" srcOrd="1" destOrd="0" parTransId="{F9221EA9-D9A7-47B4-B336-679343E54DED}" sibTransId="{5721BA3F-4289-43D3-96B0-64EF4DFE8C03}"/>
    <dgm:cxn modelId="{67536ECB-E7A2-410E-B4B1-E78BDEF0CC62}" type="presOf" srcId="{F56AFD21-C642-458D-9893-1B9FD85B23C6}" destId="{FDF38114-D335-45AC-AEA0-4A19EE1CB7A8}" srcOrd="1" destOrd="1" presId="urn:microsoft.com/office/officeart/2005/8/layout/hProcess6"/>
    <dgm:cxn modelId="{24BEECCD-FD75-4C02-B2C0-1F74E90A779D}" srcId="{4E63C288-1CA3-4833-BBB8-C04BE1B74A08}" destId="{8F9CFEAB-F821-4B0A-8138-57EE3344596E}" srcOrd="0" destOrd="0" parTransId="{BE11B507-12DE-43B4-A3EE-5AA875718D69}" sibTransId="{3ABF3C1B-443B-4515-83D7-33554C2CE5B3}"/>
    <dgm:cxn modelId="{B81272DB-68FF-4E5A-97E4-0BE6CAF2121D}" type="presOf" srcId="{3F17231A-FE05-4BC7-A9C3-FCD13C171B69}" destId="{FDF38114-D335-45AC-AEA0-4A19EE1CB7A8}" srcOrd="1" destOrd="0" presId="urn:microsoft.com/office/officeart/2005/8/layout/hProcess6"/>
    <dgm:cxn modelId="{5242E7E0-19FC-444D-9AC0-98B99C7D28A8}" type="presOf" srcId="{C6F378D7-081F-4969-AD05-914509D9FDAE}" destId="{F5104CA7-1050-4325-BE20-72DC063A764F}" srcOrd="0" destOrd="0" presId="urn:microsoft.com/office/officeart/2005/8/layout/hProcess6"/>
    <dgm:cxn modelId="{E2523EE1-712A-46DA-9F04-A61C50C8EF8B}" type="presOf" srcId="{8F9CFEAB-F821-4B0A-8138-57EE3344596E}" destId="{0DA35FE7-0A42-4C06-BA04-3F17E4866BC7}" srcOrd="0" destOrd="0" presId="urn:microsoft.com/office/officeart/2005/8/layout/hProcess6"/>
    <dgm:cxn modelId="{389C42EB-1E0F-44D7-9286-D75947E475E8}" type="presOf" srcId="{B5319DCE-D647-4289-8EEB-6B8840F0848B}" destId="{B6531ECE-856E-4516-8DAA-7E0D1A37DDB9}" srcOrd="1" destOrd="0" presId="urn:microsoft.com/office/officeart/2005/8/layout/hProcess6"/>
    <dgm:cxn modelId="{66934BF6-4D6B-4217-B484-5E27FFA95DA0}" srcId="{692783F1-6DDF-4B1E-BE69-CE1117B1B0C8}" destId="{C6F378D7-081F-4969-AD05-914509D9FDAE}" srcOrd="0" destOrd="0" parTransId="{E792D0DF-333F-42CB-B74B-FF2B87772CE3}" sibTransId="{D3C8B478-FDB3-4F50-ABBE-2D52A4ADA844}"/>
    <dgm:cxn modelId="{22F9B0F7-D005-41B5-953C-AA73AEF7E8CD}" type="presOf" srcId="{C6F378D7-081F-4969-AD05-914509D9FDAE}" destId="{2C86739C-2B8B-4D6D-BDE5-274FC2D9D959}" srcOrd="1" destOrd="0" presId="urn:microsoft.com/office/officeart/2005/8/layout/hProcess6"/>
    <dgm:cxn modelId="{D6486CF8-D377-42CE-8A26-8F342B6E8D6A}" srcId="{8F9CFEAB-F821-4B0A-8138-57EE3344596E}" destId="{D1503429-9C44-4478-9E40-6A2641AF234B}" srcOrd="1" destOrd="0" parTransId="{FD37C820-8212-4E30-8BEF-53BBCF256A3E}" sibTransId="{237A0550-FF51-4421-8325-5E04C816D78C}"/>
    <dgm:cxn modelId="{5D86B464-1BC0-4CC0-8B90-0A11FB2C44A0}" type="presParOf" srcId="{9F2D2930-EA12-4BFB-96C1-162A55BB0BB4}" destId="{762B0FA9-FEE3-4C85-B838-57538F725F0D}" srcOrd="0" destOrd="0" presId="urn:microsoft.com/office/officeart/2005/8/layout/hProcess6"/>
    <dgm:cxn modelId="{2DE90D52-825D-443E-BEA8-177515586CB6}" type="presParOf" srcId="{762B0FA9-FEE3-4C85-B838-57538F725F0D}" destId="{A4639112-E45B-456E-8821-2E7350DD0079}" srcOrd="0" destOrd="0" presId="urn:microsoft.com/office/officeart/2005/8/layout/hProcess6"/>
    <dgm:cxn modelId="{469FD92F-721D-4FD0-A674-2F6EA273FCE9}" type="presParOf" srcId="{762B0FA9-FEE3-4C85-B838-57538F725F0D}" destId="{51FD490E-6175-4F62-8942-91D8712688EB}" srcOrd="1" destOrd="0" presId="urn:microsoft.com/office/officeart/2005/8/layout/hProcess6"/>
    <dgm:cxn modelId="{51C2B2C3-A7A6-4C65-A616-A6D5513A9323}" type="presParOf" srcId="{762B0FA9-FEE3-4C85-B838-57538F725F0D}" destId="{B6531ECE-856E-4516-8DAA-7E0D1A37DDB9}" srcOrd="2" destOrd="0" presId="urn:microsoft.com/office/officeart/2005/8/layout/hProcess6"/>
    <dgm:cxn modelId="{EE0E2A55-E171-4EDD-A3C5-92AD67B032B6}" type="presParOf" srcId="{762B0FA9-FEE3-4C85-B838-57538F725F0D}" destId="{0DA35FE7-0A42-4C06-BA04-3F17E4866BC7}" srcOrd="3" destOrd="0" presId="urn:microsoft.com/office/officeart/2005/8/layout/hProcess6"/>
    <dgm:cxn modelId="{D90F37ED-3F1C-4507-A3D7-C6B9C0DC81D9}" type="presParOf" srcId="{9F2D2930-EA12-4BFB-96C1-162A55BB0BB4}" destId="{A8EB8309-AD65-43E6-959F-008FCE2A3642}" srcOrd="1" destOrd="0" presId="urn:microsoft.com/office/officeart/2005/8/layout/hProcess6"/>
    <dgm:cxn modelId="{AF403A24-1D4C-43D5-B8A4-B619B35E79E4}" type="presParOf" srcId="{9F2D2930-EA12-4BFB-96C1-162A55BB0BB4}" destId="{55714863-33F9-4AEA-B4BB-B53F548FAC69}" srcOrd="2" destOrd="0" presId="urn:microsoft.com/office/officeart/2005/8/layout/hProcess6"/>
    <dgm:cxn modelId="{716EC20D-E43C-4B68-B9F5-CA80B4AE64C5}" type="presParOf" srcId="{55714863-33F9-4AEA-B4BB-B53F548FAC69}" destId="{F14B68E1-5963-4297-80CA-E5DD83ECC890}" srcOrd="0" destOrd="0" presId="urn:microsoft.com/office/officeart/2005/8/layout/hProcess6"/>
    <dgm:cxn modelId="{89B8399C-715C-42DA-866B-82AC4CB5DD9E}" type="presParOf" srcId="{55714863-33F9-4AEA-B4BB-B53F548FAC69}" destId="{F5104CA7-1050-4325-BE20-72DC063A764F}" srcOrd="1" destOrd="0" presId="urn:microsoft.com/office/officeart/2005/8/layout/hProcess6"/>
    <dgm:cxn modelId="{1B6FBF2C-9B17-4F86-BC10-AB46D94F7693}" type="presParOf" srcId="{55714863-33F9-4AEA-B4BB-B53F548FAC69}" destId="{2C86739C-2B8B-4D6D-BDE5-274FC2D9D959}" srcOrd="2" destOrd="0" presId="urn:microsoft.com/office/officeart/2005/8/layout/hProcess6"/>
    <dgm:cxn modelId="{F005336E-EDDD-4831-B216-A8586DF603DE}" type="presParOf" srcId="{55714863-33F9-4AEA-B4BB-B53F548FAC69}" destId="{ECB61575-D2B3-4F6C-BEA0-8F2FBFF47604}" srcOrd="3" destOrd="0" presId="urn:microsoft.com/office/officeart/2005/8/layout/hProcess6"/>
    <dgm:cxn modelId="{4A770E2C-070C-414A-BB2D-B4484A538312}" type="presParOf" srcId="{9F2D2930-EA12-4BFB-96C1-162A55BB0BB4}" destId="{8F1D7F08-B53A-4567-8C6D-DAF08B149259}" srcOrd="3" destOrd="0" presId="urn:microsoft.com/office/officeart/2005/8/layout/hProcess6"/>
    <dgm:cxn modelId="{942097A6-E0B3-466F-AFE6-67426B31D1D7}" type="presParOf" srcId="{9F2D2930-EA12-4BFB-96C1-162A55BB0BB4}" destId="{16CE2D0C-C4D4-40A6-9556-16A34A57D87F}" srcOrd="4" destOrd="0" presId="urn:microsoft.com/office/officeart/2005/8/layout/hProcess6"/>
    <dgm:cxn modelId="{E1759D49-2AC0-4E20-8432-14F8AF12A20D}" type="presParOf" srcId="{16CE2D0C-C4D4-40A6-9556-16A34A57D87F}" destId="{3F9DF2ED-7D8C-4359-8C37-5B4D94E45D5C}" srcOrd="0" destOrd="0" presId="urn:microsoft.com/office/officeart/2005/8/layout/hProcess6"/>
    <dgm:cxn modelId="{A2DA8D7E-920B-41A1-9BDC-C1D39C153B53}" type="presParOf" srcId="{16CE2D0C-C4D4-40A6-9556-16A34A57D87F}" destId="{D2E9D9D4-B1FF-4E4C-A52E-7CFD0D5EBB92}" srcOrd="1" destOrd="0" presId="urn:microsoft.com/office/officeart/2005/8/layout/hProcess6"/>
    <dgm:cxn modelId="{523AF638-545C-4F83-8300-8C5F9C7A1E2E}" type="presParOf" srcId="{16CE2D0C-C4D4-40A6-9556-16A34A57D87F}" destId="{FDF38114-D335-45AC-AEA0-4A19EE1CB7A8}" srcOrd="2" destOrd="0" presId="urn:microsoft.com/office/officeart/2005/8/layout/hProcess6"/>
    <dgm:cxn modelId="{F789D5AF-A854-4556-B35B-A32FD46EF86E}" type="presParOf" srcId="{16CE2D0C-C4D4-40A6-9556-16A34A57D87F}" destId="{A32D2BE8-08EF-4F20-A270-C497959F2AE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D490E-6175-4F62-8942-91D8712688EB}">
      <dsp:nvSpPr>
        <dsp:cNvPr id="0" name=""/>
        <dsp:cNvSpPr/>
      </dsp:nvSpPr>
      <dsp:spPr>
        <a:xfrm>
          <a:off x="741558" y="1318800"/>
          <a:ext cx="2943933" cy="257336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Einlesen der Datei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Parsen der Werte</a:t>
          </a:r>
        </a:p>
      </dsp:txBody>
      <dsp:txXfrm>
        <a:off x="1477542" y="1704805"/>
        <a:ext cx="1435167" cy="1801358"/>
      </dsp:txXfrm>
    </dsp:sp>
    <dsp:sp modelId="{0DA35FE7-0A42-4C06-BA04-3F17E4866BC7}">
      <dsp:nvSpPr>
        <dsp:cNvPr id="0" name=""/>
        <dsp:cNvSpPr/>
      </dsp:nvSpPr>
      <dsp:spPr>
        <a:xfrm>
          <a:off x="5575" y="1869501"/>
          <a:ext cx="1471966" cy="14719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Eingabe</a:t>
          </a:r>
        </a:p>
      </dsp:txBody>
      <dsp:txXfrm>
        <a:off x="221139" y="2085065"/>
        <a:ext cx="1040838" cy="1040838"/>
      </dsp:txXfrm>
    </dsp:sp>
    <dsp:sp modelId="{F5104CA7-1050-4325-BE20-72DC063A764F}">
      <dsp:nvSpPr>
        <dsp:cNvPr id="0" name=""/>
        <dsp:cNvSpPr/>
      </dsp:nvSpPr>
      <dsp:spPr>
        <a:xfrm>
          <a:off x="4605471" y="1318800"/>
          <a:ext cx="2943933" cy="257336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Lösung nach jeder Strategie</a:t>
          </a:r>
        </a:p>
      </dsp:txBody>
      <dsp:txXfrm>
        <a:off x="5341454" y="1704805"/>
        <a:ext cx="1435167" cy="1801358"/>
      </dsp:txXfrm>
    </dsp:sp>
    <dsp:sp modelId="{ECB61575-D2B3-4F6C-BEA0-8F2FBFF47604}">
      <dsp:nvSpPr>
        <dsp:cNvPr id="0" name=""/>
        <dsp:cNvSpPr/>
      </dsp:nvSpPr>
      <dsp:spPr>
        <a:xfrm>
          <a:off x="3869487" y="1869501"/>
          <a:ext cx="1471966" cy="14719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Verarbeitung</a:t>
          </a:r>
        </a:p>
      </dsp:txBody>
      <dsp:txXfrm>
        <a:off x="4085051" y="2085065"/>
        <a:ext cx="1040838" cy="1040838"/>
      </dsp:txXfrm>
    </dsp:sp>
    <dsp:sp modelId="{D2E9D9D4-B1FF-4E4C-A52E-7CFD0D5EBB92}">
      <dsp:nvSpPr>
        <dsp:cNvPr id="0" name=""/>
        <dsp:cNvSpPr/>
      </dsp:nvSpPr>
      <dsp:spPr>
        <a:xfrm>
          <a:off x="8469383" y="1318800"/>
          <a:ext cx="2943933" cy="257336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Formatieren der Ergebnisse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Schreiben der Ausgabedatei</a:t>
          </a:r>
        </a:p>
      </dsp:txBody>
      <dsp:txXfrm>
        <a:off x="9205366" y="1704805"/>
        <a:ext cx="1435167" cy="1801358"/>
      </dsp:txXfrm>
    </dsp:sp>
    <dsp:sp modelId="{A32D2BE8-08EF-4F20-A270-C497959F2AE6}">
      <dsp:nvSpPr>
        <dsp:cNvPr id="0" name=""/>
        <dsp:cNvSpPr/>
      </dsp:nvSpPr>
      <dsp:spPr>
        <a:xfrm>
          <a:off x="7733400" y="1869501"/>
          <a:ext cx="1471966" cy="14719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Ausgabe</a:t>
          </a:r>
        </a:p>
      </dsp:txBody>
      <dsp:txXfrm>
        <a:off x="7948964" y="2085065"/>
        <a:ext cx="1040838" cy="10408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74A0EF9-A03F-C5E7-CA08-5ABEB3888F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EED0474-38A0-CF1B-65FA-D055940C2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595D2-648F-D242-A067-8A1F31E1262F}" type="datetimeFigureOut">
              <a:rPr lang="de-DE">
                <a:latin typeface="BarmeniaGothaer Offc" panose="020B0503020204020204" pitchFamily="34" charset="0"/>
              </a:rPr>
              <a:t>22.06.2026</a:t>
            </a:fld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4B161C-8CE4-DEFB-3F76-005064B0C7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491B93-E9E9-2E7D-4638-2269B936F8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E9BE2-F8FC-9746-B144-15702BD4E9B7}" type="slidenum">
              <a:rPr>
                <a:latin typeface="BarmeniaGothaer Offc" panose="020B0503020204020204" pitchFamily="34" charset="0"/>
              </a:rPr>
              <a:t>‹Nr.›</a:t>
            </a:fld>
            <a:endParaRPr lang="de-DE" dirty="0">
              <a:latin typeface="BarmeniaGothaer Offc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6865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armeniaGothaer Offc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armeniaGothaer Offc" panose="020B0503020204020204" pitchFamily="34" charset="0"/>
              </a:defRPr>
            </a:lvl1pPr>
          </a:lstStyle>
          <a:p>
            <a:fld id="{7C159E98-1B81-2C47-BE3F-5E2CC464A939}" type="datetimeFigureOut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armeniaGothaer Offc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armeniaGothaer Offc" panose="020B0503020204020204" pitchFamily="34" charset="0"/>
              </a:defRPr>
            </a:lvl1pPr>
          </a:lstStyle>
          <a:p>
            <a:fld id="{6B4ED951-92BE-3E44-83A0-2119990AF9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4367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armeniaGothaer Offc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armeniaGothaer Offc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armeniaGothaer Offc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armeniaGothaer Offc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armeniaGothaer Offc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79B0-C3CE-3930-DA92-B58ED4F6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91F9B9-A566-B30C-E05B-C95F436D5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B562342-8684-A16A-116E-635E03250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0A4E77-554A-F52B-7A45-978BAF031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ED951-92BE-3E44-83A0-2119990AF935}" type="slidenum">
              <a:rPr lang="de-DE" smtClean="0"/>
              <a:pPr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5145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8F8C-2415-BCDB-3648-8C891CADE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74D1A63-625C-DBB7-8AE4-1D90750F6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36C6D7-A546-920E-ECC8-29259ACED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3A2CC-1FF6-9481-E6BA-7F0230963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ED951-92BE-3E44-83A0-2119990AF935}" type="slidenum">
              <a:rPr lang="de-DE" smtClean="0"/>
              <a:pPr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9936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5C2B-6444-3A33-5D14-B9E74648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865368-514A-F0B7-77E1-E2A35AD67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C22F00-0048-ABC1-30A1-F588C7C76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92262E-88D6-B6A1-39BD-43E3336D1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ED951-92BE-3E44-83A0-2119990AF935}" type="slidenum">
              <a:rPr lang="de-DE" smtClean="0"/>
              <a:pPr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5806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967B-BF58-A335-1AFF-4023F2D8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7D03F61-C140-6B5E-2B92-99ADD02B7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D3C3F6-9CC6-6F08-5EF7-1A3C06D64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B64DC7-F29C-9F72-4094-B13D68726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ED951-92BE-3E44-83A0-2119990AF935}" type="slidenum">
              <a:rPr lang="de-DE" smtClean="0"/>
              <a:pPr/>
              <a:t>29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1512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 8">
            <a:extLst>
              <a:ext uri="{FF2B5EF4-FFF2-40B4-BE49-F238E27FC236}">
                <a16:creationId xmlns:a16="http://schemas.microsoft.com/office/drawing/2014/main" id="{E58E4F1C-0B35-4353-7148-1EDA20ADB2D9}"/>
              </a:ext>
            </a:extLst>
          </p:cNvPr>
          <p:cNvSpPr/>
          <p:nvPr userDrawn="1"/>
        </p:nvSpPr>
        <p:spPr>
          <a:xfrm rot="12871468">
            <a:off x="-1637208" y="-381496"/>
            <a:ext cx="5586841" cy="7259013"/>
          </a:xfrm>
          <a:custGeom>
            <a:avLst/>
            <a:gdLst>
              <a:gd name="connsiteX0" fmla="*/ 5586841 w 5586841"/>
              <a:gd name="connsiteY0" fmla="*/ 5650198 h 7259013"/>
              <a:gd name="connsiteX1" fmla="*/ 3248142 w 5586841"/>
              <a:gd name="connsiteY1" fmla="*/ 7259013 h 7259013"/>
              <a:gd name="connsiteX2" fmla="*/ 272962 w 5586841"/>
              <a:gd name="connsiteY2" fmla="*/ 7259013 h 7259013"/>
              <a:gd name="connsiteX3" fmla="*/ 0 w 5586841"/>
              <a:gd name="connsiteY3" fmla="*/ 6986051 h 7259013"/>
              <a:gd name="connsiteX4" fmla="*/ 0 w 5586841"/>
              <a:gd name="connsiteY4" fmla="*/ 1169457 h 7259013"/>
              <a:gd name="connsiteX5" fmla="*/ 1700014 w 5586841"/>
              <a:gd name="connsiteY5" fmla="*/ 0 h 725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86841" h="7259013">
                <a:moveTo>
                  <a:pt x="5586841" y="5650198"/>
                </a:moveTo>
                <a:lnTo>
                  <a:pt x="3248142" y="7259013"/>
                </a:lnTo>
                <a:lnTo>
                  <a:pt x="272962" y="7259013"/>
                </a:lnTo>
                <a:cubicBezTo>
                  <a:pt x="122210" y="7259013"/>
                  <a:pt x="0" y="7136804"/>
                  <a:pt x="0" y="6986051"/>
                </a:cubicBezTo>
                <a:lnTo>
                  <a:pt x="0" y="1169457"/>
                </a:lnTo>
                <a:lnTo>
                  <a:pt x="1700014" y="0"/>
                </a:lnTo>
                <a:close/>
              </a:path>
            </a:pathLst>
          </a:custGeom>
          <a:solidFill>
            <a:schemeClr val="accent4"/>
          </a:solidFill>
          <a:ln w="634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F6F67CFC-A561-E5DD-B01B-4FFD8321D0EC}"/>
              </a:ext>
            </a:extLst>
          </p:cNvPr>
          <p:cNvSpPr/>
          <p:nvPr userDrawn="1"/>
        </p:nvSpPr>
        <p:spPr>
          <a:xfrm rot="12422003">
            <a:off x="-1494736" y="109331"/>
            <a:ext cx="5726360" cy="7016602"/>
          </a:xfrm>
          <a:custGeom>
            <a:avLst/>
            <a:gdLst>
              <a:gd name="connsiteX0" fmla="*/ 5726360 w 5726360"/>
              <a:gd name="connsiteY0" fmla="*/ 6108707 h 7016602"/>
              <a:gd name="connsiteX1" fmla="*/ 3947080 w 5726360"/>
              <a:gd name="connsiteY1" fmla="*/ 7016602 h 7016602"/>
              <a:gd name="connsiteX2" fmla="*/ 272994 w 5726360"/>
              <a:gd name="connsiteY2" fmla="*/ 7016602 h 7016602"/>
              <a:gd name="connsiteX3" fmla="*/ 0 w 5726360"/>
              <a:gd name="connsiteY3" fmla="*/ 6743609 h 7016602"/>
              <a:gd name="connsiteX4" fmla="*/ 0 w 5726360"/>
              <a:gd name="connsiteY4" fmla="*/ 1331437 h 7016602"/>
              <a:gd name="connsiteX5" fmla="*/ 2609333 w 5726360"/>
              <a:gd name="connsiteY5" fmla="*/ 0 h 70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6360" h="7016602">
                <a:moveTo>
                  <a:pt x="5726360" y="6108707"/>
                </a:moveTo>
                <a:lnTo>
                  <a:pt x="3947080" y="7016602"/>
                </a:lnTo>
                <a:lnTo>
                  <a:pt x="272994" y="7016602"/>
                </a:lnTo>
                <a:cubicBezTo>
                  <a:pt x="122224" y="7016602"/>
                  <a:pt x="0" y="6894379"/>
                  <a:pt x="0" y="6743609"/>
                </a:cubicBezTo>
                <a:lnTo>
                  <a:pt x="0" y="1331437"/>
                </a:lnTo>
                <a:lnTo>
                  <a:pt x="2609333" y="0"/>
                </a:lnTo>
                <a:close/>
              </a:path>
            </a:pathLst>
          </a:custGeom>
          <a:solidFill>
            <a:schemeClr val="tx1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B4912F-EDA5-7B38-9FEB-1A992C4BAC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 w 12192000"/>
              <a:gd name="connsiteY1" fmla="*/ 6857999 h 6858000"/>
              <a:gd name="connsiteX2" fmla="*/ 1 w 12192000"/>
              <a:gd name="connsiteY2" fmla="*/ 6858000 h 6858000"/>
              <a:gd name="connsiteX3" fmla="*/ 0 w 12192000"/>
              <a:gd name="connsiteY3" fmla="*/ 6858000 h 6858000"/>
              <a:gd name="connsiteX4" fmla="*/ 1997528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2063415 w 12192000"/>
              <a:gd name="connsiteY7" fmla="*/ 6858000 h 6858000"/>
              <a:gd name="connsiteX8" fmla="*/ 2063416 w 12192000"/>
              <a:gd name="connsiteY8" fmla="*/ 6857999 h 6858000"/>
              <a:gd name="connsiteX9" fmla="*/ 2929394 w 12192000"/>
              <a:gd name="connsiteY9" fmla="*/ 6857999 h 6858000"/>
              <a:gd name="connsiteX10" fmla="*/ 5389277 w 12192000"/>
              <a:gd name="connsiteY10" fmla="*/ 2037151 h 6858000"/>
              <a:gd name="connsiteX11" fmla="*/ 5270188 w 12192000"/>
              <a:gd name="connsiteY11" fmla="*/ 1669906 h 6858000"/>
              <a:gd name="connsiteX12" fmla="*/ 5254489 w 12192000"/>
              <a:gd name="connsiteY12" fmla="*/ 1661896 h 6858000"/>
              <a:gd name="connsiteX13" fmla="*/ 2838627 w 12192000"/>
              <a:gd name="connsiteY13" fmla="*/ 1 h 6858000"/>
              <a:gd name="connsiteX14" fmla="*/ 1997530 w 12192000"/>
              <a:gd name="connsiteY14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" y="6857999"/>
                </a:lnTo>
                <a:lnTo>
                  <a:pt x="1" y="6858000"/>
                </a:lnTo>
                <a:lnTo>
                  <a:pt x="0" y="6858000"/>
                </a:lnTo>
                <a:close/>
                <a:moveTo>
                  <a:pt x="1997528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2063415" y="6858000"/>
                </a:lnTo>
                <a:lnTo>
                  <a:pt x="2063416" y="6857999"/>
                </a:lnTo>
                <a:lnTo>
                  <a:pt x="2929394" y="6857999"/>
                </a:lnTo>
                <a:lnTo>
                  <a:pt x="5389277" y="2037151"/>
                </a:lnTo>
                <a:cubicBezTo>
                  <a:pt x="5457803" y="1902853"/>
                  <a:pt x="5404485" y="1738433"/>
                  <a:pt x="5270188" y="1669906"/>
                </a:cubicBezTo>
                <a:lnTo>
                  <a:pt x="5254489" y="1661896"/>
                </a:lnTo>
                <a:lnTo>
                  <a:pt x="2838627" y="1"/>
                </a:lnTo>
                <a:lnTo>
                  <a:pt x="1997530" y="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989847-DB47-4D6D-6A5F-A62898A8F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5" y="1394517"/>
            <a:ext cx="4181952" cy="1705444"/>
          </a:xfrm>
        </p:spPr>
        <p:txBody>
          <a:bodyPr anchor="b">
            <a:noAutofit/>
          </a:bodyPr>
          <a:lstStyle>
            <a:lvl1pPr algn="l">
              <a:defRPr sz="2800" b="0" i="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3E13AE5-87F8-ACE7-5BFF-2E2D86923D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425" y="3453603"/>
            <a:ext cx="2844800" cy="24963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 </a:t>
            </a:r>
            <a:br>
              <a:rPr lang="de-DE" dirty="0"/>
            </a:br>
            <a:r>
              <a:rPr lang="de-DE" dirty="0"/>
              <a:t>Timing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29FD0B-A322-C8FE-0671-99A48298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7039522"/>
            <a:ext cx="976088" cy="1064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0382C128-E09C-7EA5-0459-CEC10BF410F6}"/>
              </a:ext>
            </a:extLst>
          </p:cNvPr>
          <p:cNvGrpSpPr/>
          <p:nvPr userDrawn="1"/>
        </p:nvGrpSpPr>
        <p:grpSpPr>
          <a:xfrm>
            <a:off x="479425" y="436603"/>
            <a:ext cx="1714242" cy="471447"/>
            <a:chOff x="1144935" y="-1876113"/>
            <a:chExt cx="1656042" cy="455441"/>
          </a:xfrm>
        </p:grpSpPr>
        <p:sp>
          <p:nvSpPr>
            <p:cNvPr id="38" name="Freihandform 37">
              <a:extLst>
                <a:ext uri="{FF2B5EF4-FFF2-40B4-BE49-F238E27FC236}">
                  <a16:creationId xmlns:a16="http://schemas.microsoft.com/office/drawing/2014/main" id="{19655D9B-6439-95E6-4D2E-4F34E655C265}"/>
                </a:ext>
              </a:extLst>
            </p:cNvPr>
            <p:cNvSpPr/>
            <p:nvPr/>
          </p:nvSpPr>
          <p:spPr>
            <a:xfrm>
              <a:off x="1144935" y="-1876113"/>
              <a:ext cx="457053" cy="455441"/>
            </a:xfrm>
            <a:custGeom>
              <a:avLst/>
              <a:gdLst>
                <a:gd name="connsiteX0" fmla="*/ 1077263 w 2373356"/>
                <a:gd name="connsiteY0" fmla="*/ 1296696 h 2364985"/>
                <a:gd name="connsiteX1" fmla="*/ 1072778 w 2373356"/>
                <a:gd name="connsiteY1" fmla="*/ 1293921 h 2364985"/>
                <a:gd name="connsiteX2" fmla="*/ 461444 w 2373356"/>
                <a:gd name="connsiteY2" fmla="*/ 1203710 h 2364985"/>
                <a:gd name="connsiteX3" fmla="*/ 191603 w 2373356"/>
                <a:gd name="connsiteY3" fmla="*/ 1301393 h 2364985"/>
                <a:gd name="connsiteX4" fmla="*/ 461444 w 2373356"/>
                <a:gd name="connsiteY4" fmla="*/ 1399077 h 2364985"/>
                <a:gd name="connsiteX5" fmla="*/ 984361 w 2373356"/>
                <a:gd name="connsiteY5" fmla="*/ 1334168 h 2364985"/>
                <a:gd name="connsiteX6" fmla="*/ 256741 w 2373356"/>
                <a:gd name="connsiteY6" fmla="*/ 1958704 h 2364985"/>
                <a:gd name="connsiteX7" fmla="*/ 19682 w 2373356"/>
                <a:gd name="connsiteY7" fmla="*/ 2344101 h 2364985"/>
                <a:gd name="connsiteX8" fmla="*/ 409227 w 2373356"/>
                <a:gd name="connsiteY8" fmla="*/ 2109554 h 2364985"/>
                <a:gd name="connsiteX9" fmla="*/ 1040422 w 2373356"/>
                <a:gd name="connsiteY9" fmla="*/ 1389683 h 2364985"/>
                <a:gd name="connsiteX10" fmla="*/ 975391 w 2373356"/>
                <a:gd name="connsiteY10" fmla="*/ 1912905 h 2364985"/>
                <a:gd name="connsiteX11" fmla="*/ 1073098 w 2373356"/>
                <a:gd name="connsiteY11" fmla="*/ 2182576 h 2364985"/>
                <a:gd name="connsiteX12" fmla="*/ 1170805 w 2373356"/>
                <a:gd name="connsiteY12" fmla="*/ 1912905 h 2364985"/>
                <a:gd name="connsiteX13" fmla="*/ 1080573 w 2373356"/>
                <a:gd name="connsiteY13" fmla="*/ 1301714 h 2364985"/>
                <a:gd name="connsiteX14" fmla="*/ 1077369 w 2373356"/>
                <a:gd name="connsiteY14" fmla="*/ 1296803 h 2364985"/>
                <a:gd name="connsiteX15" fmla="*/ 1051955 w 2373356"/>
                <a:gd name="connsiteY15" fmla="*/ 1052967 h 2364985"/>
                <a:gd name="connsiteX16" fmla="*/ 1064128 w 2373356"/>
                <a:gd name="connsiteY16" fmla="*/ 1040797 h 2364985"/>
                <a:gd name="connsiteX17" fmla="*/ 425992 w 2373356"/>
                <a:gd name="connsiteY17" fmla="*/ 255590 h 2364985"/>
                <a:gd name="connsiteX18" fmla="*/ 32176 w 2373356"/>
                <a:gd name="connsiteY18" fmla="*/ 21149 h 2364985"/>
                <a:gd name="connsiteX19" fmla="*/ 266565 w 2373356"/>
                <a:gd name="connsiteY19" fmla="*/ 414873 h 2364985"/>
                <a:gd name="connsiteX20" fmla="*/ 1051955 w 2373356"/>
                <a:gd name="connsiteY20" fmla="*/ 1052860 h 2364985"/>
                <a:gd name="connsiteX21" fmla="*/ 1194297 w 2373356"/>
                <a:gd name="connsiteY21" fmla="*/ 143173 h 2364985"/>
                <a:gd name="connsiteX22" fmla="*/ 1096697 w 2373356"/>
                <a:gd name="connsiteY22" fmla="*/ 408361 h 2364985"/>
                <a:gd name="connsiteX23" fmla="*/ 1186929 w 2373356"/>
                <a:gd name="connsiteY23" fmla="*/ 1009196 h 2364985"/>
                <a:gd name="connsiteX24" fmla="*/ 1201772 w 2373356"/>
                <a:gd name="connsiteY24" fmla="*/ 1009196 h 2364985"/>
                <a:gd name="connsiteX25" fmla="*/ 1292004 w 2373356"/>
                <a:gd name="connsiteY25" fmla="*/ 408361 h 2364985"/>
                <a:gd name="connsiteX26" fmla="*/ 1194297 w 2373356"/>
                <a:gd name="connsiteY26" fmla="*/ 143173 h 2364985"/>
                <a:gd name="connsiteX27" fmla="*/ 1331300 w 2373356"/>
                <a:gd name="connsiteY27" fmla="*/ 1312069 h 2364985"/>
                <a:gd name="connsiteX28" fmla="*/ 1319126 w 2373356"/>
                <a:gd name="connsiteY28" fmla="*/ 1324240 h 2364985"/>
                <a:gd name="connsiteX29" fmla="*/ 1957263 w 2373356"/>
                <a:gd name="connsiteY29" fmla="*/ 2109447 h 2364985"/>
                <a:gd name="connsiteX30" fmla="*/ 2351079 w 2373356"/>
                <a:gd name="connsiteY30" fmla="*/ 2343781 h 2364985"/>
                <a:gd name="connsiteX31" fmla="*/ 2116583 w 2373356"/>
                <a:gd name="connsiteY31" fmla="*/ 1950057 h 2364985"/>
                <a:gd name="connsiteX32" fmla="*/ 1331193 w 2373356"/>
                <a:gd name="connsiteY32" fmla="*/ 1312069 h 2364985"/>
                <a:gd name="connsiteX33" fmla="*/ 1958331 w 2373356"/>
                <a:gd name="connsiteY33" fmla="*/ 259219 h 2364985"/>
                <a:gd name="connsiteX34" fmla="*/ 1320194 w 2373356"/>
                <a:gd name="connsiteY34" fmla="*/ 1044427 h 2364985"/>
                <a:gd name="connsiteX35" fmla="*/ 1332368 w 2373356"/>
                <a:gd name="connsiteY35" fmla="*/ 1056597 h 2364985"/>
                <a:gd name="connsiteX36" fmla="*/ 2117758 w 2373356"/>
                <a:gd name="connsiteY36" fmla="*/ 418609 h 2364985"/>
                <a:gd name="connsiteX37" fmla="*/ 2352147 w 2373356"/>
                <a:gd name="connsiteY37" fmla="*/ 24885 h 2364985"/>
                <a:gd name="connsiteX38" fmla="*/ 1958331 w 2373356"/>
                <a:gd name="connsiteY38" fmla="*/ 259219 h 2364985"/>
                <a:gd name="connsiteX39" fmla="*/ 2032011 w 2373356"/>
                <a:gd name="connsiteY39" fmla="*/ 1279722 h 2364985"/>
                <a:gd name="connsiteX40" fmla="*/ 2325344 w 2373356"/>
                <a:gd name="connsiteY40" fmla="*/ 1182145 h 2364985"/>
                <a:gd name="connsiteX41" fmla="*/ 2021333 w 2373356"/>
                <a:gd name="connsiteY41" fmla="*/ 1084461 h 2364985"/>
                <a:gd name="connsiteX42" fmla="*/ 1367393 w 2373356"/>
                <a:gd name="connsiteY42" fmla="*/ 1174671 h 2364985"/>
                <a:gd name="connsiteX43" fmla="*/ 1367393 w 2373356"/>
                <a:gd name="connsiteY43" fmla="*/ 1189618 h 2364985"/>
                <a:gd name="connsiteX44" fmla="*/ 2032011 w 2373356"/>
                <a:gd name="connsiteY44" fmla="*/ 1279722 h 236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373356" h="2364985">
                  <a:moveTo>
                    <a:pt x="1077263" y="1296696"/>
                  </a:moveTo>
                  <a:cubicBezTo>
                    <a:pt x="1076195" y="1295522"/>
                    <a:pt x="1074700" y="1294561"/>
                    <a:pt x="1072778" y="1293921"/>
                  </a:cubicBezTo>
                  <a:cubicBezTo>
                    <a:pt x="910040" y="1243317"/>
                    <a:pt x="713773" y="1203710"/>
                    <a:pt x="461444" y="1203710"/>
                  </a:cubicBezTo>
                  <a:cubicBezTo>
                    <a:pt x="277777" y="1203710"/>
                    <a:pt x="191603" y="1222072"/>
                    <a:pt x="191603" y="1301393"/>
                  </a:cubicBezTo>
                  <a:cubicBezTo>
                    <a:pt x="191603" y="1380715"/>
                    <a:pt x="277670" y="1399077"/>
                    <a:pt x="461444" y="1399077"/>
                  </a:cubicBezTo>
                  <a:cubicBezTo>
                    <a:pt x="669671" y="1399077"/>
                    <a:pt x="839777" y="1372067"/>
                    <a:pt x="984361" y="1334168"/>
                  </a:cubicBezTo>
                  <a:cubicBezTo>
                    <a:pt x="768446" y="1481174"/>
                    <a:pt x="528611" y="1689780"/>
                    <a:pt x="256741" y="1958704"/>
                  </a:cubicBezTo>
                  <a:cubicBezTo>
                    <a:pt x="43388" y="2169765"/>
                    <a:pt x="-42252" y="2282822"/>
                    <a:pt x="19682" y="2344101"/>
                  </a:cubicBezTo>
                  <a:cubicBezTo>
                    <a:pt x="81616" y="2405381"/>
                    <a:pt x="195874" y="2320615"/>
                    <a:pt x="409227" y="2109554"/>
                  </a:cubicBezTo>
                  <a:cubicBezTo>
                    <a:pt x="681097" y="1840523"/>
                    <a:pt x="891887" y="1603306"/>
                    <a:pt x="1040422" y="1389683"/>
                  </a:cubicBezTo>
                  <a:cubicBezTo>
                    <a:pt x="1002514" y="1534233"/>
                    <a:pt x="975391" y="1704406"/>
                    <a:pt x="975391" y="1912905"/>
                  </a:cubicBezTo>
                  <a:cubicBezTo>
                    <a:pt x="975391" y="2096529"/>
                    <a:pt x="993758" y="2182576"/>
                    <a:pt x="1073098" y="2182576"/>
                  </a:cubicBezTo>
                  <a:cubicBezTo>
                    <a:pt x="1152438" y="2182576"/>
                    <a:pt x="1170805" y="2096529"/>
                    <a:pt x="1170805" y="1912905"/>
                  </a:cubicBezTo>
                  <a:cubicBezTo>
                    <a:pt x="1170805" y="1660635"/>
                    <a:pt x="1131295" y="1464307"/>
                    <a:pt x="1080573" y="1301714"/>
                  </a:cubicBezTo>
                  <a:cubicBezTo>
                    <a:pt x="1079932" y="1299472"/>
                    <a:pt x="1078758" y="1297871"/>
                    <a:pt x="1077369" y="1296803"/>
                  </a:cubicBezTo>
                  <a:moveTo>
                    <a:pt x="1051955" y="1052967"/>
                  </a:moveTo>
                  <a:cubicBezTo>
                    <a:pt x="1064128" y="1060761"/>
                    <a:pt x="1071923" y="1052967"/>
                    <a:pt x="1064128" y="1040797"/>
                  </a:cubicBezTo>
                  <a:cubicBezTo>
                    <a:pt x="916020" y="810092"/>
                    <a:pt x="719752" y="549282"/>
                    <a:pt x="425992" y="255590"/>
                  </a:cubicBezTo>
                  <a:cubicBezTo>
                    <a:pt x="212212" y="41753"/>
                    <a:pt x="96886" y="-43547"/>
                    <a:pt x="32176" y="21149"/>
                  </a:cubicBezTo>
                  <a:cubicBezTo>
                    <a:pt x="-32535" y="85844"/>
                    <a:pt x="52785" y="201036"/>
                    <a:pt x="266565" y="414873"/>
                  </a:cubicBezTo>
                  <a:cubicBezTo>
                    <a:pt x="560325" y="708565"/>
                    <a:pt x="821196" y="904893"/>
                    <a:pt x="1051955" y="1052860"/>
                  </a:cubicBezTo>
                  <a:moveTo>
                    <a:pt x="1194297" y="143173"/>
                  </a:moveTo>
                  <a:cubicBezTo>
                    <a:pt x="1115064" y="143173"/>
                    <a:pt x="1096697" y="227833"/>
                    <a:pt x="1096697" y="408361"/>
                  </a:cubicBezTo>
                  <a:cubicBezTo>
                    <a:pt x="1096697" y="656360"/>
                    <a:pt x="1136207" y="849379"/>
                    <a:pt x="1186929" y="1009196"/>
                  </a:cubicBezTo>
                  <a:cubicBezTo>
                    <a:pt x="1189598" y="1017630"/>
                    <a:pt x="1199102" y="1017630"/>
                    <a:pt x="1201772" y="1009196"/>
                  </a:cubicBezTo>
                  <a:cubicBezTo>
                    <a:pt x="1252387" y="849272"/>
                    <a:pt x="1292004" y="656360"/>
                    <a:pt x="1292004" y="408361"/>
                  </a:cubicBezTo>
                  <a:cubicBezTo>
                    <a:pt x="1292004" y="227833"/>
                    <a:pt x="1273637" y="143173"/>
                    <a:pt x="1194297" y="143173"/>
                  </a:cubicBezTo>
                  <a:moveTo>
                    <a:pt x="1331300" y="1312069"/>
                  </a:moveTo>
                  <a:cubicBezTo>
                    <a:pt x="1319126" y="1304169"/>
                    <a:pt x="1311331" y="1312069"/>
                    <a:pt x="1319126" y="1324240"/>
                  </a:cubicBezTo>
                  <a:cubicBezTo>
                    <a:pt x="1467235" y="1554944"/>
                    <a:pt x="1663502" y="1815755"/>
                    <a:pt x="1957263" y="2109447"/>
                  </a:cubicBezTo>
                  <a:cubicBezTo>
                    <a:pt x="2171149" y="2323283"/>
                    <a:pt x="2286369" y="2408584"/>
                    <a:pt x="2351079" y="2343781"/>
                  </a:cubicBezTo>
                  <a:cubicBezTo>
                    <a:pt x="2415790" y="2279086"/>
                    <a:pt x="2330470" y="2163893"/>
                    <a:pt x="2116583" y="1950057"/>
                  </a:cubicBezTo>
                  <a:cubicBezTo>
                    <a:pt x="1822823" y="1656365"/>
                    <a:pt x="1561952" y="1460036"/>
                    <a:pt x="1331193" y="1312069"/>
                  </a:cubicBezTo>
                  <a:moveTo>
                    <a:pt x="1958331" y="259219"/>
                  </a:moveTo>
                  <a:cubicBezTo>
                    <a:pt x="1664570" y="552912"/>
                    <a:pt x="1468196" y="813722"/>
                    <a:pt x="1320194" y="1044427"/>
                  </a:cubicBezTo>
                  <a:cubicBezTo>
                    <a:pt x="1312399" y="1056597"/>
                    <a:pt x="1320194" y="1064390"/>
                    <a:pt x="1332368" y="1056597"/>
                  </a:cubicBezTo>
                  <a:cubicBezTo>
                    <a:pt x="1563126" y="908523"/>
                    <a:pt x="1823997" y="712302"/>
                    <a:pt x="2117758" y="418609"/>
                  </a:cubicBezTo>
                  <a:cubicBezTo>
                    <a:pt x="2331645" y="204773"/>
                    <a:pt x="2416964" y="89581"/>
                    <a:pt x="2352147" y="24885"/>
                  </a:cubicBezTo>
                  <a:cubicBezTo>
                    <a:pt x="2287437" y="-39810"/>
                    <a:pt x="2172217" y="45490"/>
                    <a:pt x="1958331" y="259219"/>
                  </a:cubicBezTo>
                  <a:moveTo>
                    <a:pt x="2032011" y="1279722"/>
                  </a:moveTo>
                  <a:cubicBezTo>
                    <a:pt x="2231696" y="1279722"/>
                    <a:pt x="2325344" y="1261359"/>
                    <a:pt x="2325344" y="1182145"/>
                  </a:cubicBezTo>
                  <a:cubicBezTo>
                    <a:pt x="2325344" y="1102930"/>
                    <a:pt x="2221017" y="1084461"/>
                    <a:pt x="2021333" y="1084461"/>
                  </a:cubicBezTo>
                  <a:cubicBezTo>
                    <a:pt x="1747007" y="1084461"/>
                    <a:pt x="1544226" y="1124068"/>
                    <a:pt x="1367393" y="1174671"/>
                  </a:cubicBezTo>
                  <a:cubicBezTo>
                    <a:pt x="1358102" y="1177340"/>
                    <a:pt x="1358102" y="1186949"/>
                    <a:pt x="1367393" y="1189618"/>
                  </a:cubicBezTo>
                  <a:cubicBezTo>
                    <a:pt x="1544226" y="1240221"/>
                    <a:pt x="1757792" y="1279722"/>
                    <a:pt x="2032011" y="1279722"/>
                  </a:cubicBezTo>
                </a:path>
              </a:pathLst>
            </a:custGeom>
            <a:solidFill>
              <a:srgbClr val="FFFFFF"/>
            </a:solidFill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39" name="Freihandform 38">
              <a:extLst>
                <a:ext uri="{FF2B5EF4-FFF2-40B4-BE49-F238E27FC236}">
                  <a16:creationId xmlns:a16="http://schemas.microsoft.com/office/drawing/2014/main" id="{0D438AC8-93A4-E8A2-7936-13CA73DDD13F}"/>
                </a:ext>
              </a:extLst>
            </p:cNvPr>
            <p:cNvSpPr/>
            <p:nvPr/>
          </p:nvSpPr>
          <p:spPr>
            <a:xfrm>
              <a:off x="1757315" y="-1615483"/>
              <a:ext cx="899919" cy="180509"/>
            </a:xfrm>
            <a:custGeom>
              <a:avLst/>
              <a:gdLst>
                <a:gd name="connsiteX0" fmla="*/ 4330912 w 4673045"/>
                <a:gd name="connsiteY0" fmla="*/ 919189 h 937337"/>
                <a:gd name="connsiteX1" fmla="*/ 4478060 w 4673045"/>
                <a:gd name="connsiteY1" fmla="*/ 919189 h 937337"/>
                <a:gd name="connsiteX2" fmla="*/ 4478060 w 4673045"/>
                <a:gd name="connsiteY2" fmla="*/ 558986 h 937337"/>
                <a:gd name="connsiteX3" fmla="*/ 4640797 w 4673045"/>
                <a:gd name="connsiteY3" fmla="*/ 398849 h 937337"/>
                <a:gd name="connsiteX4" fmla="*/ 4673046 w 4673045"/>
                <a:gd name="connsiteY4" fmla="*/ 398849 h 937337"/>
                <a:gd name="connsiteX5" fmla="*/ 4673046 w 4673045"/>
                <a:gd name="connsiteY5" fmla="*/ 246505 h 937337"/>
                <a:gd name="connsiteX6" fmla="*/ 4658844 w 4673045"/>
                <a:gd name="connsiteY6" fmla="*/ 246505 h 937337"/>
                <a:gd name="connsiteX7" fmla="*/ 4478060 w 4673045"/>
                <a:gd name="connsiteY7" fmla="*/ 378138 h 937337"/>
                <a:gd name="connsiteX8" fmla="*/ 4478060 w 4673045"/>
                <a:gd name="connsiteY8" fmla="*/ 258035 h 937337"/>
                <a:gd name="connsiteX9" fmla="*/ 4330912 w 4673045"/>
                <a:gd name="connsiteY9" fmla="*/ 258035 h 937337"/>
                <a:gd name="connsiteX10" fmla="*/ 4330912 w 4673045"/>
                <a:gd name="connsiteY10" fmla="*/ 918975 h 937337"/>
                <a:gd name="connsiteX11" fmla="*/ 3753749 w 4673045"/>
                <a:gd name="connsiteY11" fmla="*/ 517671 h 937337"/>
                <a:gd name="connsiteX12" fmla="*/ 3925457 w 4673045"/>
                <a:gd name="connsiteY12" fmla="*/ 374401 h 937337"/>
                <a:gd name="connsiteX13" fmla="*/ 4094601 w 4673045"/>
                <a:gd name="connsiteY13" fmla="*/ 517671 h 937337"/>
                <a:gd name="connsiteX14" fmla="*/ 3753749 w 4673045"/>
                <a:gd name="connsiteY14" fmla="*/ 517671 h 937337"/>
                <a:gd name="connsiteX15" fmla="*/ 3598807 w 4673045"/>
                <a:gd name="connsiteY15" fmla="*/ 588665 h 937337"/>
                <a:gd name="connsiteX16" fmla="*/ 3937096 w 4673045"/>
                <a:gd name="connsiteY16" fmla="*/ 937231 h 937337"/>
                <a:gd name="connsiteX17" fmla="*/ 4225091 w 4673045"/>
                <a:gd name="connsiteY17" fmla="*/ 788730 h 937337"/>
                <a:gd name="connsiteX18" fmla="*/ 4124394 w 4673045"/>
                <a:gd name="connsiteY18" fmla="*/ 703537 h 937337"/>
                <a:gd name="connsiteX19" fmla="*/ 3937203 w 4673045"/>
                <a:gd name="connsiteY19" fmla="*/ 802929 h 937337"/>
                <a:gd name="connsiteX20" fmla="*/ 3750012 w 4673045"/>
                <a:gd name="connsiteY20" fmla="*/ 636386 h 937337"/>
                <a:gd name="connsiteX21" fmla="*/ 4244525 w 4673045"/>
                <a:gd name="connsiteY21" fmla="*/ 636386 h 937337"/>
                <a:gd name="connsiteX22" fmla="*/ 4248369 w 4673045"/>
                <a:gd name="connsiteY22" fmla="*/ 582153 h 937337"/>
                <a:gd name="connsiteX23" fmla="*/ 3925564 w 4673045"/>
                <a:gd name="connsiteY23" fmla="*/ 239993 h 937337"/>
                <a:gd name="connsiteX24" fmla="*/ 3598914 w 4673045"/>
                <a:gd name="connsiteY24" fmla="*/ 588558 h 937337"/>
                <a:gd name="connsiteX25" fmla="*/ 3173917 w 4673045"/>
                <a:gd name="connsiteY25" fmla="*/ 795242 h 937337"/>
                <a:gd name="connsiteX26" fmla="*/ 2981493 w 4673045"/>
                <a:gd name="connsiteY26" fmla="*/ 588665 h 937337"/>
                <a:gd name="connsiteX27" fmla="*/ 3173917 w 4673045"/>
                <a:gd name="connsiteY27" fmla="*/ 382088 h 937337"/>
                <a:gd name="connsiteX28" fmla="*/ 3366340 w 4673045"/>
                <a:gd name="connsiteY28" fmla="*/ 588665 h 937337"/>
                <a:gd name="connsiteX29" fmla="*/ 3173917 w 4673045"/>
                <a:gd name="connsiteY29" fmla="*/ 795242 h 937337"/>
                <a:gd name="connsiteX30" fmla="*/ 3366340 w 4673045"/>
                <a:gd name="connsiteY30" fmla="*/ 258248 h 937337"/>
                <a:gd name="connsiteX31" fmla="*/ 3366340 w 4673045"/>
                <a:gd name="connsiteY31" fmla="*/ 367996 h 937337"/>
                <a:gd name="connsiteX32" fmla="*/ 3144231 w 4673045"/>
                <a:gd name="connsiteY32" fmla="*/ 240206 h 937337"/>
                <a:gd name="connsiteX33" fmla="*/ 2829220 w 4673045"/>
                <a:gd name="connsiteY33" fmla="*/ 588772 h 937337"/>
                <a:gd name="connsiteX34" fmla="*/ 3144231 w 4673045"/>
                <a:gd name="connsiteY34" fmla="*/ 937338 h 937337"/>
                <a:gd name="connsiteX35" fmla="*/ 3366340 w 4673045"/>
                <a:gd name="connsiteY35" fmla="*/ 809548 h 937337"/>
                <a:gd name="connsiteX36" fmla="*/ 3366340 w 4673045"/>
                <a:gd name="connsiteY36" fmla="*/ 919295 h 937337"/>
                <a:gd name="connsiteX37" fmla="*/ 3513594 w 4673045"/>
                <a:gd name="connsiteY37" fmla="*/ 919295 h 937337"/>
                <a:gd name="connsiteX38" fmla="*/ 3513594 w 4673045"/>
                <a:gd name="connsiteY38" fmla="*/ 258355 h 937337"/>
                <a:gd name="connsiteX39" fmla="*/ 3366340 w 4673045"/>
                <a:gd name="connsiteY39" fmla="*/ 258355 h 937337"/>
                <a:gd name="connsiteX40" fmla="*/ 2188735 w 4673045"/>
                <a:gd name="connsiteY40" fmla="*/ 919189 h 937337"/>
                <a:gd name="connsiteX41" fmla="*/ 2335882 w 4673045"/>
                <a:gd name="connsiteY41" fmla="*/ 919189 h 937337"/>
                <a:gd name="connsiteX42" fmla="*/ 2335882 w 4673045"/>
                <a:gd name="connsiteY42" fmla="*/ 526746 h 937337"/>
                <a:gd name="connsiteX43" fmla="*/ 2472778 w 4673045"/>
                <a:gd name="connsiteY43" fmla="*/ 369277 h 937337"/>
                <a:gd name="connsiteX44" fmla="*/ 2601879 w 4673045"/>
                <a:gd name="connsiteY44" fmla="*/ 515109 h 937337"/>
                <a:gd name="connsiteX45" fmla="*/ 2601879 w 4673045"/>
                <a:gd name="connsiteY45" fmla="*/ 919189 h 937337"/>
                <a:gd name="connsiteX46" fmla="*/ 2749133 w 4673045"/>
                <a:gd name="connsiteY46" fmla="*/ 919189 h 937337"/>
                <a:gd name="connsiteX47" fmla="*/ 2749133 w 4673045"/>
                <a:gd name="connsiteY47" fmla="*/ 489273 h 937337"/>
                <a:gd name="connsiteX48" fmla="*/ 2533538 w 4673045"/>
                <a:gd name="connsiteY48" fmla="*/ 240100 h 937337"/>
                <a:gd name="connsiteX49" fmla="*/ 2335989 w 4673045"/>
                <a:gd name="connsiteY49" fmla="*/ 346004 h 937337"/>
                <a:gd name="connsiteX50" fmla="*/ 2335989 w 4673045"/>
                <a:gd name="connsiteY50" fmla="*/ 15480 h 937337"/>
                <a:gd name="connsiteX51" fmla="*/ 2188842 w 4673045"/>
                <a:gd name="connsiteY51" fmla="*/ 15480 h 937337"/>
                <a:gd name="connsiteX52" fmla="*/ 2188842 w 4673045"/>
                <a:gd name="connsiteY52" fmla="*/ 919189 h 937337"/>
                <a:gd name="connsiteX53" fmla="*/ 2090601 w 4673045"/>
                <a:gd name="connsiteY53" fmla="*/ 921751 h 937337"/>
                <a:gd name="connsiteX54" fmla="*/ 2090601 w 4673045"/>
                <a:gd name="connsiteY54" fmla="*/ 797805 h 937337"/>
                <a:gd name="connsiteX55" fmla="*/ 2035074 w 4673045"/>
                <a:gd name="connsiteY55" fmla="*/ 801648 h 937337"/>
                <a:gd name="connsiteX56" fmla="*/ 1929145 w 4673045"/>
                <a:gd name="connsiteY56" fmla="*/ 694463 h 937337"/>
                <a:gd name="connsiteX57" fmla="*/ 1929145 w 4673045"/>
                <a:gd name="connsiteY57" fmla="*/ 384650 h 937337"/>
                <a:gd name="connsiteX58" fmla="*/ 2090601 w 4673045"/>
                <a:gd name="connsiteY58" fmla="*/ 384650 h 937337"/>
                <a:gd name="connsiteX59" fmla="*/ 2090601 w 4673045"/>
                <a:gd name="connsiteY59" fmla="*/ 258142 h 937337"/>
                <a:gd name="connsiteX60" fmla="*/ 1929145 w 4673045"/>
                <a:gd name="connsiteY60" fmla="*/ 258142 h 937337"/>
                <a:gd name="connsiteX61" fmla="*/ 1929145 w 4673045"/>
                <a:gd name="connsiteY61" fmla="*/ 67044 h 937337"/>
                <a:gd name="connsiteX62" fmla="*/ 1781891 w 4673045"/>
                <a:gd name="connsiteY62" fmla="*/ 112203 h 937337"/>
                <a:gd name="connsiteX63" fmla="*/ 1781891 w 4673045"/>
                <a:gd name="connsiteY63" fmla="*/ 258035 h 937337"/>
                <a:gd name="connsiteX64" fmla="*/ 1654072 w 4673045"/>
                <a:gd name="connsiteY64" fmla="*/ 258035 h 937337"/>
                <a:gd name="connsiteX65" fmla="*/ 1654072 w 4673045"/>
                <a:gd name="connsiteY65" fmla="*/ 384543 h 937337"/>
                <a:gd name="connsiteX66" fmla="*/ 1781891 w 4673045"/>
                <a:gd name="connsiteY66" fmla="*/ 384543 h 937337"/>
                <a:gd name="connsiteX67" fmla="*/ 1781891 w 4673045"/>
                <a:gd name="connsiteY67" fmla="*/ 708555 h 937337"/>
                <a:gd name="connsiteX68" fmla="*/ 1994923 w 4673045"/>
                <a:gd name="connsiteY68" fmla="*/ 933174 h 937337"/>
                <a:gd name="connsiteX69" fmla="*/ 2090494 w 4673045"/>
                <a:gd name="connsiteY69" fmla="*/ 921537 h 937337"/>
                <a:gd name="connsiteX70" fmla="*/ 1293892 w 4673045"/>
                <a:gd name="connsiteY70" fmla="*/ 795242 h 937337"/>
                <a:gd name="connsiteX71" fmla="*/ 1101469 w 4673045"/>
                <a:gd name="connsiteY71" fmla="*/ 588665 h 937337"/>
                <a:gd name="connsiteX72" fmla="*/ 1293892 w 4673045"/>
                <a:gd name="connsiteY72" fmla="*/ 382088 h 937337"/>
                <a:gd name="connsiteX73" fmla="*/ 1486315 w 4673045"/>
                <a:gd name="connsiteY73" fmla="*/ 588665 h 937337"/>
                <a:gd name="connsiteX74" fmla="*/ 1293892 w 4673045"/>
                <a:gd name="connsiteY74" fmla="*/ 795242 h 937337"/>
                <a:gd name="connsiteX75" fmla="*/ 1293892 w 4673045"/>
                <a:gd name="connsiteY75" fmla="*/ 937231 h 937337"/>
                <a:gd name="connsiteX76" fmla="*/ 1638695 w 4673045"/>
                <a:gd name="connsiteY76" fmla="*/ 588665 h 937337"/>
                <a:gd name="connsiteX77" fmla="*/ 1293892 w 4673045"/>
                <a:gd name="connsiteY77" fmla="*/ 240100 h 937337"/>
                <a:gd name="connsiteX78" fmla="*/ 949089 w 4673045"/>
                <a:gd name="connsiteY78" fmla="*/ 588665 h 937337"/>
                <a:gd name="connsiteX79" fmla="*/ 1293892 w 4673045"/>
                <a:gd name="connsiteY79" fmla="*/ 937231 h 937337"/>
                <a:gd name="connsiteX80" fmla="*/ 454576 w 4673045"/>
                <a:gd name="connsiteY80" fmla="*/ 0 h 937337"/>
                <a:gd name="connsiteX81" fmla="*/ 0 w 4673045"/>
                <a:gd name="connsiteY81" fmla="*/ 468669 h 937337"/>
                <a:gd name="connsiteX82" fmla="*/ 435141 w 4673045"/>
                <a:gd name="connsiteY82" fmla="*/ 937338 h 937337"/>
                <a:gd name="connsiteX83" fmla="*/ 711496 w 4673045"/>
                <a:gd name="connsiteY83" fmla="*/ 803036 h 937337"/>
                <a:gd name="connsiteX84" fmla="*/ 711496 w 4673045"/>
                <a:gd name="connsiteY84" fmla="*/ 919189 h 937337"/>
                <a:gd name="connsiteX85" fmla="*/ 861313 w 4673045"/>
                <a:gd name="connsiteY85" fmla="*/ 919189 h 937337"/>
                <a:gd name="connsiteX86" fmla="*/ 861313 w 4673045"/>
                <a:gd name="connsiteY86" fmla="*/ 444114 h 937337"/>
                <a:gd name="connsiteX87" fmla="*/ 470060 w 4673045"/>
                <a:gd name="connsiteY87" fmla="*/ 444114 h 937337"/>
                <a:gd name="connsiteX88" fmla="*/ 470060 w 4673045"/>
                <a:gd name="connsiteY88" fmla="*/ 591334 h 937337"/>
                <a:gd name="connsiteX89" fmla="*/ 698576 w 4673045"/>
                <a:gd name="connsiteY89" fmla="*/ 591334 h 937337"/>
                <a:gd name="connsiteX90" fmla="*/ 454470 w 4673045"/>
                <a:gd name="connsiteY90" fmla="*/ 779869 h 937337"/>
                <a:gd name="connsiteX91" fmla="*/ 175552 w 4673045"/>
                <a:gd name="connsiteY91" fmla="*/ 468776 h 937337"/>
                <a:gd name="connsiteX92" fmla="*/ 454470 w 4673045"/>
                <a:gd name="connsiteY92" fmla="*/ 157682 h 937337"/>
                <a:gd name="connsiteX93" fmla="*/ 699857 w 4673045"/>
                <a:gd name="connsiteY93" fmla="*/ 298389 h 937337"/>
                <a:gd name="connsiteX94" fmla="*/ 839316 w 4673045"/>
                <a:gd name="connsiteY94" fmla="*/ 205403 h 937337"/>
                <a:gd name="connsiteX95" fmla="*/ 454470 w 4673045"/>
                <a:gd name="connsiteY95" fmla="*/ 107 h 937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673045" h="937337">
                  <a:moveTo>
                    <a:pt x="4330912" y="919189"/>
                  </a:moveTo>
                  <a:lnTo>
                    <a:pt x="4478060" y="919189"/>
                  </a:lnTo>
                  <a:lnTo>
                    <a:pt x="4478060" y="558986"/>
                  </a:lnTo>
                  <a:cubicBezTo>
                    <a:pt x="4478060" y="449239"/>
                    <a:pt x="4524510" y="398849"/>
                    <a:pt x="4640797" y="398849"/>
                  </a:cubicBezTo>
                  <a:lnTo>
                    <a:pt x="4673046" y="398849"/>
                  </a:lnTo>
                  <a:lnTo>
                    <a:pt x="4673046" y="246505"/>
                  </a:lnTo>
                  <a:lnTo>
                    <a:pt x="4658844" y="246505"/>
                  </a:lnTo>
                  <a:cubicBezTo>
                    <a:pt x="4561991" y="246505"/>
                    <a:pt x="4498776" y="300738"/>
                    <a:pt x="4478060" y="378138"/>
                  </a:cubicBezTo>
                  <a:lnTo>
                    <a:pt x="4478060" y="258035"/>
                  </a:lnTo>
                  <a:lnTo>
                    <a:pt x="4330912" y="258035"/>
                  </a:lnTo>
                  <a:lnTo>
                    <a:pt x="4330912" y="918975"/>
                  </a:lnTo>
                  <a:close/>
                  <a:moveTo>
                    <a:pt x="3753749" y="517671"/>
                  </a:moveTo>
                  <a:cubicBezTo>
                    <a:pt x="3774358" y="428635"/>
                    <a:pt x="3837681" y="374401"/>
                    <a:pt x="3925457" y="374401"/>
                  </a:cubicBezTo>
                  <a:cubicBezTo>
                    <a:pt x="4008107" y="374401"/>
                    <a:pt x="4075273" y="423510"/>
                    <a:pt x="4094601" y="517671"/>
                  </a:cubicBezTo>
                  <a:lnTo>
                    <a:pt x="3753749" y="517671"/>
                  </a:lnTo>
                  <a:close/>
                  <a:moveTo>
                    <a:pt x="3598807" y="588665"/>
                  </a:moveTo>
                  <a:cubicBezTo>
                    <a:pt x="3598807" y="790011"/>
                    <a:pt x="3742110" y="937231"/>
                    <a:pt x="3937096" y="937231"/>
                  </a:cubicBezTo>
                  <a:cubicBezTo>
                    <a:pt x="4057227" y="937231"/>
                    <a:pt x="4170844" y="877873"/>
                    <a:pt x="4225091" y="788730"/>
                  </a:cubicBezTo>
                  <a:lnTo>
                    <a:pt x="4124394" y="703537"/>
                  </a:lnTo>
                  <a:cubicBezTo>
                    <a:pt x="4086913" y="765564"/>
                    <a:pt x="4017183" y="802929"/>
                    <a:pt x="3937203" y="802929"/>
                  </a:cubicBezTo>
                  <a:cubicBezTo>
                    <a:pt x="3840350" y="802929"/>
                    <a:pt x="3768059" y="737059"/>
                    <a:pt x="3750012" y="636386"/>
                  </a:cubicBezTo>
                  <a:lnTo>
                    <a:pt x="4244525" y="636386"/>
                  </a:lnTo>
                  <a:cubicBezTo>
                    <a:pt x="4247088" y="619625"/>
                    <a:pt x="4248369" y="600195"/>
                    <a:pt x="4248369" y="582153"/>
                  </a:cubicBezTo>
                  <a:cubicBezTo>
                    <a:pt x="4248369" y="392337"/>
                    <a:pt x="4119268" y="239993"/>
                    <a:pt x="3925564" y="239993"/>
                  </a:cubicBezTo>
                  <a:cubicBezTo>
                    <a:pt x="3731859" y="239993"/>
                    <a:pt x="3598914" y="387212"/>
                    <a:pt x="3598914" y="588558"/>
                  </a:cubicBezTo>
                  <a:moveTo>
                    <a:pt x="3173917" y="795242"/>
                  </a:moveTo>
                  <a:cubicBezTo>
                    <a:pt x="3062862" y="795242"/>
                    <a:pt x="2981493" y="707487"/>
                    <a:pt x="2981493" y="588665"/>
                  </a:cubicBezTo>
                  <a:cubicBezTo>
                    <a:pt x="2981493" y="469843"/>
                    <a:pt x="3062862" y="382088"/>
                    <a:pt x="3173917" y="382088"/>
                  </a:cubicBezTo>
                  <a:cubicBezTo>
                    <a:pt x="3284971" y="382088"/>
                    <a:pt x="3366340" y="469843"/>
                    <a:pt x="3366340" y="588665"/>
                  </a:cubicBezTo>
                  <a:cubicBezTo>
                    <a:pt x="3366340" y="707487"/>
                    <a:pt x="3284971" y="795242"/>
                    <a:pt x="3173917" y="795242"/>
                  </a:cubicBezTo>
                  <a:moveTo>
                    <a:pt x="3366340" y="258248"/>
                  </a:moveTo>
                  <a:lnTo>
                    <a:pt x="3366340" y="367996"/>
                  </a:lnTo>
                  <a:cubicBezTo>
                    <a:pt x="3322452" y="284084"/>
                    <a:pt x="3246209" y="240206"/>
                    <a:pt x="3144231" y="240206"/>
                  </a:cubicBezTo>
                  <a:cubicBezTo>
                    <a:pt x="2971242" y="240206"/>
                    <a:pt x="2829220" y="386038"/>
                    <a:pt x="2829220" y="588772"/>
                  </a:cubicBezTo>
                  <a:cubicBezTo>
                    <a:pt x="2829220" y="791506"/>
                    <a:pt x="2971242" y="937338"/>
                    <a:pt x="3144231" y="937338"/>
                  </a:cubicBezTo>
                  <a:cubicBezTo>
                    <a:pt x="3246209" y="937338"/>
                    <a:pt x="3322452" y="893460"/>
                    <a:pt x="3366340" y="809548"/>
                  </a:cubicBezTo>
                  <a:lnTo>
                    <a:pt x="3366340" y="919295"/>
                  </a:lnTo>
                  <a:lnTo>
                    <a:pt x="3513594" y="919295"/>
                  </a:lnTo>
                  <a:lnTo>
                    <a:pt x="3513594" y="258355"/>
                  </a:lnTo>
                  <a:lnTo>
                    <a:pt x="3366340" y="258355"/>
                  </a:lnTo>
                  <a:close/>
                  <a:moveTo>
                    <a:pt x="2188735" y="919189"/>
                  </a:moveTo>
                  <a:lnTo>
                    <a:pt x="2335882" y="919189"/>
                  </a:lnTo>
                  <a:lnTo>
                    <a:pt x="2335882" y="526746"/>
                  </a:lnTo>
                  <a:cubicBezTo>
                    <a:pt x="2335882" y="424791"/>
                    <a:pt x="2390128" y="369277"/>
                    <a:pt x="2472778" y="369277"/>
                  </a:cubicBezTo>
                  <a:cubicBezTo>
                    <a:pt x="2555429" y="369277"/>
                    <a:pt x="2601879" y="424791"/>
                    <a:pt x="2601879" y="515109"/>
                  </a:cubicBezTo>
                  <a:lnTo>
                    <a:pt x="2601879" y="919189"/>
                  </a:lnTo>
                  <a:lnTo>
                    <a:pt x="2749133" y="919189"/>
                  </a:lnTo>
                  <a:lnTo>
                    <a:pt x="2749133" y="489273"/>
                  </a:lnTo>
                  <a:cubicBezTo>
                    <a:pt x="2749133" y="318887"/>
                    <a:pt x="2657407" y="240100"/>
                    <a:pt x="2533538" y="240100"/>
                  </a:cubicBezTo>
                  <a:cubicBezTo>
                    <a:pt x="2431560" y="240100"/>
                    <a:pt x="2364394" y="290489"/>
                    <a:pt x="2335989" y="346004"/>
                  </a:cubicBezTo>
                  <a:lnTo>
                    <a:pt x="2335989" y="15480"/>
                  </a:lnTo>
                  <a:lnTo>
                    <a:pt x="2188842" y="15480"/>
                  </a:lnTo>
                  <a:lnTo>
                    <a:pt x="2188842" y="919189"/>
                  </a:lnTo>
                  <a:close/>
                  <a:moveTo>
                    <a:pt x="2090601" y="921751"/>
                  </a:moveTo>
                  <a:lnTo>
                    <a:pt x="2090601" y="797805"/>
                  </a:lnTo>
                  <a:cubicBezTo>
                    <a:pt x="2073836" y="800367"/>
                    <a:pt x="2050558" y="801648"/>
                    <a:pt x="2035074" y="801648"/>
                  </a:cubicBezTo>
                  <a:cubicBezTo>
                    <a:pt x="1962782" y="801648"/>
                    <a:pt x="1929145" y="764176"/>
                    <a:pt x="1929145" y="694463"/>
                  </a:cubicBezTo>
                  <a:lnTo>
                    <a:pt x="1929145" y="384650"/>
                  </a:lnTo>
                  <a:lnTo>
                    <a:pt x="2090601" y="384650"/>
                  </a:lnTo>
                  <a:lnTo>
                    <a:pt x="2090601" y="258142"/>
                  </a:lnTo>
                  <a:lnTo>
                    <a:pt x="1929145" y="258142"/>
                  </a:lnTo>
                  <a:lnTo>
                    <a:pt x="1929145" y="67044"/>
                  </a:lnTo>
                  <a:lnTo>
                    <a:pt x="1781891" y="112203"/>
                  </a:lnTo>
                  <a:lnTo>
                    <a:pt x="1781891" y="258035"/>
                  </a:lnTo>
                  <a:lnTo>
                    <a:pt x="1654072" y="258035"/>
                  </a:lnTo>
                  <a:lnTo>
                    <a:pt x="1654072" y="384543"/>
                  </a:lnTo>
                  <a:lnTo>
                    <a:pt x="1781891" y="384543"/>
                  </a:lnTo>
                  <a:lnTo>
                    <a:pt x="1781891" y="708555"/>
                  </a:lnTo>
                  <a:cubicBezTo>
                    <a:pt x="1781891" y="851824"/>
                    <a:pt x="1860697" y="933174"/>
                    <a:pt x="1994923" y="933174"/>
                  </a:cubicBezTo>
                  <a:cubicBezTo>
                    <a:pt x="2032404" y="933174"/>
                    <a:pt x="2065934" y="929331"/>
                    <a:pt x="2090494" y="921537"/>
                  </a:cubicBezTo>
                  <a:moveTo>
                    <a:pt x="1293892" y="795242"/>
                  </a:moveTo>
                  <a:cubicBezTo>
                    <a:pt x="1182837" y="795242"/>
                    <a:pt x="1101469" y="707487"/>
                    <a:pt x="1101469" y="588665"/>
                  </a:cubicBezTo>
                  <a:cubicBezTo>
                    <a:pt x="1101469" y="469843"/>
                    <a:pt x="1182837" y="382088"/>
                    <a:pt x="1293892" y="382088"/>
                  </a:cubicBezTo>
                  <a:cubicBezTo>
                    <a:pt x="1404946" y="382088"/>
                    <a:pt x="1486315" y="469843"/>
                    <a:pt x="1486315" y="588665"/>
                  </a:cubicBezTo>
                  <a:cubicBezTo>
                    <a:pt x="1486315" y="707487"/>
                    <a:pt x="1404946" y="795242"/>
                    <a:pt x="1293892" y="795242"/>
                  </a:cubicBezTo>
                  <a:moveTo>
                    <a:pt x="1293892" y="937231"/>
                  </a:moveTo>
                  <a:cubicBezTo>
                    <a:pt x="1490160" y="937231"/>
                    <a:pt x="1638695" y="791399"/>
                    <a:pt x="1638695" y="588665"/>
                  </a:cubicBezTo>
                  <a:cubicBezTo>
                    <a:pt x="1638695" y="385931"/>
                    <a:pt x="1490160" y="240100"/>
                    <a:pt x="1293892" y="240100"/>
                  </a:cubicBezTo>
                  <a:cubicBezTo>
                    <a:pt x="1097625" y="240100"/>
                    <a:pt x="949089" y="385931"/>
                    <a:pt x="949089" y="588665"/>
                  </a:cubicBezTo>
                  <a:cubicBezTo>
                    <a:pt x="949089" y="791399"/>
                    <a:pt x="1097625" y="937231"/>
                    <a:pt x="1293892" y="937231"/>
                  </a:cubicBezTo>
                  <a:moveTo>
                    <a:pt x="454576" y="0"/>
                  </a:moveTo>
                  <a:cubicBezTo>
                    <a:pt x="194986" y="0"/>
                    <a:pt x="0" y="196222"/>
                    <a:pt x="0" y="468669"/>
                  </a:cubicBezTo>
                  <a:cubicBezTo>
                    <a:pt x="0" y="741116"/>
                    <a:pt x="194986" y="937338"/>
                    <a:pt x="435141" y="937338"/>
                  </a:cubicBezTo>
                  <a:cubicBezTo>
                    <a:pt x="546196" y="937338"/>
                    <a:pt x="650737" y="885667"/>
                    <a:pt x="711496" y="803036"/>
                  </a:cubicBezTo>
                  <a:lnTo>
                    <a:pt x="711496" y="919189"/>
                  </a:lnTo>
                  <a:lnTo>
                    <a:pt x="861313" y="919189"/>
                  </a:lnTo>
                  <a:lnTo>
                    <a:pt x="861313" y="444114"/>
                  </a:lnTo>
                  <a:lnTo>
                    <a:pt x="470060" y="444114"/>
                  </a:lnTo>
                  <a:lnTo>
                    <a:pt x="470060" y="591334"/>
                  </a:lnTo>
                  <a:lnTo>
                    <a:pt x="698576" y="591334"/>
                  </a:lnTo>
                  <a:cubicBezTo>
                    <a:pt x="676579" y="702363"/>
                    <a:pt x="578445" y="779869"/>
                    <a:pt x="454470" y="779869"/>
                  </a:cubicBezTo>
                  <a:cubicBezTo>
                    <a:pt x="291732" y="779869"/>
                    <a:pt x="175552" y="648236"/>
                    <a:pt x="175552" y="468776"/>
                  </a:cubicBezTo>
                  <a:cubicBezTo>
                    <a:pt x="175552" y="289315"/>
                    <a:pt x="291732" y="157682"/>
                    <a:pt x="454470" y="157682"/>
                  </a:cubicBezTo>
                  <a:cubicBezTo>
                    <a:pt x="570649" y="157682"/>
                    <a:pt x="654581" y="215759"/>
                    <a:pt x="699857" y="298389"/>
                  </a:cubicBezTo>
                  <a:lnTo>
                    <a:pt x="839316" y="205403"/>
                  </a:lnTo>
                  <a:cubicBezTo>
                    <a:pt x="770868" y="76332"/>
                    <a:pt x="626284" y="107"/>
                    <a:pt x="454470" y="107"/>
                  </a:cubicBezTo>
                </a:path>
              </a:pathLst>
            </a:custGeom>
            <a:solidFill>
              <a:srgbClr val="FFFFFF"/>
            </a:solidFill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40" name="Freihandform 39">
              <a:extLst>
                <a:ext uri="{FF2B5EF4-FFF2-40B4-BE49-F238E27FC236}">
                  <a16:creationId xmlns:a16="http://schemas.microsoft.com/office/drawing/2014/main" id="{1013CB3E-B322-6782-C533-3FC5C3FBF381}"/>
                </a:ext>
              </a:extLst>
            </p:cNvPr>
            <p:cNvSpPr/>
            <p:nvPr/>
          </p:nvSpPr>
          <p:spPr>
            <a:xfrm>
              <a:off x="1768255" y="-1865975"/>
              <a:ext cx="1032722" cy="182257"/>
            </a:xfrm>
            <a:custGeom>
              <a:avLst/>
              <a:gdLst>
                <a:gd name="connsiteX0" fmla="*/ 5023081 w 5362651"/>
                <a:gd name="connsiteY0" fmla="*/ 804316 h 946411"/>
                <a:gd name="connsiteX1" fmla="*/ 4830658 w 5362651"/>
                <a:gd name="connsiteY1" fmla="*/ 597740 h 946411"/>
                <a:gd name="connsiteX2" fmla="*/ 5023081 w 5362651"/>
                <a:gd name="connsiteY2" fmla="*/ 391162 h 946411"/>
                <a:gd name="connsiteX3" fmla="*/ 5215504 w 5362651"/>
                <a:gd name="connsiteY3" fmla="*/ 597740 h 946411"/>
                <a:gd name="connsiteX4" fmla="*/ 5023081 w 5362651"/>
                <a:gd name="connsiteY4" fmla="*/ 804316 h 946411"/>
                <a:gd name="connsiteX5" fmla="*/ 5215504 w 5362651"/>
                <a:gd name="connsiteY5" fmla="*/ 267323 h 946411"/>
                <a:gd name="connsiteX6" fmla="*/ 5215504 w 5362651"/>
                <a:gd name="connsiteY6" fmla="*/ 377070 h 946411"/>
                <a:gd name="connsiteX7" fmla="*/ 4993395 w 5362651"/>
                <a:gd name="connsiteY7" fmla="*/ 249280 h 946411"/>
                <a:gd name="connsiteX8" fmla="*/ 4678278 w 5362651"/>
                <a:gd name="connsiteY8" fmla="*/ 597846 h 946411"/>
                <a:gd name="connsiteX9" fmla="*/ 4993395 w 5362651"/>
                <a:gd name="connsiteY9" fmla="*/ 946412 h 946411"/>
                <a:gd name="connsiteX10" fmla="*/ 5215504 w 5362651"/>
                <a:gd name="connsiteY10" fmla="*/ 818622 h 946411"/>
                <a:gd name="connsiteX11" fmla="*/ 5215504 w 5362651"/>
                <a:gd name="connsiteY11" fmla="*/ 928370 h 946411"/>
                <a:gd name="connsiteX12" fmla="*/ 5362651 w 5362651"/>
                <a:gd name="connsiteY12" fmla="*/ 928370 h 946411"/>
                <a:gd name="connsiteX13" fmla="*/ 5362651 w 5362651"/>
                <a:gd name="connsiteY13" fmla="*/ 267429 h 946411"/>
                <a:gd name="connsiteX14" fmla="*/ 5215504 w 5362651"/>
                <a:gd name="connsiteY14" fmla="*/ 267429 h 946411"/>
                <a:gd name="connsiteX15" fmla="*/ 4611218 w 5362651"/>
                <a:gd name="connsiteY15" fmla="*/ 91705 h 946411"/>
                <a:gd name="connsiteX16" fmla="*/ 4519492 w 5362651"/>
                <a:gd name="connsiteY16" fmla="*/ 183411 h 946411"/>
                <a:gd name="connsiteX17" fmla="*/ 4427765 w 5362651"/>
                <a:gd name="connsiteY17" fmla="*/ 91705 h 946411"/>
                <a:gd name="connsiteX18" fmla="*/ 4519492 w 5362651"/>
                <a:gd name="connsiteY18" fmla="*/ 0 h 946411"/>
                <a:gd name="connsiteX19" fmla="*/ 4611218 w 5362651"/>
                <a:gd name="connsiteY19" fmla="*/ 91705 h 946411"/>
                <a:gd name="connsiteX20" fmla="*/ 4445918 w 5362651"/>
                <a:gd name="connsiteY20" fmla="*/ 928263 h 946411"/>
                <a:gd name="connsiteX21" fmla="*/ 4593172 w 5362651"/>
                <a:gd name="connsiteY21" fmla="*/ 928263 h 946411"/>
                <a:gd name="connsiteX22" fmla="*/ 4593172 w 5362651"/>
                <a:gd name="connsiteY22" fmla="*/ 267323 h 946411"/>
                <a:gd name="connsiteX23" fmla="*/ 4445918 w 5362651"/>
                <a:gd name="connsiteY23" fmla="*/ 267323 h 946411"/>
                <a:gd name="connsiteX24" fmla="*/ 4445918 w 5362651"/>
                <a:gd name="connsiteY24" fmla="*/ 928263 h 946411"/>
                <a:gd name="connsiteX25" fmla="*/ 3777028 w 5362651"/>
                <a:gd name="connsiteY25" fmla="*/ 928263 h 946411"/>
                <a:gd name="connsiteX26" fmla="*/ 3924176 w 5362651"/>
                <a:gd name="connsiteY26" fmla="*/ 928263 h 946411"/>
                <a:gd name="connsiteX27" fmla="*/ 3924176 w 5362651"/>
                <a:gd name="connsiteY27" fmla="*/ 535820 h 946411"/>
                <a:gd name="connsiteX28" fmla="*/ 4061071 w 5362651"/>
                <a:gd name="connsiteY28" fmla="*/ 378351 h 946411"/>
                <a:gd name="connsiteX29" fmla="*/ 4190172 w 5362651"/>
                <a:gd name="connsiteY29" fmla="*/ 524183 h 946411"/>
                <a:gd name="connsiteX30" fmla="*/ 4190172 w 5362651"/>
                <a:gd name="connsiteY30" fmla="*/ 928263 h 946411"/>
                <a:gd name="connsiteX31" fmla="*/ 4337426 w 5362651"/>
                <a:gd name="connsiteY31" fmla="*/ 928263 h 946411"/>
                <a:gd name="connsiteX32" fmla="*/ 4337426 w 5362651"/>
                <a:gd name="connsiteY32" fmla="*/ 498348 h 946411"/>
                <a:gd name="connsiteX33" fmla="*/ 4121831 w 5362651"/>
                <a:gd name="connsiteY33" fmla="*/ 249174 h 946411"/>
                <a:gd name="connsiteX34" fmla="*/ 3924282 w 5362651"/>
                <a:gd name="connsiteY34" fmla="*/ 355078 h 946411"/>
                <a:gd name="connsiteX35" fmla="*/ 3924282 w 5362651"/>
                <a:gd name="connsiteY35" fmla="*/ 267323 h 946411"/>
                <a:gd name="connsiteX36" fmla="*/ 3777135 w 5362651"/>
                <a:gd name="connsiteY36" fmla="*/ 267323 h 946411"/>
                <a:gd name="connsiteX37" fmla="*/ 3777135 w 5362651"/>
                <a:gd name="connsiteY37" fmla="*/ 928263 h 946411"/>
                <a:gd name="connsiteX38" fmla="*/ 3199865 w 5362651"/>
                <a:gd name="connsiteY38" fmla="*/ 526745 h 946411"/>
                <a:gd name="connsiteX39" fmla="*/ 3371573 w 5362651"/>
                <a:gd name="connsiteY39" fmla="*/ 383476 h 946411"/>
                <a:gd name="connsiteX40" fmla="*/ 3540717 w 5362651"/>
                <a:gd name="connsiteY40" fmla="*/ 526745 h 946411"/>
                <a:gd name="connsiteX41" fmla="*/ 3199865 w 5362651"/>
                <a:gd name="connsiteY41" fmla="*/ 526745 h 946411"/>
                <a:gd name="connsiteX42" fmla="*/ 3044923 w 5362651"/>
                <a:gd name="connsiteY42" fmla="*/ 597740 h 946411"/>
                <a:gd name="connsiteX43" fmla="*/ 3383212 w 5362651"/>
                <a:gd name="connsiteY43" fmla="*/ 946305 h 946411"/>
                <a:gd name="connsiteX44" fmla="*/ 3671206 w 5362651"/>
                <a:gd name="connsiteY44" fmla="*/ 797804 h 946411"/>
                <a:gd name="connsiteX45" fmla="*/ 3570509 w 5362651"/>
                <a:gd name="connsiteY45" fmla="*/ 712611 h 946411"/>
                <a:gd name="connsiteX46" fmla="*/ 3383318 w 5362651"/>
                <a:gd name="connsiteY46" fmla="*/ 812003 h 946411"/>
                <a:gd name="connsiteX47" fmla="*/ 3196127 w 5362651"/>
                <a:gd name="connsiteY47" fmla="*/ 645460 h 946411"/>
                <a:gd name="connsiteX48" fmla="*/ 3690640 w 5362651"/>
                <a:gd name="connsiteY48" fmla="*/ 645460 h 946411"/>
                <a:gd name="connsiteX49" fmla="*/ 3694485 w 5362651"/>
                <a:gd name="connsiteY49" fmla="*/ 591227 h 946411"/>
                <a:gd name="connsiteX50" fmla="*/ 3371679 w 5362651"/>
                <a:gd name="connsiteY50" fmla="*/ 249174 h 946411"/>
                <a:gd name="connsiteX51" fmla="*/ 3044923 w 5362651"/>
                <a:gd name="connsiteY51" fmla="*/ 597740 h 946411"/>
                <a:gd name="connsiteX52" fmla="*/ 2032511 w 5362651"/>
                <a:gd name="connsiteY52" fmla="*/ 928263 h 946411"/>
                <a:gd name="connsiteX53" fmla="*/ 2179765 w 5362651"/>
                <a:gd name="connsiteY53" fmla="*/ 928263 h 946411"/>
                <a:gd name="connsiteX54" fmla="*/ 2179765 w 5362651"/>
                <a:gd name="connsiteY54" fmla="*/ 535820 h 946411"/>
                <a:gd name="connsiteX55" fmla="*/ 2306304 w 5362651"/>
                <a:gd name="connsiteY55" fmla="*/ 378351 h 946411"/>
                <a:gd name="connsiteX56" fmla="*/ 2425153 w 5362651"/>
                <a:gd name="connsiteY56" fmla="*/ 524183 h 946411"/>
                <a:gd name="connsiteX57" fmla="*/ 2425153 w 5362651"/>
                <a:gd name="connsiteY57" fmla="*/ 928263 h 946411"/>
                <a:gd name="connsiteX58" fmla="*/ 2572300 w 5362651"/>
                <a:gd name="connsiteY58" fmla="*/ 928263 h 946411"/>
                <a:gd name="connsiteX59" fmla="*/ 2572300 w 5362651"/>
                <a:gd name="connsiteY59" fmla="*/ 521621 h 946411"/>
                <a:gd name="connsiteX60" fmla="*/ 2698839 w 5362651"/>
                <a:gd name="connsiteY60" fmla="*/ 378351 h 946411"/>
                <a:gd name="connsiteX61" fmla="*/ 2817688 w 5362651"/>
                <a:gd name="connsiteY61" fmla="*/ 524183 h 946411"/>
                <a:gd name="connsiteX62" fmla="*/ 2817688 w 5362651"/>
                <a:gd name="connsiteY62" fmla="*/ 928263 h 946411"/>
                <a:gd name="connsiteX63" fmla="*/ 2964942 w 5362651"/>
                <a:gd name="connsiteY63" fmla="*/ 928263 h 946411"/>
                <a:gd name="connsiteX64" fmla="*/ 2964942 w 5362651"/>
                <a:gd name="connsiteY64" fmla="*/ 498348 h 946411"/>
                <a:gd name="connsiteX65" fmla="*/ 2746677 w 5362651"/>
                <a:gd name="connsiteY65" fmla="*/ 249174 h 946411"/>
                <a:gd name="connsiteX66" fmla="*/ 2547847 w 5362651"/>
                <a:gd name="connsiteY66" fmla="*/ 362764 h 946411"/>
                <a:gd name="connsiteX67" fmla="*/ 2367063 w 5362651"/>
                <a:gd name="connsiteY67" fmla="*/ 249174 h 946411"/>
                <a:gd name="connsiteX68" fmla="*/ 2179872 w 5362651"/>
                <a:gd name="connsiteY68" fmla="*/ 355078 h 946411"/>
                <a:gd name="connsiteX69" fmla="*/ 2179872 w 5362651"/>
                <a:gd name="connsiteY69" fmla="*/ 267323 h 946411"/>
                <a:gd name="connsiteX70" fmla="*/ 2032618 w 5362651"/>
                <a:gd name="connsiteY70" fmla="*/ 267323 h 946411"/>
                <a:gd name="connsiteX71" fmla="*/ 2032618 w 5362651"/>
                <a:gd name="connsiteY71" fmla="*/ 928263 h 946411"/>
                <a:gd name="connsiteX72" fmla="*/ 1612854 w 5362651"/>
                <a:gd name="connsiteY72" fmla="*/ 928263 h 946411"/>
                <a:gd name="connsiteX73" fmla="*/ 1760107 w 5362651"/>
                <a:gd name="connsiteY73" fmla="*/ 928263 h 946411"/>
                <a:gd name="connsiteX74" fmla="*/ 1760107 w 5362651"/>
                <a:gd name="connsiteY74" fmla="*/ 568061 h 946411"/>
                <a:gd name="connsiteX75" fmla="*/ 1922845 w 5362651"/>
                <a:gd name="connsiteY75" fmla="*/ 408030 h 946411"/>
                <a:gd name="connsiteX76" fmla="*/ 1955093 w 5362651"/>
                <a:gd name="connsiteY76" fmla="*/ 408030 h 946411"/>
                <a:gd name="connsiteX77" fmla="*/ 1955093 w 5362651"/>
                <a:gd name="connsiteY77" fmla="*/ 255686 h 946411"/>
                <a:gd name="connsiteX78" fmla="*/ 1940891 w 5362651"/>
                <a:gd name="connsiteY78" fmla="*/ 255686 h 946411"/>
                <a:gd name="connsiteX79" fmla="*/ 1760107 w 5362651"/>
                <a:gd name="connsiteY79" fmla="*/ 387426 h 946411"/>
                <a:gd name="connsiteX80" fmla="*/ 1760107 w 5362651"/>
                <a:gd name="connsiteY80" fmla="*/ 267323 h 946411"/>
                <a:gd name="connsiteX81" fmla="*/ 1612854 w 5362651"/>
                <a:gd name="connsiteY81" fmla="*/ 267323 h 946411"/>
                <a:gd name="connsiteX82" fmla="*/ 1612854 w 5362651"/>
                <a:gd name="connsiteY82" fmla="*/ 928263 h 946411"/>
                <a:gd name="connsiteX83" fmla="*/ 1159666 w 5362651"/>
                <a:gd name="connsiteY83" fmla="*/ 804316 h 946411"/>
                <a:gd name="connsiteX84" fmla="*/ 967242 w 5362651"/>
                <a:gd name="connsiteY84" fmla="*/ 597740 h 946411"/>
                <a:gd name="connsiteX85" fmla="*/ 1159666 w 5362651"/>
                <a:gd name="connsiteY85" fmla="*/ 391162 h 946411"/>
                <a:gd name="connsiteX86" fmla="*/ 1352089 w 5362651"/>
                <a:gd name="connsiteY86" fmla="*/ 597740 h 946411"/>
                <a:gd name="connsiteX87" fmla="*/ 1159666 w 5362651"/>
                <a:gd name="connsiteY87" fmla="*/ 804316 h 946411"/>
                <a:gd name="connsiteX88" fmla="*/ 1351982 w 5362651"/>
                <a:gd name="connsiteY88" fmla="*/ 267323 h 946411"/>
                <a:gd name="connsiteX89" fmla="*/ 1351982 w 5362651"/>
                <a:gd name="connsiteY89" fmla="*/ 377070 h 946411"/>
                <a:gd name="connsiteX90" fmla="*/ 1129873 w 5362651"/>
                <a:gd name="connsiteY90" fmla="*/ 249280 h 946411"/>
                <a:gd name="connsiteX91" fmla="*/ 814756 w 5362651"/>
                <a:gd name="connsiteY91" fmla="*/ 597846 h 946411"/>
                <a:gd name="connsiteX92" fmla="*/ 1129873 w 5362651"/>
                <a:gd name="connsiteY92" fmla="*/ 946412 h 946411"/>
                <a:gd name="connsiteX93" fmla="*/ 1351982 w 5362651"/>
                <a:gd name="connsiteY93" fmla="*/ 818622 h 946411"/>
                <a:gd name="connsiteX94" fmla="*/ 1351982 w 5362651"/>
                <a:gd name="connsiteY94" fmla="*/ 928370 h 946411"/>
                <a:gd name="connsiteX95" fmla="*/ 1499129 w 5362651"/>
                <a:gd name="connsiteY95" fmla="*/ 928370 h 946411"/>
                <a:gd name="connsiteX96" fmla="*/ 1499129 w 5362651"/>
                <a:gd name="connsiteY96" fmla="*/ 267429 h 946411"/>
                <a:gd name="connsiteX97" fmla="*/ 1351982 w 5362651"/>
                <a:gd name="connsiteY97" fmla="*/ 267429 h 946411"/>
                <a:gd name="connsiteX98" fmla="*/ 418376 w 5362651"/>
                <a:gd name="connsiteY98" fmla="*/ 386038 h 946411"/>
                <a:gd name="connsiteX99" fmla="*/ 167863 w 5362651"/>
                <a:gd name="connsiteY99" fmla="*/ 386038 h 946411"/>
                <a:gd name="connsiteX100" fmla="*/ 167863 w 5362651"/>
                <a:gd name="connsiteY100" fmla="*/ 176898 h 946411"/>
                <a:gd name="connsiteX101" fmla="*/ 418376 w 5362651"/>
                <a:gd name="connsiteY101" fmla="*/ 176898 h 946411"/>
                <a:gd name="connsiteX102" fmla="*/ 544915 w 5362651"/>
                <a:gd name="connsiteY102" fmla="*/ 281415 h 946411"/>
                <a:gd name="connsiteX103" fmla="*/ 418376 w 5362651"/>
                <a:gd name="connsiteY103" fmla="*/ 386038 h 946411"/>
                <a:gd name="connsiteX104" fmla="*/ 426172 w 5362651"/>
                <a:gd name="connsiteY104" fmla="*/ 775919 h 946411"/>
                <a:gd name="connsiteX105" fmla="*/ 167863 w 5362651"/>
                <a:gd name="connsiteY105" fmla="*/ 775919 h 946411"/>
                <a:gd name="connsiteX106" fmla="*/ 167863 w 5362651"/>
                <a:gd name="connsiteY106" fmla="*/ 538382 h 946411"/>
                <a:gd name="connsiteX107" fmla="*/ 426172 w 5362651"/>
                <a:gd name="connsiteY107" fmla="*/ 538382 h 946411"/>
                <a:gd name="connsiteX108" fmla="*/ 566912 w 5362651"/>
                <a:gd name="connsiteY108" fmla="*/ 657204 h 946411"/>
                <a:gd name="connsiteX109" fmla="*/ 426172 w 5362651"/>
                <a:gd name="connsiteY109" fmla="*/ 776026 h 946411"/>
                <a:gd name="connsiteX110" fmla="*/ 0 w 5362651"/>
                <a:gd name="connsiteY110" fmla="*/ 928263 h 946411"/>
                <a:gd name="connsiteX111" fmla="*/ 445500 w 5362651"/>
                <a:gd name="connsiteY111" fmla="*/ 928263 h 946411"/>
                <a:gd name="connsiteX112" fmla="*/ 742464 w 5362651"/>
                <a:gd name="connsiteY112" fmla="*/ 673965 h 946411"/>
                <a:gd name="connsiteX113" fmla="*/ 584959 w 5362651"/>
                <a:gd name="connsiteY113" fmla="*/ 458420 h 946411"/>
                <a:gd name="connsiteX114" fmla="*/ 720573 w 5362651"/>
                <a:gd name="connsiteY114" fmla="*/ 259636 h 946411"/>
                <a:gd name="connsiteX115" fmla="*/ 441656 w 5362651"/>
                <a:gd name="connsiteY115" fmla="*/ 24661 h 946411"/>
                <a:gd name="connsiteX116" fmla="*/ 0 w 5362651"/>
                <a:gd name="connsiteY116" fmla="*/ 24661 h 946411"/>
                <a:gd name="connsiteX117" fmla="*/ 0 w 5362651"/>
                <a:gd name="connsiteY117" fmla="*/ 928370 h 946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5362651" h="946411">
                  <a:moveTo>
                    <a:pt x="5023081" y="804316"/>
                  </a:moveTo>
                  <a:cubicBezTo>
                    <a:pt x="4912026" y="804316"/>
                    <a:pt x="4830658" y="716561"/>
                    <a:pt x="4830658" y="597740"/>
                  </a:cubicBezTo>
                  <a:cubicBezTo>
                    <a:pt x="4830658" y="478918"/>
                    <a:pt x="4912026" y="391162"/>
                    <a:pt x="5023081" y="391162"/>
                  </a:cubicBezTo>
                  <a:cubicBezTo>
                    <a:pt x="5134136" y="391162"/>
                    <a:pt x="5215504" y="478918"/>
                    <a:pt x="5215504" y="597740"/>
                  </a:cubicBezTo>
                  <a:cubicBezTo>
                    <a:pt x="5215504" y="716561"/>
                    <a:pt x="5134136" y="804316"/>
                    <a:pt x="5023081" y="804316"/>
                  </a:cubicBezTo>
                  <a:moveTo>
                    <a:pt x="5215504" y="267323"/>
                  </a:moveTo>
                  <a:lnTo>
                    <a:pt x="5215504" y="377070"/>
                  </a:lnTo>
                  <a:cubicBezTo>
                    <a:pt x="5171616" y="293158"/>
                    <a:pt x="5095373" y="249280"/>
                    <a:pt x="4993395" y="249280"/>
                  </a:cubicBezTo>
                  <a:cubicBezTo>
                    <a:pt x="4820407" y="249280"/>
                    <a:pt x="4678278" y="395112"/>
                    <a:pt x="4678278" y="597846"/>
                  </a:cubicBezTo>
                  <a:cubicBezTo>
                    <a:pt x="4678278" y="800580"/>
                    <a:pt x="4820300" y="946412"/>
                    <a:pt x="4993395" y="946412"/>
                  </a:cubicBezTo>
                  <a:cubicBezTo>
                    <a:pt x="5095373" y="946412"/>
                    <a:pt x="5171616" y="902534"/>
                    <a:pt x="5215504" y="818622"/>
                  </a:cubicBezTo>
                  <a:lnTo>
                    <a:pt x="5215504" y="928370"/>
                  </a:lnTo>
                  <a:lnTo>
                    <a:pt x="5362651" y="928370"/>
                  </a:lnTo>
                  <a:lnTo>
                    <a:pt x="5362651" y="267429"/>
                  </a:lnTo>
                  <a:lnTo>
                    <a:pt x="5215504" y="267429"/>
                  </a:lnTo>
                  <a:close/>
                  <a:moveTo>
                    <a:pt x="4611218" y="91705"/>
                  </a:moveTo>
                  <a:cubicBezTo>
                    <a:pt x="4611218" y="142095"/>
                    <a:pt x="4569893" y="183411"/>
                    <a:pt x="4519492" y="183411"/>
                  </a:cubicBezTo>
                  <a:cubicBezTo>
                    <a:pt x="4469090" y="183411"/>
                    <a:pt x="4427765" y="142095"/>
                    <a:pt x="4427765" y="91705"/>
                  </a:cubicBezTo>
                  <a:cubicBezTo>
                    <a:pt x="4427765" y="41315"/>
                    <a:pt x="4469090" y="0"/>
                    <a:pt x="4519492" y="0"/>
                  </a:cubicBezTo>
                  <a:cubicBezTo>
                    <a:pt x="4569893" y="0"/>
                    <a:pt x="4611218" y="41315"/>
                    <a:pt x="4611218" y="91705"/>
                  </a:cubicBezTo>
                  <a:moveTo>
                    <a:pt x="4445918" y="928263"/>
                  </a:moveTo>
                  <a:lnTo>
                    <a:pt x="4593172" y="928263"/>
                  </a:lnTo>
                  <a:lnTo>
                    <a:pt x="4593172" y="267323"/>
                  </a:lnTo>
                  <a:lnTo>
                    <a:pt x="4445918" y="267323"/>
                  </a:lnTo>
                  <a:lnTo>
                    <a:pt x="4445918" y="928263"/>
                  </a:lnTo>
                  <a:close/>
                  <a:moveTo>
                    <a:pt x="3777028" y="928263"/>
                  </a:moveTo>
                  <a:lnTo>
                    <a:pt x="3924176" y="928263"/>
                  </a:lnTo>
                  <a:lnTo>
                    <a:pt x="3924176" y="535820"/>
                  </a:lnTo>
                  <a:cubicBezTo>
                    <a:pt x="3924176" y="433866"/>
                    <a:pt x="3978421" y="378351"/>
                    <a:pt x="4061071" y="378351"/>
                  </a:cubicBezTo>
                  <a:cubicBezTo>
                    <a:pt x="4143722" y="378351"/>
                    <a:pt x="4190172" y="433866"/>
                    <a:pt x="4190172" y="524183"/>
                  </a:cubicBezTo>
                  <a:lnTo>
                    <a:pt x="4190172" y="928263"/>
                  </a:lnTo>
                  <a:lnTo>
                    <a:pt x="4337426" y="928263"/>
                  </a:lnTo>
                  <a:lnTo>
                    <a:pt x="4337426" y="498348"/>
                  </a:lnTo>
                  <a:cubicBezTo>
                    <a:pt x="4337426" y="327961"/>
                    <a:pt x="4245700" y="249174"/>
                    <a:pt x="4121831" y="249174"/>
                  </a:cubicBezTo>
                  <a:cubicBezTo>
                    <a:pt x="4019853" y="249174"/>
                    <a:pt x="3952686" y="299563"/>
                    <a:pt x="3924282" y="355078"/>
                  </a:cubicBezTo>
                  <a:lnTo>
                    <a:pt x="3924282" y="267323"/>
                  </a:lnTo>
                  <a:lnTo>
                    <a:pt x="3777135" y="267323"/>
                  </a:lnTo>
                  <a:lnTo>
                    <a:pt x="3777135" y="928263"/>
                  </a:lnTo>
                  <a:close/>
                  <a:moveTo>
                    <a:pt x="3199865" y="526745"/>
                  </a:moveTo>
                  <a:cubicBezTo>
                    <a:pt x="3220474" y="437709"/>
                    <a:pt x="3283796" y="383476"/>
                    <a:pt x="3371573" y="383476"/>
                  </a:cubicBezTo>
                  <a:cubicBezTo>
                    <a:pt x="3454223" y="383476"/>
                    <a:pt x="3521389" y="432584"/>
                    <a:pt x="3540717" y="526745"/>
                  </a:cubicBezTo>
                  <a:lnTo>
                    <a:pt x="3199865" y="526745"/>
                  </a:lnTo>
                  <a:close/>
                  <a:moveTo>
                    <a:pt x="3044923" y="597740"/>
                  </a:moveTo>
                  <a:cubicBezTo>
                    <a:pt x="3044923" y="799085"/>
                    <a:pt x="3188225" y="946305"/>
                    <a:pt x="3383212" y="946305"/>
                  </a:cubicBezTo>
                  <a:cubicBezTo>
                    <a:pt x="3503343" y="946305"/>
                    <a:pt x="3616960" y="886948"/>
                    <a:pt x="3671206" y="797804"/>
                  </a:cubicBezTo>
                  <a:lnTo>
                    <a:pt x="3570509" y="712611"/>
                  </a:lnTo>
                  <a:cubicBezTo>
                    <a:pt x="3533029" y="774531"/>
                    <a:pt x="3463299" y="812003"/>
                    <a:pt x="3383318" y="812003"/>
                  </a:cubicBezTo>
                  <a:cubicBezTo>
                    <a:pt x="3286466" y="812003"/>
                    <a:pt x="3214174" y="746133"/>
                    <a:pt x="3196127" y="645460"/>
                  </a:cubicBezTo>
                  <a:lnTo>
                    <a:pt x="3690640" y="645460"/>
                  </a:lnTo>
                  <a:cubicBezTo>
                    <a:pt x="3693203" y="628699"/>
                    <a:pt x="3694485" y="609269"/>
                    <a:pt x="3694485" y="591227"/>
                  </a:cubicBezTo>
                  <a:cubicBezTo>
                    <a:pt x="3694485" y="401411"/>
                    <a:pt x="3565384" y="249174"/>
                    <a:pt x="3371679" y="249174"/>
                  </a:cubicBezTo>
                  <a:cubicBezTo>
                    <a:pt x="3177975" y="249174"/>
                    <a:pt x="3044923" y="396286"/>
                    <a:pt x="3044923" y="597740"/>
                  </a:cubicBezTo>
                  <a:moveTo>
                    <a:pt x="2032511" y="928263"/>
                  </a:moveTo>
                  <a:lnTo>
                    <a:pt x="2179765" y="928263"/>
                  </a:lnTo>
                  <a:lnTo>
                    <a:pt x="2179765" y="535820"/>
                  </a:lnTo>
                  <a:cubicBezTo>
                    <a:pt x="2179765" y="433866"/>
                    <a:pt x="2230167" y="378351"/>
                    <a:pt x="2306304" y="378351"/>
                  </a:cubicBezTo>
                  <a:cubicBezTo>
                    <a:pt x="2382440" y="378351"/>
                    <a:pt x="2425153" y="433866"/>
                    <a:pt x="2425153" y="524183"/>
                  </a:cubicBezTo>
                  <a:lnTo>
                    <a:pt x="2425153" y="928263"/>
                  </a:lnTo>
                  <a:lnTo>
                    <a:pt x="2572300" y="928263"/>
                  </a:lnTo>
                  <a:lnTo>
                    <a:pt x="2572300" y="521621"/>
                  </a:lnTo>
                  <a:cubicBezTo>
                    <a:pt x="2572300" y="433866"/>
                    <a:pt x="2622702" y="378351"/>
                    <a:pt x="2698839" y="378351"/>
                  </a:cubicBezTo>
                  <a:cubicBezTo>
                    <a:pt x="2774974" y="378351"/>
                    <a:pt x="2817688" y="433866"/>
                    <a:pt x="2817688" y="524183"/>
                  </a:cubicBezTo>
                  <a:lnTo>
                    <a:pt x="2817688" y="928263"/>
                  </a:lnTo>
                  <a:lnTo>
                    <a:pt x="2964942" y="928263"/>
                  </a:lnTo>
                  <a:lnTo>
                    <a:pt x="2964942" y="498348"/>
                  </a:lnTo>
                  <a:cubicBezTo>
                    <a:pt x="2964942" y="327961"/>
                    <a:pt x="2877166" y="249174"/>
                    <a:pt x="2746677" y="249174"/>
                  </a:cubicBezTo>
                  <a:cubicBezTo>
                    <a:pt x="2658901" y="249174"/>
                    <a:pt x="2590453" y="287927"/>
                    <a:pt x="2547847" y="362764"/>
                  </a:cubicBezTo>
                  <a:cubicBezTo>
                    <a:pt x="2513036" y="285258"/>
                    <a:pt x="2447151" y="249174"/>
                    <a:pt x="2367063" y="249174"/>
                  </a:cubicBezTo>
                  <a:cubicBezTo>
                    <a:pt x="2271492" y="249174"/>
                    <a:pt x="2208277" y="299563"/>
                    <a:pt x="2179872" y="355078"/>
                  </a:cubicBezTo>
                  <a:lnTo>
                    <a:pt x="2179872" y="267323"/>
                  </a:lnTo>
                  <a:lnTo>
                    <a:pt x="2032618" y="267323"/>
                  </a:lnTo>
                  <a:lnTo>
                    <a:pt x="2032618" y="928263"/>
                  </a:lnTo>
                  <a:close/>
                  <a:moveTo>
                    <a:pt x="1612854" y="928263"/>
                  </a:moveTo>
                  <a:lnTo>
                    <a:pt x="1760107" y="928263"/>
                  </a:lnTo>
                  <a:lnTo>
                    <a:pt x="1760107" y="568061"/>
                  </a:lnTo>
                  <a:cubicBezTo>
                    <a:pt x="1760107" y="458313"/>
                    <a:pt x="1806558" y="408030"/>
                    <a:pt x="1922845" y="408030"/>
                  </a:cubicBezTo>
                  <a:lnTo>
                    <a:pt x="1955093" y="408030"/>
                  </a:lnTo>
                  <a:lnTo>
                    <a:pt x="1955093" y="255686"/>
                  </a:lnTo>
                  <a:lnTo>
                    <a:pt x="1940891" y="255686"/>
                  </a:lnTo>
                  <a:cubicBezTo>
                    <a:pt x="1844039" y="255686"/>
                    <a:pt x="1780823" y="309919"/>
                    <a:pt x="1760107" y="387426"/>
                  </a:cubicBezTo>
                  <a:lnTo>
                    <a:pt x="1760107" y="267323"/>
                  </a:lnTo>
                  <a:lnTo>
                    <a:pt x="1612854" y="267323"/>
                  </a:lnTo>
                  <a:lnTo>
                    <a:pt x="1612854" y="928263"/>
                  </a:lnTo>
                  <a:close/>
                  <a:moveTo>
                    <a:pt x="1159666" y="804316"/>
                  </a:moveTo>
                  <a:cubicBezTo>
                    <a:pt x="1048611" y="804316"/>
                    <a:pt x="967242" y="716561"/>
                    <a:pt x="967242" y="597740"/>
                  </a:cubicBezTo>
                  <a:cubicBezTo>
                    <a:pt x="967242" y="478918"/>
                    <a:pt x="1048611" y="391162"/>
                    <a:pt x="1159666" y="391162"/>
                  </a:cubicBezTo>
                  <a:cubicBezTo>
                    <a:pt x="1270720" y="391162"/>
                    <a:pt x="1352089" y="478918"/>
                    <a:pt x="1352089" y="597740"/>
                  </a:cubicBezTo>
                  <a:cubicBezTo>
                    <a:pt x="1352089" y="716561"/>
                    <a:pt x="1270720" y="804316"/>
                    <a:pt x="1159666" y="804316"/>
                  </a:cubicBezTo>
                  <a:moveTo>
                    <a:pt x="1351982" y="267323"/>
                  </a:moveTo>
                  <a:lnTo>
                    <a:pt x="1351982" y="377070"/>
                  </a:lnTo>
                  <a:cubicBezTo>
                    <a:pt x="1308094" y="293158"/>
                    <a:pt x="1231851" y="249280"/>
                    <a:pt x="1129873" y="249280"/>
                  </a:cubicBezTo>
                  <a:cubicBezTo>
                    <a:pt x="956885" y="249280"/>
                    <a:pt x="814756" y="395112"/>
                    <a:pt x="814756" y="597846"/>
                  </a:cubicBezTo>
                  <a:cubicBezTo>
                    <a:pt x="814756" y="800580"/>
                    <a:pt x="956778" y="946412"/>
                    <a:pt x="1129873" y="946412"/>
                  </a:cubicBezTo>
                  <a:cubicBezTo>
                    <a:pt x="1231851" y="946412"/>
                    <a:pt x="1308094" y="902534"/>
                    <a:pt x="1351982" y="818622"/>
                  </a:cubicBezTo>
                  <a:lnTo>
                    <a:pt x="1351982" y="928370"/>
                  </a:lnTo>
                  <a:lnTo>
                    <a:pt x="1499129" y="928370"/>
                  </a:lnTo>
                  <a:lnTo>
                    <a:pt x="1499129" y="267429"/>
                  </a:lnTo>
                  <a:lnTo>
                    <a:pt x="1351982" y="267429"/>
                  </a:lnTo>
                  <a:close/>
                  <a:moveTo>
                    <a:pt x="418376" y="386038"/>
                  </a:moveTo>
                  <a:lnTo>
                    <a:pt x="167863" y="386038"/>
                  </a:lnTo>
                  <a:lnTo>
                    <a:pt x="167863" y="176898"/>
                  </a:lnTo>
                  <a:lnTo>
                    <a:pt x="418376" y="176898"/>
                  </a:lnTo>
                  <a:cubicBezTo>
                    <a:pt x="498464" y="176898"/>
                    <a:pt x="544915" y="215652"/>
                    <a:pt x="544915" y="281415"/>
                  </a:cubicBezTo>
                  <a:cubicBezTo>
                    <a:pt x="544915" y="347178"/>
                    <a:pt x="498464" y="386038"/>
                    <a:pt x="418376" y="386038"/>
                  </a:cubicBezTo>
                  <a:moveTo>
                    <a:pt x="426172" y="775919"/>
                  </a:moveTo>
                  <a:lnTo>
                    <a:pt x="167863" y="775919"/>
                  </a:lnTo>
                  <a:lnTo>
                    <a:pt x="167863" y="538382"/>
                  </a:lnTo>
                  <a:lnTo>
                    <a:pt x="426172" y="538382"/>
                  </a:lnTo>
                  <a:cubicBezTo>
                    <a:pt x="515229" y="538382"/>
                    <a:pt x="566912" y="582259"/>
                    <a:pt x="566912" y="657204"/>
                  </a:cubicBezTo>
                  <a:cubicBezTo>
                    <a:pt x="566912" y="732148"/>
                    <a:pt x="515229" y="776026"/>
                    <a:pt x="426172" y="776026"/>
                  </a:cubicBezTo>
                  <a:moveTo>
                    <a:pt x="0" y="928263"/>
                  </a:moveTo>
                  <a:lnTo>
                    <a:pt x="445500" y="928263"/>
                  </a:lnTo>
                  <a:cubicBezTo>
                    <a:pt x="632690" y="928263"/>
                    <a:pt x="742464" y="833995"/>
                    <a:pt x="742464" y="673965"/>
                  </a:cubicBezTo>
                  <a:cubicBezTo>
                    <a:pt x="742464" y="564217"/>
                    <a:pt x="681811" y="490661"/>
                    <a:pt x="584959" y="458420"/>
                  </a:cubicBezTo>
                  <a:cubicBezTo>
                    <a:pt x="668890" y="426179"/>
                    <a:pt x="720573" y="351235"/>
                    <a:pt x="720573" y="259636"/>
                  </a:cubicBezTo>
                  <a:cubicBezTo>
                    <a:pt x="720573" y="112416"/>
                    <a:pt x="617314" y="24661"/>
                    <a:pt x="441656" y="24661"/>
                  </a:cubicBezTo>
                  <a:lnTo>
                    <a:pt x="0" y="24661"/>
                  </a:lnTo>
                  <a:lnTo>
                    <a:pt x="0" y="928370"/>
                  </a:lnTo>
                  <a:close/>
                </a:path>
              </a:pathLst>
            </a:custGeom>
            <a:solidFill>
              <a:srgbClr val="FFFFFF"/>
            </a:solidFill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A0D444-6D85-9508-DE74-169B7BA1C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7039522"/>
            <a:ext cx="1068585" cy="1064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1A1442-6B65-D347-BEC6-9A078B1ADF2A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0EACB4-16E5-000F-D65D-9F711C9A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923652"/>
            <a:ext cx="2806997" cy="106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2554213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5F9B894B-5EE5-5D3A-2FF6-DAB6226E0450}"/>
              </a:ext>
            </a:extLst>
          </p:cNvPr>
          <p:cNvGrpSpPr/>
          <p:nvPr userDrawn="1"/>
        </p:nvGrpSpPr>
        <p:grpSpPr>
          <a:xfrm>
            <a:off x="-1226571" y="-2349411"/>
            <a:ext cx="13064241" cy="5905934"/>
            <a:chOff x="-1226571" y="-2349411"/>
            <a:chExt cx="13064241" cy="5905934"/>
          </a:xfrm>
        </p:grpSpPr>
        <p:sp>
          <p:nvSpPr>
            <p:cNvPr id="69" name="Freihandform 68">
              <a:extLst>
                <a:ext uri="{FF2B5EF4-FFF2-40B4-BE49-F238E27FC236}">
                  <a16:creationId xmlns:a16="http://schemas.microsoft.com/office/drawing/2014/main" id="{33EF36B0-2C78-385E-6D69-2D44AC546674}"/>
                </a:ext>
              </a:extLst>
            </p:cNvPr>
            <p:cNvSpPr/>
            <p:nvPr/>
          </p:nvSpPr>
          <p:spPr>
            <a:xfrm rot="20098344">
              <a:off x="-802972" y="-2273925"/>
              <a:ext cx="12640642" cy="5830448"/>
            </a:xfrm>
            <a:custGeom>
              <a:avLst/>
              <a:gdLst>
                <a:gd name="connsiteX0" fmla="*/ 1592333 w 12640642"/>
                <a:gd name="connsiteY0" fmla="*/ 0 h 5830448"/>
                <a:gd name="connsiteX1" fmla="*/ 12640642 w 12640642"/>
                <a:gd name="connsiteY1" fmla="*/ 5158391 h 5830448"/>
                <a:gd name="connsiteX2" fmla="*/ 12326862 w 12640642"/>
                <a:gd name="connsiteY2" fmla="*/ 5830448 h 5830448"/>
                <a:gd name="connsiteX3" fmla="*/ 273048 w 12640642"/>
                <a:gd name="connsiteY3" fmla="*/ 5830448 h 5830448"/>
                <a:gd name="connsiteX4" fmla="*/ 0 w 12640642"/>
                <a:gd name="connsiteY4" fmla="*/ 5557400 h 5830448"/>
                <a:gd name="connsiteX5" fmla="*/ 0 w 12640642"/>
                <a:gd name="connsiteY5" fmla="*/ 3410479 h 5830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640642" h="5830448">
                  <a:moveTo>
                    <a:pt x="1592333" y="0"/>
                  </a:moveTo>
                  <a:lnTo>
                    <a:pt x="12640642" y="5158391"/>
                  </a:lnTo>
                  <a:lnTo>
                    <a:pt x="12326862" y="5830448"/>
                  </a:lnTo>
                  <a:lnTo>
                    <a:pt x="273048" y="5830448"/>
                  </a:lnTo>
                  <a:cubicBezTo>
                    <a:pt x="122247" y="5830448"/>
                    <a:pt x="0" y="5708200"/>
                    <a:pt x="0" y="5557400"/>
                  </a:cubicBezTo>
                  <a:lnTo>
                    <a:pt x="0" y="3410479"/>
                  </a:lnTo>
                  <a:close/>
                </a:path>
              </a:pathLst>
            </a:custGeom>
            <a:solidFill>
              <a:schemeClr val="accent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67" name="Freihandform 66">
              <a:extLst>
                <a:ext uri="{FF2B5EF4-FFF2-40B4-BE49-F238E27FC236}">
                  <a16:creationId xmlns:a16="http://schemas.microsoft.com/office/drawing/2014/main" id="{EACDFE75-D0E7-AA8D-0A74-5BC8A2822D11}"/>
                </a:ext>
              </a:extLst>
            </p:cNvPr>
            <p:cNvSpPr/>
            <p:nvPr userDrawn="1"/>
          </p:nvSpPr>
          <p:spPr>
            <a:xfrm rot="19858879">
              <a:off x="-1226571" y="-2349411"/>
              <a:ext cx="12402917" cy="5716529"/>
            </a:xfrm>
            <a:custGeom>
              <a:avLst/>
              <a:gdLst>
                <a:gd name="connsiteX0" fmla="*/ 2097953 w 12402917"/>
                <a:gd name="connsiteY0" fmla="*/ 0 h 5716529"/>
                <a:gd name="connsiteX1" fmla="*/ 12402917 w 12402917"/>
                <a:gd name="connsiteY1" fmla="*/ 5716529 h 5716529"/>
                <a:gd name="connsiteX2" fmla="*/ 273080 w 12402917"/>
                <a:gd name="connsiteY2" fmla="*/ 5716529 h 5716529"/>
                <a:gd name="connsiteX3" fmla="*/ 0 w 12402917"/>
                <a:gd name="connsiteY3" fmla="*/ 5443449 h 5716529"/>
                <a:gd name="connsiteX4" fmla="*/ 0 w 12402917"/>
                <a:gd name="connsiteY4" fmla="*/ 3781898 h 571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02917" h="5716529">
                  <a:moveTo>
                    <a:pt x="2097953" y="0"/>
                  </a:moveTo>
                  <a:lnTo>
                    <a:pt x="12402917" y="5716529"/>
                  </a:lnTo>
                  <a:lnTo>
                    <a:pt x="273080" y="5716529"/>
                  </a:lnTo>
                  <a:cubicBezTo>
                    <a:pt x="122262" y="5716529"/>
                    <a:pt x="0" y="5594267"/>
                    <a:pt x="0" y="5443449"/>
                  </a:cubicBezTo>
                  <a:lnTo>
                    <a:pt x="0" y="3781898"/>
                  </a:lnTo>
                  <a:close/>
                </a:path>
              </a:pathLst>
            </a:custGeom>
            <a:solidFill>
              <a:srgbClr val="FFFFFF"/>
            </a:solidFill>
            <a:ln w="63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9989847-DB47-4D6D-6A5F-A62898A8F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5" y="1394517"/>
            <a:ext cx="4181952" cy="1705444"/>
          </a:xfrm>
        </p:spPr>
        <p:txBody>
          <a:bodyPr anchor="b">
            <a:noAutofit/>
          </a:bodyPr>
          <a:lstStyle>
            <a:lvl1pPr algn="l">
              <a:defRPr sz="2800" b="0" i="0">
                <a:solidFill>
                  <a:schemeClr val="tx1"/>
                </a:solidFill>
                <a:latin typeface="BarmeniaGothaer Offc Medium" panose="020B0603020204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3E13AE5-87F8-ACE7-5BFF-2E2D86923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3313841"/>
            <a:ext cx="2806997" cy="12073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A0D444-6D85-9508-DE74-169B7BA1C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7077673"/>
            <a:ext cx="1068585" cy="1064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6A1491-707C-E649-8F76-493A7323E17D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0EACB4-16E5-000F-D65D-9F711C9A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961803"/>
            <a:ext cx="2806997" cy="106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29FD0B-A322-C8FE-0671-99A48298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7077673"/>
            <a:ext cx="976088" cy="1064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0382C128-E09C-7EA5-0459-CEC10BF410F6}"/>
              </a:ext>
            </a:extLst>
          </p:cNvPr>
          <p:cNvGrpSpPr/>
          <p:nvPr userDrawn="1"/>
        </p:nvGrpSpPr>
        <p:grpSpPr>
          <a:xfrm>
            <a:off x="479425" y="436603"/>
            <a:ext cx="1714242" cy="471447"/>
            <a:chOff x="1144935" y="-1876113"/>
            <a:chExt cx="1656042" cy="455441"/>
          </a:xfrm>
          <a:solidFill>
            <a:schemeClr val="tx1"/>
          </a:solidFill>
        </p:grpSpPr>
        <p:sp>
          <p:nvSpPr>
            <p:cNvPr id="38" name="Freihandform 37">
              <a:extLst>
                <a:ext uri="{FF2B5EF4-FFF2-40B4-BE49-F238E27FC236}">
                  <a16:creationId xmlns:a16="http://schemas.microsoft.com/office/drawing/2014/main" id="{19655D9B-6439-95E6-4D2E-4F34E655C265}"/>
                </a:ext>
              </a:extLst>
            </p:cNvPr>
            <p:cNvSpPr/>
            <p:nvPr/>
          </p:nvSpPr>
          <p:spPr>
            <a:xfrm>
              <a:off x="1144935" y="-1876113"/>
              <a:ext cx="457053" cy="455441"/>
            </a:xfrm>
            <a:custGeom>
              <a:avLst/>
              <a:gdLst>
                <a:gd name="connsiteX0" fmla="*/ 1077263 w 2373356"/>
                <a:gd name="connsiteY0" fmla="*/ 1296696 h 2364985"/>
                <a:gd name="connsiteX1" fmla="*/ 1072778 w 2373356"/>
                <a:gd name="connsiteY1" fmla="*/ 1293921 h 2364985"/>
                <a:gd name="connsiteX2" fmla="*/ 461444 w 2373356"/>
                <a:gd name="connsiteY2" fmla="*/ 1203710 h 2364985"/>
                <a:gd name="connsiteX3" fmla="*/ 191603 w 2373356"/>
                <a:gd name="connsiteY3" fmla="*/ 1301393 h 2364985"/>
                <a:gd name="connsiteX4" fmla="*/ 461444 w 2373356"/>
                <a:gd name="connsiteY4" fmla="*/ 1399077 h 2364985"/>
                <a:gd name="connsiteX5" fmla="*/ 984361 w 2373356"/>
                <a:gd name="connsiteY5" fmla="*/ 1334168 h 2364985"/>
                <a:gd name="connsiteX6" fmla="*/ 256741 w 2373356"/>
                <a:gd name="connsiteY6" fmla="*/ 1958704 h 2364985"/>
                <a:gd name="connsiteX7" fmla="*/ 19682 w 2373356"/>
                <a:gd name="connsiteY7" fmla="*/ 2344101 h 2364985"/>
                <a:gd name="connsiteX8" fmla="*/ 409227 w 2373356"/>
                <a:gd name="connsiteY8" fmla="*/ 2109554 h 2364985"/>
                <a:gd name="connsiteX9" fmla="*/ 1040422 w 2373356"/>
                <a:gd name="connsiteY9" fmla="*/ 1389683 h 2364985"/>
                <a:gd name="connsiteX10" fmla="*/ 975391 w 2373356"/>
                <a:gd name="connsiteY10" fmla="*/ 1912905 h 2364985"/>
                <a:gd name="connsiteX11" fmla="*/ 1073098 w 2373356"/>
                <a:gd name="connsiteY11" fmla="*/ 2182576 h 2364985"/>
                <a:gd name="connsiteX12" fmla="*/ 1170805 w 2373356"/>
                <a:gd name="connsiteY12" fmla="*/ 1912905 h 2364985"/>
                <a:gd name="connsiteX13" fmla="*/ 1080573 w 2373356"/>
                <a:gd name="connsiteY13" fmla="*/ 1301714 h 2364985"/>
                <a:gd name="connsiteX14" fmla="*/ 1077369 w 2373356"/>
                <a:gd name="connsiteY14" fmla="*/ 1296803 h 2364985"/>
                <a:gd name="connsiteX15" fmla="*/ 1051955 w 2373356"/>
                <a:gd name="connsiteY15" fmla="*/ 1052967 h 2364985"/>
                <a:gd name="connsiteX16" fmla="*/ 1064128 w 2373356"/>
                <a:gd name="connsiteY16" fmla="*/ 1040797 h 2364985"/>
                <a:gd name="connsiteX17" fmla="*/ 425992 w 2373356"/>
                <a:gd name="connsiteY17" fmla="*/ 255590 h 2364985"/>
                <a:gd name="connsiteX18" fmla="*/ 32176 w 2373356"/>
                <a:gd name="connsiteY18" fmla="*/ 21149 h 2364985"/>
                <a:gd name="connsiteX19" fmla="*/ 266565 w 2373356"/>
                <a:gd name="connsiteY19" fmla="*/ 414873 h 2364985"/>
                <a:gd name="connsiteX20" fmla="*/ 1051955 w 2373356"/>
                <a:gd name="connsiteY20" fmla="*/ 1052860 h 2364985"/>
                <a:gd name="connsiteX21" fmla="*/ 1194297 w 2373356"/>
                <a:gd name="connsiteY21" fmla="*/ 143173 h 2364985"/>
                <a:gd name="connsiteX22" fmla="*/ 1096697 w 2373356"/>
                <a:gd name="connsiteY22" fmla="*/ 408361 h 2364985"/>
                <a:gd name="connsiteX23" fmla="*/ 1186929 w 2373356"/>
                <a:gd name="connsiteY23" fmla="*/ 1009196 h 2364985"/>
                <a:gd name="connsiteX24" fmla="*/ 1201772 w 2373356"/>
                <a:gd name="connsiteY24" fmla="*/ 1009196 h 2364985"/>
                <a:gd name="connsiteX25" fmla="*/ 1292004 w 2373356"/>
                <a:gd name="connsiteY25" fmla="*/ 408361 h 2364985"/>
                <a:gd name="connsiteX26" fmla="*/ 1194297 w 2373356"/>
                <a:gd name="connsiteY26" fmla="*/ 143173 h 2364985"/>
                <a:gd name="connsiteX27" fmla="*/ 1331300 w 2373356"/>
                <a:gd name="connsiteY27" fmla="*/ 1312069 h 2364985"/>
                <a:gd name="connsiteX28" fmla="*/ 1319126 w 2373356"/>
                <a:gd name="connsiteY28" fmla="*/ 1324240 h 2364985"/>
                <a:gd name="connsiteX29" fmla="*/ 1957263 w 2373356"/>
                <a:gd name="connsiteY29" fmla="*/ 2109447 h 2364985"/>
                <a:gd name="connsiteX30" fmla="*/ 2351079 w 2373356"/>
                <a:gd name="connsiteY30" fmla="*/ 2343781 h 2364985"/>
                <a:gd name="connsiteX31" fmla="*/ 2116583 w 2373356"/>
                <a:gd name="connsiteY31" fmla="*/ 1950057 h 2364985"/>
                <a:gd name="connsiteX32" fmla="*/ 1331193 w 2373356"/>
                <a:gd name="connsiteY32" fmla="*/ 1312069 h 2364985"/>
                <a:gd name="connsiteX33" fmla="*/ 1958331 w 2373356"/>
                <a:gd name="connsiteY33" fmla="*/ 259219 h 2364985"/>
                <a:gd name="connsiteX34" fmla="*/ 1320194 w 2373356"/>
                <a:gd name="connsiteY34" fmla="*/ 1044427 h 2364985"/>
                <a:gd name="connsiteX35" fmla="*/ 1332368 w 2373356"/>
                <a:gd name="connsiteY35" fmla="*/ 1056597 h 2364985"/>
                <a:gd name="connsiteX36" fmla="*/ 2117758 w 2373356"/>
                <a:gd name="connsiteY36" fmla="*/ 418609 h 2364985"/>
                <a:gd name="connsiteX37" fmla="*/ 2352147 w 2373356"/>
                <a:gd name="connsiteY37" fmla="*/ 24885 h 2364985"/>
                <a:gd name="connsiteX38" fmla="*/ 1958331 w 2373356"/>
                <a:gd name="connsiteY38" fmla="*/ 259219 h 2364985"/>
                <a:gd name="connsiteX39" fmla="*/ 2032011 w 2373356"/>
                <a:gd name="connsiteY39" fmla="*/ 1279722 h 2364985"/>
                <a:gd name="connsiteX40" fmla="*/ 2325344 w 2373356"/>
                <a:gd name="connsiteY40" fmla="*/ 1182145 h 2364985"/>
                <a:gd name="connsiteX41" fmla="*/ 2021333 w 2373356"/>
                <a:gd name="connsiteY41" fmla="*/ 1084461 h 2364985"/>
                <a:gd name="connsiteX42" fmla="*/ 1367393 w 2373356"/>
                <a:gd name="connsiteY42" fmla="*/ 1174671 h 2364985"/>
                <a:gd name="connsiteX43" fmla="*/ 1367393 w 2373356"/>
                <a:gd name="connsiteY43" fmla="*/ 1189618 h 2364985"/>
                <a:gd name="connsiteX44" fmla="*/ 2032011 w 2373356"/>
                <a:gd name="connsiteY44" fmla="*/ 1279722 h 236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373356" h="2364985">
                  <a:moveTo>
                    <a:pt x="1077263" y="1296696"/>
                  </a:moveTo>
                  <a:cubicBezTo>
                    <a:pt x="1076195" y="1295522"/>
                    <a:pt x="1074700" y="1294561"/>
                    <a:pt x="1072778" y="1293921"/>
                  </a:cubicBezTo>
                  <a:cubicBezTo>
                    <a:pt x="910040" y="1243317"/>
                    <a:pt x="713773" y="1203710"/>
                    <a:pt x="461444" y="1203710"/>
                  </a:cubicBezTo>
                  <a:cubicBezTo>
                    <a:pt x="277777" y="1203710"/>
                    <a:pt x="191603" y="1222072"/>
                    <a:pt x="191603" y="1301393"/>
                  </a:cubicBezTo>
                  <a:cubicBezTo>
                    <a:pt x="191603" y="1380715"/>
                    <a:pt x="277670" y="1399077"/>
                    <a:pt x="461444" y="1399077"/>
                  </a:cubicBezTo>
                  <a:cubicBezTo>
                    <a:pt x="669671" y="1399077"/>
                    <a:pt x="839777" y="1372067"/>
                    <a:pt x="984361" y="1334168"/>
                  </a:cubicBezTo>
                  <a:cubicBezTo>
                    <a:pt x="768446" y="1481174"/>
                    <a:pt x="528611" y="1689780"/>
                    <a:pt x="256741" y="1958704"/>
                  </a:cubicBezTo>
                  <a:cubicBezTo>
                    <a:pt x="43388" y="2169765"/>
                    <a:pt x="-42252" y="2282822"/>
                    <a:pt x="19682" y="2344101"/>
                  </a:cubicBezTo>
                  <a:cubicBezTo>
                    <a:pt x="81616" y="2405381"/>
                    <a:pt x="195874" y="2320615"/>
                    <a:pt x="409227" y="2109554"/>
                  </a:cubicBezTo>
                  <a:cubicBezTo>
                    <a:pt x="681097" y="1840523"/>
                    <a:pt x="891887" y="1603306"/>
                    <a:pt x="1040422" y="1389683"/>
                  </a:cubicBezTo>
                  <a:cubicBezTo>
                    <a:pt x="1002514" y="1534233"/>
                    <a:pt x="975391" y="1704406"/>
                    <a:pt x="975391" y="1912905"/>
                  </a:cubicBezTo>
                  <a:cubicBezTo>
                    <a:pt x="975391" y="2096529"/>
                    <a:pt x="993758" y="2182576"/>
                    <a:pt x="1073098" y="2182576"/>
                  </a:cubicBezTo>
                  <a:cubicBezTo>
                    <a:pt x="1152438" y="2182576"/>
                    <a:pt x="1170805" y="2096529"/>
                    <a:pt x="1170805" y="1912905"/>
                  </a:cubicBezTo>
                  <a:cubicBezTo>
                    <a:pt x="1170805" y="1660635"/>
                    <a:pt x="1131295" y="1464307"/>
                    <a:pt x="1080573" y="1301714"/>
                  </a:cubicBezTo>
                  <a:cubicBezTo>
                    <a:pt x="1079932" y="1299472"/>
                    <a:pt x="1078758" y="1297871"/>
                    <a:pt x="1077369" y="1296803"/>
                  </a:cubicBezTo>
                  <a:moveTo>
                    <a:pt x="1051955" y="1052967"/>
                  </a:moveTo>
                  <a:cubicBezTo>
                    <a:pt x="1064128" y="1060761"/>
                    <a:pt x="1071923" y="1052967"/>
                    <a:pt x="1064128" y="1040797"/>
                  </a:cubicBezTo>
                  <a:cubicBezTo>
                    <a:pt x="916020" y="810092"/>
                    <a:pt x="719752" y="549282"/>
                    <a:pt x="425992" y="255590"/>
                  </a:cubicBezTo>
                  <a:cubicBezTo>
                    <a:pt x="212212" y="41753"/>
                    <a:pt x="96886" y="-43547"/>
                    <a:pt x="32176" y="21149"/>
                  </a:cubicBezTo>
                  <a:cubicBezTo>
                    <a:pt x="-32535" y="85844"/>
                    <a:pt x="52785" y="201036"/>
                    <a:pt x="266565" y="414873"/>
                  </a:cubicBezTo>
                  <a:cubicBezTo>
                    <a:pt x="560325" y="708565"/>
                    <a:pt x="821196" y="904893"/>
                    <a:pt x="1051955" y="1052860"/>
                  </a:cubicBezTo>
                  <a:moveTo>
                    <a:pt x="1194297" y="143173"/>
                  </a:moveTo>
                  <a:cubicBezTo>
                    <a:pt x="1115064" y="143173"/>
                    <a:pt x="1096697" y="227833"/>
                    <a:pt x="1096697" y="408361"/>
                  </a:cubicBezTo>
                  <a:cubicBezTo>
                    <a:pt x="1096697" y="656360"/>
                    <a:pt x="1136207" y="849379"/>
                    <a:pt x="1186929" y="1009196"/>
                  </a:cubicBezTo>
                  <a:cubicBezTo>
                    <a:pt x="1189598" y="1017630"/>
                    <a:pt x="1199102" y="1017630"/>
                    <a:pt x="1201772" y="1009196"/>
                  </a:cubicBezTo>
                  <a:cubicBezTo>
                    <a:pt x="1252387" y="849272"/>
                    <a:pt x="1292004" y="656360"/>
                    <a:pt x="1292004" y="408361"/>
                  </a:cubicBezTo>
                  <a:cubicBezTo>
                    <a:pt x="1292004" y="227833"/>
                    <a:pt x="1273637" y="143173"/>
                    <a:pt x="1194297" y="143173"/>
                  </a:cubicBezTo>
                  <a:moveTo>
                    <a:pt x="1331300" y="1312069"/>
                  </a:moveTo>
                  <a:cubicBezTo>
                    <a:pt x="1319126" y="1304169"/>
                    <a:pt x="1311331" y="1312069"/>
                    <a:pt x="1319126" y="1324240"/>
                  </a:cubicBezTo>
                  <a:cubicBezTo>
                    <a:pt x="1467235" y="1554944"/>
                    <a:pt x="1663502" y="1815755"/>
                    <a:pt x="1957263" y="2109447"/>
                  </a:cubicBezTo>
                  <a:cubicBezTo>
                    <a:pt x="2171149" y="2323283"/>
                    <a:pt x="2286369" y="2408584"/>
                    <a:pt x="2351079" y="2343781"/>
                  </a:cubicBezTo>
                  <a:cubicBezTo>
                    <a:pt x="2415790" y="2279086"/>
                    <a:pt x="2330470" y="2163893"/>
                    <a:pt x="2116583" y="1950057"/>
                  </a:cubicBezTo>
                  <a:cubicBezTo>
                    <a:pt x="1822823" y="1656365"/>
                    <a:pt x="1561952" y="1460036"/>
                    <a:pt x="1331193" y="1312069"/>
                  </a:cubicBezTo>
                  <a:moveTo>
                    <a:pt x="1958331" y="259219"/>
                  </a:moveTo>
                  <a:cubicBezTo>
                    <a:pt x="1664570" y="552912"/>
                    <a:pt x="1468196" y="813722"/>
                    <a:pt x="1320194" y="1044427"/>
                  </a:cubicBezTo>
                  <a:cubicBezTo>
                    <a:pt x="1312399" y="1056597"/>
                    <a:pt x="1320194" y="1064390"/>
                    <a:pt x="1332368" y="1056597"/>
                  </a:cubicBezTo>
                  <a:cubicBezTo>
                    <a:pt x="1563126" y="908523"/>
                    <a:pt x="1823997" y="712302"/>
                    <a:pt x="2117758" y="418609"/>
                  </a:cubicBezTo>
                  <a:cubicBezTo>
                    <a:pt x="2331645" y="204773"/>
                    <a:pt x="2416964" y="89581"/>
                    <a:pt x="2352147" y="24885"/>
                  </a:cubicBezTo>
                  <a:cubicBezTo>
                    <a:pt x="2287437" y="-39810"/>
                    <a:pt x="2172217" y="45490"/>
                    <a:pt x="1958331" y="259219"/>
                  </a:cubicBezTo>
                  <a:moveTo>
                    <a:pt x="2032011" y="1279722"/>
                  </a:moveTo>
                  <a:cubicBezTo>
                    <a:pt x="2231696" y="1279722"/>
                    <a:pt x="2325344" y="1261359"/>
                    <a:pt x="2325344" y="1182145"/>
                  </a:cubicBezTo>
                  <a:cubicBezTo>
                    <a:pt x="2325344" y="1102930"/>
                    <a:pt x="2221017" y="1084461"/>
                    <a:pt x="2021333" y="1084461"/>
                  </a:cubicBezTo>
                  <a:cubicBezTo>
                    <a:pt x="1747007" y="1084461"/>
                    <a:pt x="1544226" y="1124068"/>
                    <a:pt x="1367393" y="1174671"/>
                  </a:cubicBezTo>
                  <a:cubicBezTo>
                    <a:pt x="1358102" y="1177340"/>
                    <a:pt x="1358102" y="1186949"/>
                    <a:pt x="1367393" y="1189618"/>
                  </a:cubicBezTo>
                  <a:cubicBezTo>
                    <a:pt x="1544226" y="1240221"/>
                    <a:pt x="1757792" y="1279722"/>
                    <a:pt x="2032011" y="1279722"/>
                  </a:cubicBezTo>
                </a:path>
              </a:pathLst>
            </a:custGeom>
            <a:grpFill/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39" name="Freihandform 38">
              <a:extLst>
                <a:ext uri="{FF2B5EF4-FFF2-40B4-BE49-F238E27FC236}">
                  <a16:creationId xmlns:a16="http://schemas.microsoft.com/office/drawing/2014/main" id="{0D438AC8-93A4-E8A2-7936-13CA73DDD13F}"/>
                </a:ext>
              </a:extLst>
            </p:cNvPr>
            <p:cNvSpPr/>
            <p:nvPr/>
          </p:nvSpPr>
          <p:spPr>
            <a:xfrm>
              <a:off x="1757315" y="-1615483"/>
              <a:ext cx="899919" cy="180509"/>
            </a:xfrm>
            <a:custGeom>
              <a:avLst/>
              <a:gdLst>
                <a:gd name="connsiteX0" fmla="*/ 4330912 w 4673045"/>
                <a:gd name="connsiteY0" fmla="*/ 919189 h 937337"/>
                <a:gd name="connsiteX1" fmla="*/ 4478060 w 4673045"/>
                <a:gd name="connsiteY1" fmla="*/ 919189 h 937337"/>
                <a:gd name="connsiteX2" fmla="*/ 4478060 w 4673045"/>
                <a:gd name="connsiteY2" fmla="*/ 558986 h 937337"/>
                <a:gd name="connsiteX3" fmla="*/ 4640797 w 4673045"/>
                <a:gd name="connsiteY3" fmla="*/ 398849 h 937337"/>
                <a:gd name="connsiteX4" fmla="*/ 4673046 w 4673045"/>
                <a:gd name="connsiteY4" fmla="*/ 398849 h 937337"/>
                <a:gd name="connsiteX5" fmla="*/ 4673046 w 4673045"/>
                <a:gd name="connsiteY5" fmla="*/ 246505 h 937337"/>
                <a:gd name="connsiteX6" fmla="*/ 4658844 w 4673045"/>
                <a:gd name="connsiteY6" fmla="*/ 246505 h 937337"/>
                <a:gd name="connsiteX7" fmla="*/ 4478060 w 4673045"/>
                <a:gd name="connsiteY7" fmla="*/ 378138 h 937337"/>
                <a:gd name="connsiteX8" fmla="*/ 4478060 w 4673045"/>
                <a:gd name="connsiteY8" fmla="*/ 258035 h 937337"/>
                <a:gd name="connsiteX9" fmla="*/ 4330912 w 4673045"/>
                <a:gd name="connsiteY9" fmla="*/ 258035 h 937337"/>
                <a:gd name="connsiteX10" fmla="*/ 4330912 w 4673045"/>
                <a:gd name="connsiteY10" fmla="*/ 918975 h 937337"/>
                <a:gd name="connsiteX11" fmla="*/ 3753749 w 4673045"/>
                <a:gd name="connsiteY11" fmla="*/ 517671 h 937337"/>
                <a:gd name="connsiteX12" fmla="*/ 3925457 w 4673045"/>
                <a:gd name="connsiteY12" fmla="*/ 374401 h 937337"/>
                <a:gd name="connsiteX13" fmla="*/ 4094601 w 4673045"/>
                <a:gd name="connsiteY13" fmla="*/ 517671 h 937337"/>
                <a:gd name="connsiteX14" fmla="*/ 3753749 w 4673045"/>
                <a:gd name="connsiteY14" fmla="*/ 517671 h 937337"/>
                <a:gd name="connsiteX15" fmla="*/ 3598807 w 4673045"/>
                <a:gd name="connsiteY15" fmla="*/ 588665 h 937337"/>
                <a:gd name="connsiteX16" fmla="*/ 3937096 w 4673045"/>
                <a:gd name="connsiteY16" fmla="*/ 937231 h 937337"/>
                <a:gd name="connsiteX17" fmla="*/ 4225091 w 4673045"/>
                <a:gd name="connsiteY17" fmla="*/ 788730 h 937337"/>
                <a:gd name="connsiteX18" fmla="*/ 4124394 w 4673045"/>
                <a:gd name="connsiteY18" fmla="*/ 703537 h 937337"/>
                <a:gd name="connsiteX19" fmla="*/ 3937203 w 4673045"/>
                <a:gd name="connsiteY19" fmla="*/ 802929 h 937337"/>
                <a:gd name="connsiteX20" fmla="*/ 3750012 w 4673045"/>
                <a:gd name="connsiteY20" fmla="*/ 636386 h 937337"/>
                <a:gd name="connsiteX21" fmla="*/ 4244525 w 4673045"/>
                <a:gd name="connsiteY21" fmla="*/ 636386 h 937337"/>
                <a:gd name="connsiteX22" fmla="*/ 4248369 w 4673045"/>
                <a:gd name="connsiteY22" fmla="*/ 582153 h 937337"/>
                <a:gd name="connsiteX23" fmla="*/ 3925564 w 4673045"/>
                <a:gd name="connsiteY23" fmla="*/ 239993 h 937337"/>
                <a:gd name="connsiteX24" fmla="*/ 3598914 w 4673045"/>
                <a:gd name="connsiteY24" fmla="*/ 588558 h 937337"/>
                <a:gd name="connsiteX25" fmla="*/ 3173917 w 4673045"/>
                <a:gd name="connsiteY25" fmla="*/ 795242 h 937337"/>
                <a:gd name="connsiteX26" fmla="*/ 2981493 w 4673045"/>
                <a:gd name="connsiteY26" fmla="*/ 588665 h 937337"/>
                <a:gd name="connsiteX27" fmla="*/ 3173917 w 4673045"/>
                <a:gd name="connsiteY27" fmla="*/ 382088 h 937337"/>
                <a:gd name="connsiteX28" fmla="*/ 3366340 w 4673045"/>
                <a:gd name="connsiteY28" fmla="*/ 588665 h 937337"/>
                <a:gd name="connsiteX29" fmla="*/ 3173917 w 4673045"/>
                <a:gd name="connsiteY29" fmla="*/ 795242 h 937337"/>
                <a:gd name="connsiteX30" fmla="*/ 3366340 w 4673045"/>
                <a:gd name="connsiteY30" fmla="*/ 258248 h 937337"/>
                <a:gd name="connsiteX31" fmla="*/ 3366340 w 4673045"/>
                <a:gd name="connsiteY31" fmla="*/ 367996 h 937337"/>
                <a:gd name="connsiteX32" fmla="*/ 3144231 w 4673045"/>
                <a:gd name="connsiteY32" fmla="*/ 240206 h 937337"/>
                <a:gd name="connsiteX33" fmla="*/ 2829220 w 4673045"/>
                <a:gd name="connsiteY33" fmla="*/ 588772 h 937337"/>
                <a:gd name="connsiteX34" fmla="*/ 3144231 w 4673045"/>
                <a:gd name="connsiteY34" fmla="*/ 937338 h 937337"/>
                <a:gd name="connsiteX35" fmla="*/ 3366340 w 4673045"/>
                <a:gd name="connsiteY35" fmla="*/ 809548 h 937337"/>
                <a:gd name="connsiteX36" fmla="*/ 3366340 w 4673045"/>
                <a:gd name="connsiteY36" fmla="*/ 919295 h 937337"/>
                <a:gd name="connsiteX37" fmla="*/ 3513594 w 4673045"/>
                <a:gd name="connsiteY37" fmla="*/ 919295 h 937337"/>
                <a:gd name="connsiteX38" fmla="*/ 3513594 w 4673045"/>
                <a:gd name="connsiteY38" fmla="*/ 258355 h 937337"/>
                <a:gd name="connsiteX39" fmla="*/ 3366340 w 4673045"/>
                <a:gd name="connsiteY39" fmla="*/ 258355 h 937337"/>
                <a:gd name="connsiteX40" fmla="*/ 2188735 w 4673045"/>
                <a:gd name="connsiteY40" fmla="*/ 919189 h 937337"/>
                <a:gd name="connsiteX41" fmla="*/ 2335882 w 4673045"/>
                <a:gd name="connsiteY41" fmla="*/ 919189 h 937337"/>
                <a:gd name="connsiteX42" fmla="*/ 2335882 w 4673045"/>
                <a:gd name="connsiteY42" fmla="*/ 526746 h 937337"/>
                <a:gd name="connsiteX43" fmla="*/ 2472778 w 4673045"/>
                <a:gd name="connsiteY43" fmla="*/ 369277 h 937337"/>
                <a:gd name="connsiteX44" fmla="*/ 2601879 w 4673045"/>
                <a:gd name="connsiteY44" fmla="*/ 515109 h 937337"/>
                <a:gd name="connsiteX45" fmla="*/ 2601879 w 4673045"/>
                <a:gd name="connsiteY45" fmla="*/ 919189 h 937337"/>
                <a:gd name="connsiteX46" fmla="*/ 2749133 w 4673045"/>
                <a:gd name="connsiteY46" fmla="*/ 919189 h 937337"/>
                <a:gd name="connsiteX47" fmla="*/ 2749133 w 4673045"/>
                <a:gd name="connsiteY47" fmla="*/ 489273 h 937337"/>
                <a:gd name="connsiteX48" fmla="*/ 2533538 w 4673045"/>
                <a:gd name="connsiteY48" fmla="*/ 240100 h 937337"/>
                <a:gd name="connsiteX49" fmla="*/ 2335989 w 4673045"/>
                <a:gd name="connsiteY49" fmla="*/ 346004 h 937337"/>
                <a:gd name="connsiteX50" fmla="*/ 2335989 w 4673045"/>
                <a:gd name="connsiteY50" fmla="*/ 15480 h 937337"/>
                <a:gd name="connsiteX51" fmla="*/ 2188842 w 4673045"/>
                <a:gd name="connsiteY51" fmla="*/ 15480 h 937337"/>
                <a:gd name="connsiteX52" fmla="*/ 2188842 w 4673045"/>
                <a:gd name="connsiteY52" fmla="*/ 919189 h 937337"/>
                <a:gd name="connsiteX53" fmla="*/ 2090601 w 4673045"/>
                <a:gd name="connsiteY53" fmla="*/ 921751 h 937337"/>
                <a:gd name="connsiteX54" fmla="*/ 2090601 w 4673045"/>
                <a:gd name="connsiteY54" fmla="*/ 797805 h 937337"/>
                <a:gd name="connsiteX55" fmla="*/ 2035074 w 4673045"/>
                <a:gd name="connsiteY55" fmla="*/ 801648 h 937337"/>
                <a:gd name="connsiteX56" fmla="*/ 1929145 w 4673045"/>
                <a:gd name="connsiteY56" fmla="*/ 694463 h 937337"/>
                <a:gd name="connsiteX57" fmla="*/ 1929145 w 4673045"/>
                <a:gd name="connsiteY57" fmla="*/ 384650 h 937337"/>
                <a:gd name="connsiteX58" fmla="*/ 2090601 w 4673045"/>
                <a:gd name="connsiteY58" fmla="*/ 384650 h 937337"/>
                <a:gd name="connsiteX59" fmla="*/ 2090601 w 4673045"/>
                <a:gd name="connsiteY59" fmla="*/ 258142 h 937337"/>
                <a:gd name="connsiteX60" fmla="*/ 1929145 w 4673045"/>
                <a:gd name="connsiteY60" fmla="*/ 258142 h 937337"/>
                <a:gd name="connsiteX61" fmla="*/ 1929145 w 4673045"/>
                <a:gd name="connsiteY61" fmla="*/ 67044 h 937337"/>
                <a:gd name="connsiteX62" fmla="*/ 1781891 w 4673045"/>
                <a:gd name="connsiteY62" fmla="*/ 112203 h 937337"/>
                <a:gd name="connsiteX63" fmla="*/ 1781891 w 4673045"/>
                <a:gd name="connsiteY63" fmla="*/ 258035 h 937337"/>
                <a:gd name="connsiteX64" fmla="*/ 1654072 w 4673045"/>
                <a:gd name="connsiteY64" fmla="*/ 258035 h 937337"/>
                <a:gd name="connsiteX65" fmla="*/ 1654072 w 4673045"/>
                <a:gd name="connsiteY65" fmla="*/ 384543 h 937337"/>
                <a:gd name="connsiteX66" fmla="*/ 1781891 w 4673045"/>
                <a:gd name="connsiteY66" fmla="*/ 384543 h 937337"/>
                <a:gd name="connsiteX67" fmla="*/ 1781891 w 4673045"/>
                <a:gd name="connsiteY67" fmla="*/ 708555 h 937337"/>
                <a:gd name="connsiteX68" fmla="*/ 1994923 w 4673045"/>
                <a:gd name="connsiteY68" fmla="*/ 933174 h 937337"/>
                <a:gd name="connsiteX69" fmla="*/ 2090494 w 4673045"/>
                <a:gd name="connsiteY69" fmla="*/ 921537 h 937337"/>
                <a:gd name="connsiteX70" fmla="*/ 1293892 w 4673045"/>
                <a:gd name="connsiteY70" fmla="*/ 795242 h 937337"/>
                <a:gd name="connsiteX71" fmla="*/ 1101469 w 4673045"/>
                <a:gd name="connsiteY71" fmla="*/ 588665 h 937337"/>
                <a:gd name="connsiteX72" fmla="*/ 1293892 w 4673045"/>
                <a:gd name="connsiteY72" fmla="*/ 382088 h 937337"/>
                <a:gd name="connsiteX73" fmla="*/ 1486315 w 4673045"/>
                <a:gd name="connsiteY73" fmla="*/ 588665 h 937337"/>
                <a:gd name="connsiteX74" fmla="*/ 1293892 w 4673045"/>
                <a:gd name="connsiteY74" fmla="*/ 795242 h 937337"/>
                <a:gd name="connsiteX75" fmla="*/ 1293892 w 4673045"/>
                <a:gd name="connsiteY75" fmla="*/ 937231 h 937337"/>
                <a:gd name="connsiteX76" fmla="*/ 1638695 w 4673045"/>
                <a:gd name="connsiteY76" fmla="*/ 588665 h 937337"/>
                <a:gd name="connsiteX77" fmla="*/ 1293892 w 4673045"/>
                <a:gd name="connsiteY77" fmla="*/ 240100 h 937337"/>
                <a:gd name="connsiteX78" fmla="*/ 949089 w 4673045"/>
                <a:gd name="connsiteY78" fmla="*/ 588665 h 937337"/>
                <a:gd name="connsiteX79" fmla="*/ 1293892 w 4673045"/>
                <a:gd name="connsiteY79" fmla="*/ 937231 h 937337"/>
                <a:gd name="connsiteX80" fmla="*/ 454576 w 4673045"/>
                <a:gd name="connsiteY80" fmla="*/ 0 h 937337"/>
                <a:gd name="connsiteX81" fmla="*/ 0 w 4673045"/>
                <a:gd name="connsiteY81" fmla="*/ 468669 h 937337"/>
                <a:gd name="connsiteX82" fmla="*/ 435141 w 4673045"/>
                <a:gd name="connsiteY82" fmla="*/ 937338 h 937337"/>
                <a:gd name="connsiteX83" fmla="*/ 711496 w 4673045"/>
                <a:gd name="connsiteY83" fmla="*/ 803036 h 937337"/>
                <a:gd name="connsiteX84" fmla="*/ 711496 w 4673045"/>
                <a:gd name="connsiteY84" fmla="*/ 919189 h 937337"/>
                <a:gd name="connsiteX85" fmla="*/ 861313 w 4673045"/>
                <a:gd name="connsiteY85" fmla="*/ 919189 h 937337"/>
                <a:gd name="connsiteX86" fmla="*/ 861313 w 4673045"/>
                <a:gd name="connsiteY86" fmla="*/ 444114 h 937337"/>
                <a:gd name="connsiteX87" fmla="*/ 470060 w 4673045"/>
                <a:gd name="connsiteY87" fmla="*/ 444114 h 937337"/>
                <a:gd name="connsiteX88" fmla="*/ 470060 w 4673045"/>
                <a:gd name="connsiteY88" fmla="*/ 591334 h 937337"/>
                <a:gd name="connsiteX89" fmla="*/ 698576 w 4673045"/>
                <a:gd name="connsiteY89" fmla="*/ 591334 h 937337"/>
                <a:gd name="connsiteX90" fmla="*/ 454470 w 4673045"/>
                <a:gd name="connsiteY90" fmla="*/ 779869 h 937337"/>
                <a:gd name="connsiteX91" fmla="*/ 175552 w 4673045"/>
                <a:gd name="connsiteY91" fmla="*/ 468776 h 937337"/>
                <a:gd name="connsiteX92" fmla="*/ 454470 w 4673045"/>
                <a:gd name="connsiteY92" fmla="*/ 157682 h 937337"/>
                <a:gd name="connsiteX93" fmla="*/ 699857 w 4673045"/>
                <a:gd name="connsiteY93" fmla="*/ 298389 h 937337"/>
                <a:gd name="connsiteX94" fmla="*/ 839316 w 4673045"/>
                <a:gd name="connsiteY94" fmla="*/ 205403 h 937337"/>
                <a:gd name="connsiteX95" fmla="*/ 454470 w 4673045"/>
                <a:gd name="connsiteY95" fmla="*/ 107 h 937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673045" h="937337">
                  <a:moveTo>
                    <a:pt x="4330912" y="919189"/>
                  </a:moveTo>
                  <a:lnTo>
                    <a:pt x="4478060" y="919189"/>
                  </a:lnTo>
                  <a:lnTo>
                    <a:pt x="4478060" y="558986"/>
                  </a:lnTo>
                  <a:cubicBezTo>
                    <a:pt x="4478060" y="449239"/>
                    <a:pt x="4524510" y="398849"/>
                    <a:pt x="4640797" y="398849"/>
                  </a:cubicBezTo>
                  <a:lnTo>
                    <a:pt x="4673046" y="398849"/>
                  </a:lnTo>
                  <a:lnTo>
                    <a:pt x="4673046" y="246505"/>
                  </a:lnTo>
                  <a:lnTo>
                    <a:pt x="4658844" y="246505"/>
                  </a:lnTo>
                  <a:cubicBezTo>
                    <a:pt x="4561991" y="246505"/>
                    <a:pt x="4498776" y="300738"/>
                    <a:pt x="4478060" y="378138"/>
                  </a:cubicBezTo>
                  <a:lnTo>
                    <a:pt x="4478060" y="258035"/>
                  </a:lnTo>
                  <a:lnTo>
                    <a:pt x="4330912" y="258035"/>
                  </a:lnTo>
                  <a:lnTo>
                    <a:pt x="4330912" y="918975"/>
                  </a:lnTo>
                  <a:close/>
                  <a:moveTo>
                    <a:pt x="3753749" y="517671"/>
                  </a:moveTo>
                  <a:cubicBezTo>
                    <a:pt x="3774358" y="428635"/>
                    <a:pt x="3837681" y="374401"/>
                    <a:pt x="3925457" y="374401"/>
                  </a:cubicBezTo>
                  <a:cubicBezTo>
                    <a:pt x="4008107" y="374401"/>
                    <a:pt x="4075273" y="423510"/>
                    <a:pt x="4094601" y="517671"/>
                  </a:cubicBezTo>
                  <a:lnTo>
                    <a:pt x="3753749" y="517671"/>
                  </a:lnTo>
                  <a:close/>
                  <a:moveTo>
                    <a:pt x="3598807" y="588665"/>
                  </a:moveTo>
                  <a:cubicBezTo>
                    <a:pt x="3598807" y="790011"/>
                    <a:pt x="3742110" y="937231"/>
                    <a:pt x="3937096" y="937231"/>
                  </a:cubicBezTo>
                  <a:cubicBezTo>
                    <a:pt x="4057227" y="937231"/>
                    <a:pt x="4170844" y="877873"/>
                    <a:pt x="4225091" y="788730"/>
                  </a:cubicBezTo>
                  <a:lnTo>
                    <a:pt x="4124394" y="703537"/>
                  </a:lnTo>
                  <a:cubicBezTo>
                    <a:pt x="4086913" y="765564"/>
                    <a:pt x="4017183" y="802929"/>
                    <a:pt x="3937203" y="802929"/>
                  </a:cubicBezTo>
                  <a:cubicBezTo>
                    <a:pt x="3840350" y="802929"/>
                    <a:pt x="3768059" y="737059"/>
                    <a:pt x="3750012" y="636386"/>
                  </a:cubicBezTo>
                  <a:lnTo>
                    <a:pt x="4244525" y="636386"/>
                  </a:lnTo>
                  <a:cubicBezTo>
                    <a:pt x="4247088" y="619625"/>
                    <a:pt x="4248369" y="600195"/>
                    <a:pt x="4248369" y="582153"/>
                  </a:cubicBezTo>
                  <a:cubicBezTo>
                    <a:pt x="4248369" y="392337"/>
                    <a:pt x="4119268" y="239993"/>
                    <a:pt x="3925564" y="239993"/>
                  </a:cubicBezTo>
                  <a:cubicBezTo>
                    <a:pt x="3731859" y="239993"/>
                    <a:pt x="3598914" y="387212"/>
                    <a:pt x="3598914" y="588558"/>
                  </a:cubicBezTo>
                  <a:moveTo>
                    <a:pt x="3173917" y="795242"/>
                  </a:moveTo>
                  <a:cubicBezTo>
                    <a:pt x="3062862" y="795242"/>
                    <a:pt x="2981493" y="707487"/>
                    <a:pt x="2981493" y="588665"/>
                  </a:cubicBezTo>
                  <a:cubicBezTo>
                    <a:pt x="2981493" y="469843"/>
                    <a:pt x="3062862" y="382088"/>
                    <a:pt x="3173917" y="382088"/>
                  </a:cubicBezTo>
                  <a:cubicBezTo>
                    <a:pt x="3284971" y="382088"/>
                    <a:pt x="3366340" y="469843"/>
                    <a:pt x="3366340" y="588665"/>
                  </a:cubicBezTo>
                  <a:cubicBezTo>
                    <a:pt x="3366340" y="707487"/>
                    <a:pt x="3284971" y="795242"/>
                    <a:pt x="3173917" y="795242"/>
                  </a:cubicBezTo>
                  <a:moveTo>
                    <a:pt x="3366340" y="258248"/>
                  </a:moveTo>
                  <a:lnTo>
                    <a:pt x="3366340" y="367996"/>
                  </a:lnTo>
                  <a:cubicBezTo>
                    <a:pt x="3322452" y="284084"/>
                    <a:pt x="3246209" y="240206"/>
                    <a:pt x="3144231" y="240206"/>
                  </a:cubicBezTo>
                  <a:cubicBezTo>
                    <a:pt x="2971242" y="240206"/>
                    <a:pt x="2829220" y="386038"/>
                    <a:pt x="2829220" y="588772"/>
                  </a:cubicBezTo>
                  <a:cubicBezTo>
                    <a:pt x="2829220" y="791506"/>
                    <a:pt x="2971242" y="937338"/>
                    <a:pt x="3144231" y="937338"/>
                  </a:cubicBezTo>
                  <a:cubicBezTo>
                    <a:pt x="3246209" y="937338"/>
                    <a:pt x="3322452" y="893460"/>
                    <a:pt x="3366340" y="809548"/>
                  </a:cubicBezTo>
                  <a:lnTo>
                    <a:pt x="3366340" y="919295"/>
                  </a:lnTo>
                  <a:lnTo>
                    <a:pt x="3513594" y="919295"/>
                  </a:lnTo>
                  <a:lnTo>
                    <a:pt x="3513594" y="258355"/>
                  </a:lnTo>
                  <a:lnTo>
                    <a:pt x="3366340" y="258355"/>
                  </a:lnTo>
                  <a:close/>
                  <a:moveTo>
                    <a:pt x="2188735" y="919189"/>
                  </a:moveTo>
                  <a:lnTo>
                    <a:pt x="2335882" y="919189"/>
                  </a:lnTo>
                  <a:lnTo>
                    <a:pt x="2335882" y="526746"/>
                  </a:lnTo>
                  <a:cubicBezTo>
                    <a:pt x="2335882" y="424791"/>
                    <a:pt x="2390128" y="369277"/>
                    <a:pt x="2472778" y="369277"/>
                  </a:cubicBezTo>
                  <a:cubicBezTo>
                    <a:pt x="2555429" y="369277"/>
                    <a:pt x="2601879" y="424791"/>
                    <a:pt x="2601879" y="515109"/>
                  </a:cubicBezTo>
                  <a:lnTo>
                    <a:pt x="2601879" y="919189"/>
                  </a:lnTo>
                  <a:lnTo>
                    <a:pt x="2749133" y="919189"/>
                  </a:lnTo>
                  <a:lnTo>
                    <a:pt x="2749133" y="489273"/>
                  </a:lnTo>
                  <a:cubicBezTo>
                    <a:pt x="2749133" y="318887"/>
                    <a:pt x="2657407" y="240100"/>
                    <a:pt x="2533538" y="240100"/>
                  </a:cubicBezTo>
                  <a:cubicBezTo>
                    <a:pt x="2431560" y="240100"/>
                    <a:pt x="2364394" y="290489"/>
                    <a:pt x="2335989" y="346004"/>
                  </a:cubicBezTo>
                  <a:lnTo>
                    <a:pt x="2335989" y="15480"/>
                  </a:lnTo>
                  <a:lnTo>
                    <a:pt x="2188842" y="15480"/>
                  </a:lnTo>
                  <a:lnTo>
                    <a:pt x="2188842" y="919189"/>
                  </a:lnTo>
                  <a:close/>
                  <a:moveTo>
                    <a:pt x="2090601" y="921751"/>
                  </a:moveTo>
                  <a:lnTo>
                    <a:pt x="2090601" y="797805"/>
                  </a:lnTo>
                  <a:cubicBezTo>
                    <a:pt x="2073836" y="800367"/>
                    <a:pt x="2050558" y="801648"/>
                    <a:pt x="2035074" y="801648"/>
                  </a:cubicBezTo>
                  <a:cubicBezTo>
                    <a:pt x="1962782" y="801648"/>
                    <a:pt x="1929145" y="764176"/>
                    <a:pt x="1929145" y="694463"/>
                  </a:cubicBezTo>
                  <a:lnTo>
                    <a:pt x="1929145" y="384650"/>
                  </a:lnTo>
                  <a:lnTo>
                    <a:pt x="2090601" y="384650"/>
                  </a:lnTo>
                  <a:lnTo>
                    <a:pt x="2090601" y="258142"/>
                  </a:lnTo>
                  <a:lnTo>
                    <a:pt x="1929145" y="258142"/>
                  </a:lnTo>
                  <a:lnTo>
                    <a:pt x="1929145" y="67044"/>
                  </a:lnTo>
                  <a:lnTo>
                    <a:pt x="1781891" y="112203"/>
                  </a:lnTo>
                  <a:lnTo>
                    <a:pt x="1781891" y="258035"/>
                  </a:lnTo>
                  <a:lnTo>
                    <a:pt x="1654072" y="258035"/>
                  </a:lnTo>
                  <a:lnTo>
                    <a:pt x="1654072" y="384543"/>
                  </a:lnTo>
                  <a:lnTo>
                    <a:pt x="1781891" y="384543"/>
                  </a:lnTo>
                  <a:lnTo>
                    <a:pt x="1781891" y="708555"/>
                  </a:lnTo>
                  <a:cubicBezTo>
                    <a:pt x="1781891" y="851824"/>
                    <a:pt x="1860697" y="933174"/>
                    <a:pt x="1994923" y="933174"/>
                  </a:cubicBezTo>
                  <a:cubicBezTo>
                    <a:pt x="2032404" y="933174"/>
                    <a:pt x="2065934" y="929331"/>
                    <a:pt x="2090494" y="921537"/>
                  </a:cubicBezTo>
                  <a:moveTo>
                    <a:pt x="1293892" y="795242"/>
                  </a:moveTo>
                  <a:cubicBezTo>
                    <a:pt x="1182837" y="795242"/>
                    <a:pt x="1101469" y="707487"/>
                    <a:pt x="1101469" y="588665"/>
                  </a:cubicBezTo>
                  <a:cubicBezTo>
                    <a:pt x="1101469" y="469843"/>
                    <a:pt x="1182837" y="382088"/>
                    <a:pt x="1293892" y="382088"/>
                  </a:cubicBezTo>
                  <a:cubicBezTo>
                    <a:pt x="1404946" y="382088"/>
                    <a:pt x="1486315" y="469843"/>
                    <a:pt x="1486315" y="588665"/>
                  </a:cubicBezTo>
                  <a:cubicBezTo>
                    <a:pt x="1486315" y="707487"/>
                    <a:pt x="1404946" y="795242"/>
                    <a:pt x="1293892" y="795242"/>
                  </a:cubicBezTo>
                  <a:moveTo>
                    <a:pt x="1293892" y="937231"/>
                  </a:moveTo>
                  <a:cubicBezTo>
                    <a:pt x="1490160" y="937231"/>
                    <a:pt x="1638695" y="791399"/>
                    <a:pt x="1638695" y="588665"/>
                  </a:cubicBezTo>
                  <a:cubicBezTo>
                    <a:pt x="1638695" y="385931"/>
                    <a:pt x="1490160" y="240100"/>
                    <a:pt x="1293892" y="240100"/>
                  </a:cubicBezTo>
                  <a:cubicBezTo>
                    <a:pt x="1097625" y="240100"/>
                    <a:pt x="949089" y="385931"/>
                    <a:pt x="949089" y="588665"/>
                  </a:cubicBezTo>
                  <a:cubicBezTo>
                    <a:pt x="949089" y="791399"/>
                    <a:pt x="1097625" y="937231"/>
                    <a:pt x="1293892" y="937231"/>
                  </a:cubicBezTo>
                  <a:moveTo>
                    <a:pt x="454576" y="0"/>
                  </a:moveTo>
                  <a:cubicBezTo>
                    <a:pt x="194986" y="0"/>
                    <a:pt x="0" y="196222"/>
                    <a:pt x="0" y="468669"/>
                  </a:cubicBezTo>
                  <a:cubicBezTo>
                    <a:pt x="0" y="741116"/>
                    <a:pt x="194986" y="937338"/>
                    <a:pt x="435141" y="937338"/>
                  </a:cubicBezTo>
                  <a:cubicBezTo>
                    <a:pt x="546196" y="937338"/>
                    <a:pt x="650737" y="885667"/>
                    <a:pt x="711496" y="803036"/>
                  </a:cubicBezTo>
                  <a:lnTo>
                    <a:pt x="711496" y="919189"/>
                  </a:lnTo>
                  <a:lnTo>
                    <a:pt x="861313" y="919189"/>
                  </a:lnTo>
                  <a:lnTo>
                    <a:pt x="861313" y="444114"/>
                  </a:lnTo>
                  <a:lnTo>
                    <a:pt x="470060" y="444114"/>
                  </a:lnTo>
                  <a:lnTo>
                    <a:pt x="470060" y="591334"/>
                  </a:lnTo>
                  <a:lnTo>
                    <a:pt x="698576" y="591334"/>
                  </a:lnTo>
                  <a:cubicBezTo>
                    <a:pt x="676579" y="702363"/>
                    <a:pt x="578445" y="779869"/>
                    <a:pt x="454470" y="779869"/>
                  </a:cubicBezTo>
                  <a:cubicBezTo>
                    <a:pt x="291732" y="779869"/>
                    <a:pt x="175552" y="648236"/>
                    <a:pt x="175552" y="468776"/>
                  </a:cubicBezTo>
                  <a:cubicBezTo>
                    <a:pt x="175552" y="289315"/>
                    <a:pt x="291732" y="157682"/>
                    <a:pt x="454470" y="157682"/>
                  </a:cubicBezTo>
                  <a:cubicBezTo>
                    <a:pt x="570649" y="157682"/>
                    <a:pt x="654581" y="215759"/>
                    <a:pt x="699857" y="298389"/>
                  </a:cubicBezTo>
                  <a:lnTo>
                    <a:pt x="839316" y="205403"/>
                  </a:lnTo>
                  <a:cubicBezTo>
                    <a:pt x="770868" y="76332"/>
                    <a:pt x="626284" y="107"/>
                    <a:pt x="454470" y="107"/>
                  </a:cubicBezTo>
                </a:path>
              </a:pathLst>
            </a:custGeom>
            <a:grpFill/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40" name="Freihandform 39">
              <a:extLst>
                <a:ext uri="{FF2B5EF4-FFF2-40B4-BE49-F238E27FC236}">
                  <a16:creationId xmlns:a16="http://schemas.microsoft.com/office/drawing/2014/main" id="{1013CB3E-B322-6782-C533-3FC5C3FBF381}"/>
                </a:ext>
              </a:extLst>
            </p:cNvPr>
            <p:cNvSpPr/>
            <p:nvPr/>
          </p:nvSpPr>
          <p:spPr>
            <a:xfrm>
              <a:off x="1768255" y="-1865975"/>
              <a:ext cx="1032722" cy="182257"/>
            </a:xfrm>
            <a:custGeom>
              <a:avLst/>
              <a:gdLst>
                <a:gd name="connsiteX0" fmla="*/ 5023081 w 5362651"/>
                <a:gd name="connsiteY0" fmla="*/ 804316 h 946411"/>
                <a:gd name="connsiteX1" fmla="*/ 4830658 w 5362651"/>
                <a:gd name="connsiteY1" fmla="*/ 597740 h 946411"/>
                <a:gd name="connsiteX2" fmla="*/ 5023081 w 5362651"/>
                <a:gd name="connsiteY2" fmla="*/ 391162 h 946411"/>
                <a:gd name="connsiteX3" fmla="*/ 5215504 w 5362651"/>
                <a:gd name="connsiteY3" fmla="*/ 597740 h 946411"/>
                <a:gd name="connsiteX4" fmla="*/ 5023081 w 5362651"/>
                <a:gd name="connsiteY4" fmla="*/ 804316 h 946411"/>
                <a:gd name="connsiteX5" fmla="*/ 5215504 w 5362651"/>
                <a:gd name="connsiteY5" fmla="*/ 267323 h 946411"/>
                <a:gd name="connsiteX6" fmla="*/ 5215504 w 5362651"/>
                <a:gd name="connsiteY6" fmla="*/ 377070 h 946411"/>
                <a:gd name="connsiteX7" fmla="*/ 4993395 w 5362651"/>
                <a:gd name="connsiteY7" fmla="*/ 249280 h 946411"/>
                <a:gd name="connsiteX8" fmla="*/ 4678278 w 5362651"/>
                <a:gd name="connsiteY8" fmla="*/ 597846 h 946411"/>
                <a:gd name="connsiteX9" fmla="*/ 4993395 w 5362651"/>
                <a:gd name="connsiteY9" fmla="*/ 946412 h 946411"/>
                <a:gd name="connsiteX10" fmla="*/ 5215504 w 5362651"/>
                <a:gd name="connsiteY10" fmla="*/ 818622 h 946411"/>
                <a:gd name="connsiteX11" fmla="*/ 5215504 w 5362651"/>
                <a:gd name="connsiteY11" fmla="*/ 928370 h 946411"/>
                <a:gd name="connsiteX12" fmla="*/ 5362651 w 5362651"/>
                <a:gd name="connsiteY12" fmla="*/ 928370 h 946411"/>
                <a:gd name="connsiteX13" fmla="*/ 5362651 w 5362651"/>
                <a:gd name="connsiteY13" fmla="*/ 267429 h 946411"/>
                <a:gd name="connsiteX14" fmla="*/ 5215504 w 5362651"/>
                <a:gd name="connsiteY14" fmla="*/ 267429 h 946411"/>
                <a:gd name="connsiteX15" fmla="*/ 4611218 w 5362651"/>
                <a:gd name="connsiteY15" fmla="*/ 91705 h 946411"/>
                <a:gd name="connsiteX16" fmla="*/ 4519492 w 5362651"/>
                <a:gd name="connsiteY16" fmla="*/ 183411 h 946411"/>
                <a:gd name="connsiteX17" fmla="*/ 4427765 w 5362651"/>
                <a:gd name="connsiteY17" fmla="*/ 91705 h 946411"/>
                <a:gd name="connsiteX18" fmla="*/ 4519492 w 5362651"/>
                <a:gd name="connsiteY18" fmla="*/ 0 h 946411"/>
                <a:gd name="connsiteX19" fmla="*/ 4611218 w 5362651"/>
                <a:gd name="connsiteY19" fmla="*/ 91705 h 946411"/>
                <a:gd name="connsiteX20" fmla="*/ 4445918 w 5362651"/>
                <a:gd name="connsiteY20" fmla="*/ 928263 h 946411"/>
                <a:gd name="connsiteX21" fmla="*/ 4593172 w 5362651"/>
                <a:gd name="connsiteY21" fmla="*/ 928263 h 946411"/>
                <a:gd name="connsiteX22" fmla="*/ 4593172 w 5362651"/>
                <a:gd name="connsiteY22" fmla="*/ 267323 h 946411"/>
                <a:gd name="connsiteX23" fmla="*/ 4445918 w 5362651"/>
                <a:gd name="connsiteY23" fmla="*/ 267323 h 946411"/>
                <a:gd name="connsiteX24" fmla="*/ 4445918 w 5362651"/>
                <a:gd name="connsiteY24" fmla="*/ 928263 h 946411"/>
                <a:gd name="connsiteX25" fmla="*/ 3777028 w 5362651"/>
                <a:gd name="connsiteY25" fmla="*/ 928263 h 946411"/>
                <a:gd name="connsiteX26" fmla="*/ 3924176 w 5362651"/>
                <a:gd name="connsiteY26" fmla="*/ 928263 h 946411"/>
                <a:gd name="connsiteX27" fmla="*/ 3924176 w 5362651"/>
                <a:gd name="connsiteY27" fmla="*/ 535820 h 946411"/>
                <a:gd name="connsiteX28" fmla="*/ 4061071 w 5362651"/>
                <a:gd name="connsiteY28" fmla="*/ 378351 h 946411"/>
                <a:gd name="connsiteX29" fmla="*/ 4190172 w 5362651"/>
                <a:gd name="connsiteY29" fmla="*/ 524183 h 946411"/>
                <a:gd name="connsiteX30" fmla="*/ 4190172 w 5362651"/>
                <a:gd name="connsiteY30" fmla="*/ 928263 h 946411"/>
                <a:gd name="connsiteX31" fmla="*/ 4337426 w 5362651"/>
                <a:gd name="connsiteY31" fmla="*/ 928263 h 946411"/>
                <a:gd name="connsiteX32" fmla="*/ 4337426 w 5362651"/>
                <a:gd name="connsiteY32" fmla="*/ 498348 h 946411"/>
                <a:gd name="connsiteX33" fmla="*/ 4121831 w 5362651"/>
                <a:gd name="connsiteY33" fmla="*/ 249174 h 946411"/>
                <a:gd name="connsiteX34" fmla="*/ 3924282 w 5362651"/>
                <a:gd name="connsiteY34" fmla="*/ 355078 h 946411"/>
                <a:gd name="connsiteX35" fmla="*/ 3924282 w 5362651"/>
                <a:gd name="connsiteY35" fmla="*/ 267323 h 946411"/>
                <a:gd name="connsiteX36" fmla="*/ 3777135 w 5362651"/>
                <a:gd name="connsiteY36" fmla="*/ 267323 h 946411"/>
                <a:gd name="connsiteX37" fmla="*/ 3777135 w 5362651"/>
                <a:gd name="connsiteY37" fmla="*/ 928263 h 946411"/>
                <a:gd name="connsiteX38" fmla="*/ 3199865 w 5362651"/>
                <a:gd name="connsiteY38" fmla="*/ 526745 h 946411"/>
                <a:gd name="connsiteX39" fmla="*/ 3371573 w 5362651"/>
                <a:gd name="connsiteY39" fmla="*/ 383476 h 946411"/>
                <a:gd name="connsiteX40" fmla="*/ 3540717 w 5362651"/>
                <a:gd name="connsiteY40" fmla="*/ 526745 h 946411"/>
                <a:gd name="connsiteX41" fmla="*/ 3199865 w 5362651"/>
                <a:gd name="connsiteY41" fmla="*/ 526745 h 946411"/>
                <a:gd name="connsiteX42" fmla="*/ 3044923 w 5362651"/>
                <a:gd name="connsiteY42" fmla="*/ 597740 h 946411"/>
                <a:gd name="connsiteX43" fmla="*/ 3383212 w 5362651"/>
                <a:gd name="connsiteY43" fmla="*/ 946305 h 946411"/>
                <a:gd name="connsiteX44" fmla="*/ 3671206 w 5362651"/>
                <a:gd name="connsiteY44" fmla="*/ 797804 h 946411"/>
                <a:gd name="connsiteX45" fmla="*/ 3570509 w 5362651"/>
                <a:gd name="connsiteY45" fmla="*/ 712611 h 946411"/>
                <a:gd name="connsiteX46" fmla="*/ 3383318 w 5362651"/>
                <a:gd name="connsiteY46" fmla="*/ 812003 h 946411"/>
                <a:gd name="connsiteX47" fmla="*/ 3196127 w 5362651"/>
                <a:gd name="connsiteY47" fmla="*/ 645460 h 946411"/>
                <a:gd name="connsiteX48" fmla="*/ 3690640 w 5362651"/>
                <a:gd name="connsiteY48" fmla="*/ 645460 h 946411"/>
                <a:gd name="connsiteX49" fmla="*/ 3694485 w 5362651"/>
                <a:gd name="connsiteY49" fmla="*/ 591227 h 946411"/>
                <a:gd name="connsiteX50" fmla="*/ 3371679 w 5362651"/>
                <a:gd name="connsiteY50" fmla="*/ 249174 h 946411"/>
                <a:gd name="connsiteX51" fmla="*/ 3044923 w 5362651"/>
                <a:gd name="connsiteY51" fmla="*/ 597740 h 946411"/>
                <a:gd name="connsiteX52" fmla="*/ 2032511 w 5362651"/>
                <a:gd name="connsiteY52" fmla="*/ 928263 h 946411"/>
                <a:gd name="connsiteX53" fmla="*/ 2179765 w 5362651"/>
                <a:gd name="connsiteY53" fmla="*/ 928263 h 946411"/>
                <a:gd name="connsiteX54" fmla="*/ 2179765 w 5362651"/>
                <a:gd name="connsiteY54" fmla="*/ 535820 h 946411"/>
                <a:gd name="connsiteX55" fmla="*/ 2306304 w 5362651"/>
                <a:gd name="connsiteY55" fmla="*/ 378351 h 946411"/>
                <a:gd name="connsiteX56" fmla="*/ 2425153 w 5362651"/>
                <a:gd name="connsiteY56" fmla="*/ 524183 h 946411"/>
                <a:gd name="connsiteX57" fmla="*/ 2425153 w 5362651"/>
                <a:gd name="connsiteY57" fmla="*/ 928263 h 946411"/>
                <a:gd name="connsiteX58" fmla="*/ 2572300 w 5362651"/>
                <a:gd name="connsiteY58" fmla="*/ 928263 h 946411"/>
                <a:gd name="connsiteX59" fmla="*/ 2572300 w 5362651"/>
                <a:gd name="connsiteY59" fmla="*/ 521621 h 946411"/>
                <a:gd name="connsiteX60" fmla="*/ 2698839 w 5362651"/>
                <a:gd name="connsiteY60" fmla="*/ 378351 h 946411"/>
                <a:gd name="connsiteX61" fmla="*/ 2817688 w 5362651"/>
                <a:gd name="connsiteY61" fmla="*/ 524183 h 946411"/>
                <a:gd name="connsiteX62" fmla="*/ 2817688 w 5362651"/>
                <a:gd name="connsiteY62" fmla="*/ 928263 h 946411"/>
                <a:gd name="connsiteX63" fmla="*/ 2964942 w 5362651"/>
                <a:gd name="connsiteY63" fmla="*/ 928263 h 946411"/>
                <a:gd name="connsiteX64" fmla="*/ 2964942 w 5362651"/>
                <a:gd name="connsiteY64" fmla="*/ 498348 h 946411"/>
                <a:gd name="connsiteX65" fmla="*/ 2746677 w 5362651"/>
                <a:gd name="connsiteY65" fmla="*/ 249174 h 946411"/>
                <a:gd name="connsiteX66" fmla="*/ 2547847 w 5362651"/>
                <a:gd name="connsiteY66" fmla="*/ 362764 h 946411"/>
                <a:gd name="connsiteX67" fmla="*/ 2367063 w 5362651"/>
                <a:gd name="connsiteY67" fmla="*/ 249174 h 946411"/>
                <a:gd name="connsiteX68" fmla="*/ 2179872 w 5362651"/>
                <a:gd name="connsiteY68" fmla="*/ 355078 h 946411"/>
                <a:gd name="connsiteX69" fmla="*/ 2179872 w 5362651"/>
                <a:gd name="connsiteY69" fmla="*/ 267323 h 946411"/>
                <a:gd name="connsiteX70" fmla="*/ 2032618 w 5362651"/>
                <a:gd name="connsiteY70" fmla="*/ 267323 h 946411"/>
                <a:gd name="connsiteX71" fmla="*/ 2032618 w 5362651"/>
                <a:gd name="connsiteY71" fmla="*/ 928263 h 946411"/>
                <a:gd name="connsiteX72" fmla="*/ 1612854 w 5362651"/>
                <a:gd name="connsiteY72" fmla="*/ 928263 h 946411"/>
                <a:gd name="connsiteX73" fmla="*/ 1760107 w 5362651"/>
                <a:gd name="connsiteY73" fmla="*/ 928263 h 946411"/>
                <a:gd name="connsiteX74" fmla="*/ 1760107 w 5362651"/>
                <a:gd name="connsiteY74" fmla="*/ 568061 h 946411"/>
                <a:gd name="connsiteX75" fmla="*/ 1922845 w 5362651"/>
                <a:gd name="connsiteY75" fmla="*/ 408030 h 946411"/>
                <a:gd name="connsiteX76" fmla="*/ 1955093 w 5362651"/>
                <a:gd name="connsiteY76" fmla="*/ 408030 h 946411"/>
                <a:gd name="connsiteX77" fmla="*/ 1955093 w 5362651"/>
                <a:gd name="connsiteY77" fmla="*/ 255686 h 946411"/>
                <a:gd name="connsiteX78" fmla="*/ 1940891 w 5362651"/>
                <a:gd name="connsiteY78" fmla="*/ 255686 h 946411"/>
                <a:gd name="connsiteX79" fmla="*/ 1760107 w 5362651"/>
                <a:gd name="connsiteY79" fmla="*/ 387426 h 946411"/>
                <a:gd name="connsiteX80" fmla="*/ 1760107 w 5362651"/>
                <a:gd name="connsiteY80" fmla="*/ 267323 h 946411"/>
                <a:gd name="connsiteX81" fmla="*/ 1612854 w 5362651"/>
                <a:gd name="connsiteY81" fmla="*/ 267323 h 946411"/>
                <a:gd name="connsiteX82" fmla="*/ 1612854 w 5362651"/>
                <a:gd name="connsiteY82" fmla="*/ 928263 h 946411"/>
                <a:gd name="connsiteX83" fmla="*/ 1159666 w 5362651"/>
                <a:gd name="connsiteY83" fmla="*/ 804316 h 946411"/>
                <a:gd name="connsiteX84" fmla="*/ 967242 w 5362651"/>
                <a:gd name="connsiteY84" fmla="*/ 597740 h 946411"/>
                <a:gd name="connsiteX85" fmla="*/ 1159666 w 5362651"/>
                <a:gd name="connsiteY85" fmla="*/ 391162 h 946411"/>
                <a:gd name="connsiteX86" fmla="*/ 1352089 w 5362651"/>
                <a:gd name="connsiteY86" fmla="*/ 597740 h 946411"/>
                <a:gd name="connsiteX87" fmla="*/ 1159666 w 5362651"/>
                <a:gd name="connsiteY87" fmla="*/ 804316 h 946411"/>
                <a:gd name="connsiteX88" fmla="*/ 1351982 w 5362651"/>
                <a:gd name="connsiteY88" fmla="*/ 267323 h 946411"/>
                <a:gd name="connsiteX89" fmla="*/ 1351982 w 5362651"/>
                <a:gd name="connsiteY89" fmla="*/ 377070 h 946411"/>
                <a:gd name="connsiteX90" fmla="*/ 1129873 w 5362651"/>
                <a:gd name="connsiteY90" fmla="*/ 249280 h 946411"/>
                <a:gd name="connsiteX91" fmla="*/ 814756 w 5362651"/>
                <a:gd name="connsiteY91" fmla="*/ 597846 h 946411"/>
                <a:gd name="connsiteX92" fmla="*/ 1129873 w 5362651"/>
                <a:gd name="connsiteY92" fmla="*/ 946412 h 946411"/>
                <a:gd name="connsiteX93" fmla="*/ 1351982 w 5362651"/>
                <a:gd name="connsiteY93" fmla="*/ 818622 h 946411"/>
                <a:gd name="connsiteX94" fmla="*/ 1351982 w 5362651"/>
                <a:gd name="connsiteY94" fmla="*/ 928370 h 946411"/>
                <a:gd name="connsiteX95" fmla="*/ 1499129 w 5362651"/>
                <a:gd name="connsiteY95" fmla="*/ 928370 h 946411"/>
                <a:gd name="connsiteX96" fmla="*/ 1499129 w 5362651"/>
                <a:gd name="connsiteY96" fmla="*/ 267429 h 946411"/>
                <a:gd name="connsiteX97" fmla="*/ 1351982 w 5362651"/>
                <a:gd name="connsiteY97" fmla="*/ 267429 h 946411"/>
                <a:gd name="connsiteX98" fmla="*/ 418376 w 5362651"/>
                <a:gd name="connsiteY98" fmla="*/ 386038 h 946411"/>
                <a:gd name="connsiteX99" fmla="*/ 167863 w 5362651"/>
                <a:gd name="connsiteY99" fmla="*/ 386038 h 946411"/>
                <a:gd name="connsiteX100" fmla="*/ 167863 w 5362651"/>
                <a:gd name="connsiteY100" fmla="*/ 176898 h 946411"/>
                <a:gd name="connsiteX101" fmla="*/ 418376 w 5362651"/>
                <a:gd name="connsiteY101" fmla="*/ 176898 h 946411"/>
                <a:gd name="connsiteX102" fmla="*/ 544915 w 5362651"/>
                <a:gd name="connsiteY102" fmla="*/ 281415 h 946411"/>
                <a:gd name="connsiteX103" fmla="*/ 418376 w 5362651"/>
                <a:gd name="connsiteY103" fmla="*/ 386038 h 946411"/>
                <a:gd name="connsiteX104" fmla="*/ 426172 w 5362651"/>
                <a:gd name="connsiteY104" fmla="*/ 775919 h 946411"/>
                <a:gd name="connsiteX105" fmla="*/ 167863 w 5362651"/>
                <a:gd name="connsiteY105" fmla="*/ 775919 h 946411"/>
                <a:gd name="connsiteX106" fmla="*/ 167863 w 5362651"/>
                <a:gd name="connsiteY106" fmla="*/ 538382 h 946411"/>
                <a:gd name="connsiteX107" fmla="*/ 426172 w 5362651"/>
                <a:gd name="connsiteY107" fmla="*/ 538382 h 946411"/>
                <a:gd name="connsiteX108" fmla="*/ 566912 w 5362651"/>
                <a:gd name="connsiteY108" fmla="*/ 657204 h 946411"/>
                <a:gd name="connsiteX109" fmla="*/ 426172 w 5362651"/>
                <a:gd name="connsiteY109" fmla="*/ 776026 h 946411"/>
                <a:gd name="connsiteX110" fmla="*/ 0 w 5362651"/>
                <a:gd name="connsiteY110" fmla="*/ 928263 h 946411"/>
                <a:gd name="connsiteX111" fmla="*/ 445500 w 5362651"/>
                <a:gd name="connsiteY111" fmla="*/ 928263 h 946411"/>
                <a:gd name="connsiteX112" fmla="*/ 742464 w 5362651"/>
                <a:gd name="connsiteY112" fmla="*/ 673965 h 946411"/>
                <a:gd name="connsiteX113" fmla="*/ 584959 w 5362651"/>
                <a:gd name="connsiteY113" fmla="*/ 458420 h 946411"/>
                <a:gd name="connsiteX114" fmla="*/ 720573 w 5362651"/>
                <a:gd name="connsiteY114" fmla="*/ 259636 h 946411"/>
                <a:gd name="connsiteX115" fmla="*/ 441656 w 5362651"/>
                <a:gd name="connsiteY115" fmla="*/ 24661 h 946411"/>
                <a:gd name="connsiteX116" fmla="*/ 0 w 5362651"/>
                <a:gd name="connsiteY116" fmla="*/ 24661 h 946411"/>
                <a:gd name="connsiteX117" fmla="*/ 0 w 5362651"/>
                <a:gd name="connsiteY117" fmla="*/ 928370 h 946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5362651" h="946411">
                  <a:moveTo>
                    <a:pt x="5023081" y="804316"/>
                  </a:moveTo>
                  <a:cubicBezTo>
                    <a:pt x="4912026" y="804316"/>
                    <a:pt x="4830658" y="716561"/>
                    <a:pt x="4830658" y="597740"/>
                  </a:cubicBezTo>
                  <a:cubicBezTo>
                    <a:pt x="4830658" y="478918"/>
                    <a:pt x="4912026" y="391162"/>
                    <a:pt x="5023081" y="391162"/>
                  </a:cubicBezTo>
                  <a:cubicBezTo>
                    <a:pt x="5134136" y="391162"/>
                    <a:pt x="5215504" y="478918"/>
                    <a:pt x="5215504" y="597740"/>
                  </a:cubicBezTo>
                  <a:cubicBezTo>
                    <a:pt x="5215504" y="716561"/>
                    <a:pt x="5134136" y="804316"/>
                    <a:pt x="5023081" y="804316"/>
                  </a:cubicBezTo>
                  <a:moveTo>
                    <a:pt x="5215504" y="267323"/>
                  </a:moveTo>
                  <a:lnTo>
                    <a:pt x="5215504" y="377070"/>
                  </a:lnTo>
                  <a:cubicBezTo>
                    <a:pt x="5171616" y="293158"/>
                    <a:pt x="5095373" y="249280"/>
                    <a:pt x="4993395" y="249280"/>
                  </a:cubicBezTo>
                  <a:cubicBezTo>
                    <a:pt x="4820407" y="249280"/>
                    <a:pt x="4678278" y="395112"/>
                    <a:pt x="4678278" y="597846"/>
                  </a:cubicBezTo>
                  <a:cubicBezTo>
                    <a:pt x="4678278" y="800580"/>
                    <a:pt x="4820300" y="946412"/>
                    <a:pt x="4993395" y="946412"/>
                  </a:cubicBezTo>
                  <a:cubicBezTo>
                    <a:pt x="5095373" y="946412"/>
                    <a:pt x="5171616" y="902534"/>
                    <a:pt x="5215504" y="818622"/>
                  </a:cubicBezTo>
                  <a:lnTo>
                    <a:pt x="5215504" y="928370"/>
                  </a:lnTo>
                  <a:lnTo>
                    <a:pt x="5362651" y="928370"/>
                  </a:lnTo>
                  <a:lnTo>
                    <a:pt x="5362651" y="267429"/>
                  </a:lnTo>
                  <a:lnTo>
                    <a:pt x="5215504" y="267429"/>
                  </a:lnTo>
                  <a:close/>
                  <a:moveTo>
                    <a:pt x="4611218" y="91705"/>
                  </a:moveTo>
                  <a:cubicBezTo>
                    <a:pt x="4611218" y="142095"/>
                    <a:pt x="4569893" y="183411"/>
                    <a:pt x="4519492" y="183411"/>
                  </a:cubicBezTo>
                  <a:cubicBezTo>
                    <a:pt x="4469090" y="183411"/>
                    <a:pt x="4427765" y="142095"/>
                    <a:pt x="4427765" y="91705"/>
                  </a:cubicBezTo>
                  <a:cubicBezTo>
                    <a:pt x="4427765" y="41315"/>
                    <a:pt x="4469090" y="0"/>
                    <a:pt x="4519492" y="0"/>
                  </a:cubicBezTo>
                  <a:cubicBezTo>
                    <a:pt x="4569893" y="0"/>
                    <a:pt x="4611218" y="41315"/>
                    <a:pt x="4611218" y="91705"/>
                  </a:cubicBezTo>
                  <a:moveTo>
                    <a:pt x="4445918" y="928263"/>
                  </a:moveTo>
                  <a:lnTo>
                    <a:pt x="4593172" y="928263"/>
                  </a:lnTo>
                  <a:lnTo>
                    <a:pt x="4593172" y="267323"/>
                  </a:lnTo>
                  <a:lnTo>
                    <a:pt x="4445918" y="267323"/>
                  </a:lnTo>
                  <a:lnTo>
                    <a:pt x="4445918" y="928263"/>
                  </a:lnTo>
                  <a:close/>
                  <a:moveTo>
                    <a:pt x="3777028" y="928263"/>
                  </a:moveTo>
                  <a:lnTo>
                    <a:pt x="3924176" y="928263"/>
                  </a:lnTo>
                  <a:lnTo>
                    <a:pt x="3924176" y="535820"/>
                  </a:lnTo>
                  <a:cubicBezTo>
                    <a:pt x="3924176" y="433866"/>
                    <a:pt x="3978421" y="378351"/>
                    <a:pt x="4061071" y="378351"/>
                  </a:cubicBezTo>
                  <a:cubicBezTo>
                    <a:pt x="4143722" y="378351"/>
                    <a:pt x="4190172" y="433866"/>
                    <a:pt x="4190172" y="524183"/>
                  </a:cubicBezTo>
                  <a:lnTo>
                    <a:pt x="4190172" y="928263"/>
                  </a:lnTo>
                  <a:lnTo>
                    <a:pt x="4337426" y="928263"/>
                  </a:lnTo>
                  <a:lnTo>
                    <a:pt x="4337426" y="498348"/>
                  </a:lnTo>
                  <a:cubicBezTo>
                    <a:pt x="4337426" y="327961"/>
                    <a:pt x="4245700" y="249174"/>
                    <a:pt x="4121831" y="249174"/>
                  </a:cubicBezTo>
                  <a:cubicBezTo>
                    <a:pt x="4019853" y="249174"/>
                    <a:pt x="3952686" y="299563"/>
                    <a:pt x="3924282" y="355078"/>
                  </a:cubicBezTo>
                  <a:lnTo>
                    <a:pt x="3924282" y="267323"/>
                  </a:lnTo>
                  <a:lnTo>
                    <a:pt x="3777135" y="267323"/>
                  </a:lnTo>
                  <a:lnTo>
                    <a:pt x="3777135" y="928263"/>
                  </a:lnTo>
                  <a:close/>
                  <a:moveTo>
                    <a:pt x="3199865" y="526745"/>
                  </a:moveTo>
                  <a:cubicBezTo>
                    <a:pt x="3220474" y="437709"/>
                    <a:pt x="3283796" y="383476"/>
                    <a:pt x="3371573" y="383476"/>
                  </a:cubicBezTo>
                  <a:cubicBezTo>
                    <a:pt x="3454223" y="383476"/>
                    <a:pt x="3521389" y="432584"/>
                    <a:pt x="3540717" y="526745"/>
                  </a:cubicBezTo>
                  <a:lnTo>
                    <a:pt x="3199865" y="526745"/>
                  </a:lnTo>
                  <a:close/>
                  <a:moveTo>
                    <a:pt x="3044923" y="597740"/>
                  </a:moveTo>
                  <a:cubicBezTo>
                    <a:pt x="3044923" y="799085"/>
                    <a:pt x="3188225" y="946305"/>
                    <a:pt x="3383212" y="946305"/>
                  </a:cubicBezTo>
                  <a:cubicBezTo>
                    <a:pt x="3503343" y="946305"/>
                    <a:pt x="3616960" y="886948"/>
                    <a:pt x="3671206" y="797804"/>
                  </a:cubicBezTo>
                  <a:lnTo>
                    <a:pt x="3570509" y="712611"/>
                  </a:lnTo>
                  <a:cubicBezTo>
                    <a:pt x="3533029" y="774531"/>
                    <a:pt x="3463299" y="812003"/>
                    <a:pt x="3383318" y="812003"/>
                  </a:cubicBezTo>
                  <a:cubicBezTo>
                    <a:pt x="3286466" y="812003"/>
                    <a:pt x="3214174" y="746133"/>
                    <a:pt x="3196127" y="645460"/>
                  </a:cubicBezTo>
                  <a:lnTo>
                    <a:pt x="3690640" y="645460"/>
                  </a:lnTo>
                  <a:cubicBezTo>
                    <a:pt x="3693203" y="628699"/>
                    <a:pt x="3694485" y="609269"/>
                    <a:pt x="3694485" y="591227"/>
                  </a:cubicBezTo>
                  <a:cubicBezTo>
                    <a:pt x="3694485" y="401411"/>
                    <a:pt x="3565384" y="249174"/>
                    <a:pt x="3371679" y="249174"/>
                  </a:cubicBezTo>
                  <a:cubicBezTo>
                    <a:pt x="3177975" y="249174"/>
                    <a:pt x="3044923" y="396286"/>
                    <a:pt x="3044923" y="597740"/>
                  </a:cubicBezTo>
                  <a:moveTo>
                    <a:pt x="2032511" y="928263"/>
                  </a:moveTo>
                  <a:lnTo>
                    <a:pt x="2179765" y="928263"/>
                  </a:lnTo>
                  <a:lnTo>
                    <a:pt x="2179765" y="535820"/>
                  </a:lnTo>
                  <a:cubicBezTo>
                    <a:pt x="2179765" y="433866"/>
                    <a:pt x="2230167" y="378351"/>
                    <a:pt x="2306304" y="378351"/>
                  </a:cubicBezTo>
                  <a:cubicBezTo>
                    <a:pt x="2382440" y="378351"/>
                    <a:pt x="2425153" y="433866"/>
                    <a:pt x="2425153" y="524183"/>
                  </a:cubicBezTo>
                  <a:lnTo>
                    <a:pt x="2425153" y="928263"/>
                  </a:lnTo>
                  <a:lnTo>
                    <a:pt x="2572300" y="928263"/>
                  </a:lnTo>
                  <a:lnTo>
                    <a:pt x="2572300" y="521621"/>
                  </a:lnTo>
                  <a:cubicBezTo>
                    <a:pt x="2572300" y="433866"/>
                    <a:pt x="2622702" y="378351"/>
                    <a:pt x="2698839" y="378351"/>
                  </a:cubicBezTo>
                  <a:cubicBezTo>
                    <a:pt x="2774974" y="378351"/>
                    <a:pt x="2817688" y="433866"/>
                    <a:pt x="2817688" y="524183"/>
                  </a:cubicBezTo>
                  <a:lnTo>
                    <a:pt x="2817688" y="928263"/>
                  </a:lnTo>
                  <a:lnTo>
                    <a:pt x="2964942" y="928263"/>
                  </a:lnTo>
                  <a:lnTo>
                    <a:pt x="2964942" y="498348"/>
                  </a:lnTo>
                  <a:cubicBezTo>
                    <a:pt x="2964942" y="327961"/>
                    <a:pt x="2877166" y="249174"/>
                    <a:pt x="2746677" y="249174"/>
                  </a:cubicBezTo>
                  <a:cubicBezTo>
                    <a:pt x="2658901" y="249174"/>
                    <a:pt x="2590453" y="287927"/>
                    <a:pt x="2547847" y="362764"/>
                  </a:cubicBezTo>
                  <a:cubicBezTo>
                    <a:pt x="2513036" y="285258"/>
                    <a:pt x="2447151" y="249174"/>
                    <a:pt x="2367063" y="249174"/>
                  </a:cubicBezTo>
                  <a:cubicBezTo>
                    <a:pt x="2271492" y="249174"/>
                    <a:pt x="2208277" y="299563"/>
                    <a:pt x="2179872" y="355078"/>
                  </a:cubicBezTo>
                  <a:lnTo>
                    <a:pt x="2179872" y="267323"/>
                  </a:lnTo>
                  <a:lnTo>
                    <a:pt x="2032618" y="267323"/>
                  </a:lnTo>
                  <a:lnTo>
                    <a:pt x="2032618" y="928263"/>
                  </a:lnTo>
                  <a:close/>
                  <a:moveTo>
                    <a:pt x="1612854" y="928263"/>
                  </a:moveTo>
                  <a:lnTo>
                    <a:pt x="1760107" y="928263"/>
                  </a:lnTo>
                  <a:lnTo>
                    <a:pt x="1760107" y="568061"/>
                  </a:lnTo>
                  <a:cubicBezTo>
                    <a:pt x="1760107" y="458313"/>
                    <a:pt x="1806558" y="408030"/>
                    <a:pt x="1922845" y="408030"/>
                  </a:cubicBezTo>
                  <a:lnTo>
                    <a:pt x="1955093" y="408030"/>
                  </a:lnTo>
                  <a:lnTo>
                    <a:pt x="1955093" y="255686"/>
                  </a:lnTo>
                  <a:lnTo>
                    <a:pt x="1940891" y="255686"/>
                  </a:lnTo>
                  <a:cubicBezTo>
                    <a:pt x="1844039" y="255686"/>
                    <a:pt x="1780823" y="309919"/>
                    <a:pt x="1760107" y="387426"/>
                  </a:cubicBezTo>
                  <a:lnTo>
                    <a:pt x="1760107" y="267323"/>
                  </a:lnTo>
                  <a:lnTo>
                    <a:pt x="1612854" y="267323"/>
                  </a:lnTo>
                  <a:lnTo>
                    <a:pt x="1612854" y="928263"/>
                  </a:lnTo>
                  <a:close/>
                  <a:moveTo>
                    <a:pt x="1159666" y="804316"/>
                  </a:moveTo>
                  <a:cubicBezTo>
                    <a:pt x="1048611" y="804316"/>
                    <a:pt x="967242" y="716561"/>
                    <a:pt x="967242" y="597740"/>
                  </a:cubicBezTo>
                  <a:cubicBezTo>
                    <a:pt x="967242" y="478918"/>
                    <a:pt x="1048611" y="391162"/>
                    <a:pt x="1159666" y="391162"/>
                  </a:cubicBezTo>
                  <a:cubicBezTo>
                    <a:pt x="1270720" y="391162"/>
                    <a:pt x="1352089" y="478918"/>
                    <a:pt x="1352089" y="597740"/>
                  </a:cubicBezTo>
                  <a:cubicBezTo>
                    <a:pt x="1352089" y="716561"/>
                    <a:pt x="1270720" y="804316"/>
                    <a:pt x="1159666" y="804316"/>
                  </a:cubicBezTo>
                  <a:moveTo>
                    <a:pt x="1351982" y="267323"/>
                  </a:moveTo>
                  <a:lnTo>
                    <a:pt x="1351982" y="377070"/>
                  </a:lnTo>
                  <a:cubicBezTo>
                    <a:pt x="1308094" y="293158"/>
                    <a:pt x="1231851" y="249280"/>
                    <a:pt x="1129873" y="249280"/>
                  </a:cubicBezTo>
                  <a:cubicBezTo>
                    <a:pt x="956885" y="249280"/>
                    <a:pt x="814756" y="395112"/>
                    <a:pt x="814756" y="597846"/>
                  </a:cubicBezTo>
                  <a:cubicBezTo>
                    <a:pt x="814756" y="800580"/>
                    <a:pt x="956778" y="946412"/>
                    <a:pt x="1129873" y="946412"/>
                  </a:cubicBezTo>
                  <a:cubicBezTo>
                    <a:pt x="1231851" y="946412"/>
                    <a:pt x="1308094" y="902534"/>
                    <a:pt x="1351982" y="818622"/>
                  </a:cubicBezTo>
                  <a:lnTo>
                    <a:pt x="1351982" y="928370"/>
                  </a:lnTo>
                  <a:lnTo>
                    <a:pt x="1499129" y="928370"/>
                  </a:lnTo>
                  <a:lnTo>
                    <a:pt x="1499129" y="267429"/>
                  </a:lnTo>
                  <a:lnTo>
                    <a:pt x="1351982" y="267429"/>
                  </a:lnTo>
                  <a:close/>
                  <a:moveTo>
                    <a:pt x="418376" y="386038"/>
                  </a:moveTo>
                  <a:lnTo>
                    <a:pt x="167863" y="386038"/>
                  </a:lnTo>
                  <a:lnTo>
                    <a:pt x="167863" y="176898"/>
                  </a:lnTo>
                  <a:lnTo>
                    <a:pt x="418376" y="176898"/>
                  </a:lnTo>
                  <a:cubicBezTo>
                    <a:pt x="498464" y="176898"/>
                    <a:pt x="544915" y="215652"/>
                    <a:pt x="544915" y="281415"/>
                  </a:cubicBezTo>
                  <a:cubicBezTo>
                    <a:pt x="544915" y="347178"/>
                    <a:pt x="498464" y="386038"/>
                    <a:pt x="418376" y="386038"/>
                  </a:cubicBezTo>
                  <a:moveTo>
                    <a:pt x="426172" y="775919"/>
                  </a:moveTo>
                  <a:lnTo>
                    <a:pt x="167863" y="775919"/>
                  </a:lnTo>
                  <a:lnTo>
                    <a:pt x="167863" y="538382"/>
                  </a:lnTo>
                  <a:lnTo>
                    <a:pt x="426172" y="538382"/>
                  </a:lnTo>
                  <a:cubicBezTo>
                    <a:pt x="515229" y="538382"/>
                    <a:pt x="566912" y="582259"/>
                    <a:pt x="566912" y="657204"/>
                  </a:cubicBezTo>
                  <a:cubicBezTo>
                    <a:pt x="566912" y="732148"/>
                    <a:pt x="515229" y="776026"/>
                    <a:pt x="426172" y="776026"/>
                  </a:cubicBezTo>
                  <a:moveTo>
                    <a:pt x="0" y="928263"/>
                  </a:moveTo>
                  <a:lnTo>
                    <a:pt x="445500" y="928263"/>
                  </a:lnTo>
                  <a:cubicBezTo>
                    <a:pt x="632690" y="928263"/>
                    <a:pt x="742464" y="833995"/>
                    <a:pt x="742464" y="673965"/>
                  </a:cubicBezTo>
                  <a:cubicBezTo>
                    <a:pt x="742464" y="564217"/>
                    <a:pt x="681811" y="490661"/>
                    <a:pt x="584959" y="458420"/>
                  </a:cubicBezTo>
                  <a:cubicBezTo>
                    <a:pt x="668890" y="426179"/>
                    <a:pt x="720573" y="351235"/>
                    <a:pt x="720573" y="259636"/>
                  </a:cubicBezTo>
                  <a:cubicBezTo>
                    <a:pt x="720573" y="112416"/>
                    <a:pt x="617314" y="24661"/>
                    <a:pt x="441656" y="24661"/>
                  </a:cubicBezTo>
                  <a:lnTo>
                    <a:pt x="0" y="24661"/>
                  </a:lnTo>
                  <a:lnTo>
                    <a:pt x="0" y="928370"/>
                  </a:lnTo>
                  <a:close/>
                </a:path>
              </a:pathLst>
            </a:custGeom>
            <a:grpFill/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970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E654B4B-C6C6-016D-E61D-0A281C254C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52560" y="220751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06141E54-9039-A915-8DBE-37B68874A5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2560" y="1744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12B6B93A-C189-2DD1-9EEF-5E876AF3E5E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374167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24FE9924-5511-B1BE-6FC6-E97E077D2E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327882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4D7AAB3A-2CB7-DCA9-DF41-39C86A9136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52560" y="374167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0E438F96-A89F-7C12-0BE6-1160B2F7050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52560" y="327882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74B15F21-8A02-B3D8-EE6A-E633C0998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525551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A1058F2E-871E-2C32-7224-88C3D67CFE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0" y="4792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DF0F9E43-54EE-D91B-17CF-529873A8CB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52560" y="525551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CEA8068A-B3FF-CD43-3786-D7014E5381E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52560" y="4792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06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11FF94DD-0293-699F-57B3-E989B74CAD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20751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16501A-6FFE-0EDD-00EE-26FA036E93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1744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6DF0A-5E41-5541-AB91-163EE5CE3B1D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56" name="Freihandform 55">
            <a:extLst>
              <a:ext uri="{FF2B5EF4-FFF2-40B4-BE49-F238E27FC236}">
                <a16:creationId xmlns:a16="http://schemas.microsoft.com/office/drawing/2014/main" id="{20D8424F-BF79-7ED8-1E37-EBD02EDDC185}"/>
              </a:ext>
            </a:extLst>
          </p:cNvPr>
          <p:cNvSpPr/>
          <p:nvPr/>
        </p:nvSpPr>
        <p:spPr>
          <a:xfrm rot="20098344">
            <a:off x="85046" y="-1877645"/>
            <a:ext cx="8740889" cy="3910157"/>
          </a:xfrm>
          <a:custGeom>
            <a:avLst/>
            <a:gdLst>
              <a:gd name="connsiteX0" fmla="*/ 366065 w 8740889"/>
              <a:gd name="connsiteY0" fmla="*/ 0 h 3910157"/>
              <a:gd name="connsiteX1" fmla="*/ 8740889 w 8740889"/>
              <a:gd name="connsiteY1" fmla="*/ 3910157 h 3910157"/>
              <a:gd name="connsiteX2" fmla="*/ 273048 w 8740889"/>
              <a:gd name="connsiteY2" fmla="*/ 3910157 h 3910157"/>
              <a:gd name="connsiteX3" fmla="*/ 0 w 8740889"/>
              <a:gd name="connsiteY3" fmla="*/ 3637109 h 3910157"/>
              <a:gd name="connsiteX4" fmla="*/ 0 w 8740889"/>
              <a:gd name="connsiteY4" fmla="*/ 784042 h 3910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0889" h="3910157">
                <a:moveTo>
                  <a:pt x="366065" y="0"/>
                </a:moveTo>
                <a:lnTo>
                  <a:pt x="8740889" y="3910157"/>
                </a:lnTo>
                <a:lnTo>
                  <a:pt x="273048" y="3910157"/>
                </a:lnTo>
                <a:cubicBezTo>
                  <a:pt x="122247" y="3910157"/>
                  <a:pt x="0" y="3787909"/>
                  <a:pt x="0" y="3637109"/>
                </a:cubicBezTo>
                <a:lnTo>
                  <a:pt x="0" y="784042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54" name="Freihandform 53">
            <a:extLst>
              <a:ext uri="{FF2B5EF4-FFF2-40B4-BE49-F238E27FC236}">
                <a16:creationId xmlns:a16="http://schemas.microsoft.com/office/drawing/2014/main" id="{821D489C-8A10-FAD0-7FAF-926CB376F23F}"/>
              </a:ext>
            </a:extLst>
          </p:cNvPr>
          <p:cNvSpPr/>
          <p:nvPr/>
        </p:nvSpPr>
        <p:spPr>
          <a:xfrm rot="19858879">
            <a:off x="-191643" y="-1763385"/>
            <a:ext cx="7746587" cy="3886236"/>
          </a:xfrm>
          <a:custGeom>
            <a:avLst/>
            <a:gdLst>
              <a:gd name="connsiteX0" fmla="*/ 741019 w 7746587"/>
              <a:gd name="connsiteY0" fmla="*/ 0 h 3886236"/>
              <a:gd name="connsiteX1" fmla="*/ 7746587 w 7746587"/>
              <a:gd name="connsiteY1" fmla="*/ 3886236 h 3886236"/>
              <a:gd name="connsiteX2" fmla="*/ 273080 w 7746587"/>
              <a:gd name="connsiteY2" fmla="*/ 3886236 h 3886236"/>
              <a:gd name="connsiteX3" fmla="*/ 0 w 7746587"/>
              <a:gd name="connsiteY3" fmla="*/ 3613156 h 3886236"/>
              <a:gd name="connsiteX4" fmla="*/ 0 w 7746587"/>
              <a:gd name="connsiteY4" fmla="*/ 1335806 h 3886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46587" h="3886236">
                <a:moveTo>
                  <a:pt x="741019" y="0"/>
                </a:moveTo>
                <a:lnTo>
                  <a:pt x="7746587" y="3886236"/>
                </a:lnTo>
                <a:lnTo>
                  <a:pt x="273080" y="3886236"/>
                </a:lnTo>
                <a:cubicBezTo>
                  <a:pt x="122262" y="3886236"/>
                  <a:pt x="0" y="3763974"/>
                  <a:pt x="0" y="3613156"/>
                </a:cubicBezTo>
                <a:lnTo>
                  <a:pt x="0" y="1335806"/>
                </a:lnTo>
                <a:close/>
              </a:path>
            </a:pathLst>
          </a:custGeom>
          <a:solidFill>
            <a:schemeClr val="tx1"/>
          </a:solidFill>
          <a:ln w="6351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F0CD5AAF-B922-A417-C7A4-5EAC44CC0333}"/>
              </a:ext>
            </a:extLst>
          </p:cNvPr>
          <p:cNvGrpSpPr/>
          <p:nvPr userDrawn="1"/>
        </p:nvGrpSpPr>
        <p:grpSpPr>
          <a:xfrm>
            <a:off x="479425" y="436603"/>
            <a:ext cx="1714242" cy="471447"/>
            <a:chOff x="1144935" y="-1876113"/>
            <a:chExt cx="1656042" cy="455441"/>
          </a:xfrm>
        </p:grpSpPr>
        <p:sp>
          <p:nvSpPr>
            <p:cNvPr id="40" name="Freihandform 39">
              <a:extLst>
                <a:ext uri="{FF2B5EF4-FFF2-40B4-BE49-F238E27FC236}">
                  <a16:creationId xmlns:a16="http://schemas.microsoft.com/office/drawing/2014/main" id="{7F75C1CE-DA71-38A4-B1E4-4CB9F237A402}"/>
                </a:ext>
              </a:extLst>
            </p:cNvPr>
            <p:cNvSpPr/>
            <p:nvPr/>
          </p:nvSpPr>
          <p:spPr>
            <a:xfrm>
              <a:off x="1144935" y="-1876113"/>
              <a:ext cx="457053" cy="455441"/>
            </a:xfrm>
            <a:custGeom>
              <a:avLst/>
              <a:gdLst>
                <a:gd name="connsiteX0" fmla="*/ 1077263 w 2373356"/>
                <a:gd name="connsiteY0" fmla="*/ 1296696 h 2364985"/>
                <a:gd name="connsiteX1" fmla="*/ 1072778 w 2373356"/>
                <a:gd name="connsiteY1" fmla="*/ 1293921 h 2364985"/>
                <a:gd name="connsiteX2" fmla="*/ 461444 w 2373356"/>
                <a:gd name="connsiteY2" fmla="*/ 1203710 h 2364985"/>
                <a:gd name="connsiteX3" fmla="*/ 191603 w 2373356"/>
                <a:gd name="connsiteY3" fmla="*/ 1301393 h 2364985"/>
                <a:gd name="connsiteX4" fmla="*/ 461444 w 2373356"/>
                <a:gd name="connsiteY4" fmla="*/ 1399077 h 2364985"/>
                <a:gd name="connsiteX5" fmla="*/ 984361 w 2373356"/>
                <a:gd name="connsiteY5" fmla="*/ 1334168 h 2364985"/>
                <a:gd name="connsiteX6" fmla="*/ 256741 w 2373356"/>
                <a:gd name="connsiteY6" fmla="*/ 1958704 h 2364985"/>
                <a:gd name="connsiteX7" fmla="*/ 19682 w 2373356"/>
                <a:gd name="connsiteY7" fmla="*/ 2344101 h 2364985"/>
                <a:gd name="connsiteX8" fmla="*/ 409227 w 2373356"/>
                <a:gd name="connsiteY8" fmla="*/ 2109554 h 2364985"/>
                <a:gd name="connsiteX9" fmla="*/ 1040422 w 2373356"/>
                <a:gd name="connsiteY9" fmla="*/ 1389683 h 2364985"/>
                <a:gd name="connsiteX10" fmla="*/ 975391 w 2373356"/>
                <a:gd name="connsiteY10" fmla="*/ 1912905 h 2364985"/>
                <a:gd name="connsiteX11" fmla="*/ 1073098 w 2373356"/>
                <a:gd name="connsiteY11" fmla="*/ 2182576 h 2364985"/>
                <a:gd name="connsiteX12" fmla="*/ 1170805 w 2373356"/>
                <a:gd name="connsiteY12" fmla="*/ 1912905 h 2364985"/>
                <a:gd name="connsiteX13" fmla="*/ 1080573 w 2373356"/>
                <a:gd name="connsiteY13" fmla="*/ 1301714 h 2364985"/>
                <a:gd name="connsiteX14" fmla="*/ 1077369 w 2373356"/>
                <a:gd name="connsiteY14" fmla="*/ 1296803 h 2364985"/>
                <a:gd name="connsiteX15" fmla="*/ 1051955 w 2373356"/>
                <a:gd name="connsiteY15" fmla="*/ 1052967 h 2364985"/>
                <a:gd name="connsiteX16" fmla="*/ 1064128 w 2373356"/>
                <a:gd name="connsiteY16" fmla="*/ 1040797 h 2364985"/>
                <a:gd name="connsiteX17" fmla="*/ 425992 w 2373356"/>
                <a:gd name="connsiteY17" fmla="*/ 255590 h 2364985"/>
                <a:gd name="connsiteX18" fmla="*/ 32176 w 2373356"/>
                <a:gd name="connsiteY18" fmla="*/ 21149 h 2364985"/>
                <a:gd name="connsiteX19" fmla="*/ 266565 w 2373356"/>
                <a:gd name="connsiteY19" fmla="*/ 414873 h 2364985"/>
                <a:gd name="connsiteX20" fmla="*/ 1051955 w 2373356"/>
                <a:gd name="connsiteY20" fmla="*/ 1052860 h 2364985"/>
                <a:gd name="connsiteX21" fmla="*/ 1194297 w 2373356"/>
                <a:gd name="connsiteY21" fmla="*/ 143173 h 2364985"/>
                <a:gd name="connsiteX22" fmla="*/ 1096697 w 2373356"/>
                <a:gd name="connsiteY22" fmla="*/ 408361 h 2364985"/>
                <a:gd name="connsiteX23" fmla="*/ 1186929 w 2373356"/>
                <a:gd name="connsiteY23" fmla="*/ 1009196 h 2364985"/>
                <a:gd name="connsiteX24" fmla="*/ 1201772 w 2373356"/>
                <a:gd name="connsiteY24" fmla="*/ 1009196 h 2364985"/>
                <a:gd name="connsiteX25" fmla="*/ 1292004 w 2373356"/>
                <a:gd name="connsiteY25" fmla="*/ 408361 h 2364985"/>
                <a:gd name="connsiteX26" fmla="*/ 1194297 w 2373356"/>
                <a:gd name="connsiteY26" fmla="*/ 143173 h 2364985"/>
                <a:gd name="connsiteX27" fmla="*/ 1331300 w 2373356"/>
                <a:gd name="connsiteY27" fmla="*/ 1312069 h 2364985"/>
                <a:gd name="connsiteX28" fmla="*/ 1319126 w 2373356"/>
                <a:gd name="connsiteY28" fmla="*/ 1324240 h 2364985"/>
                <a:gd name="connsiteX29" fmla="*/ 1957263 w 2373356"/>
                <a:gd name="connsiteY29" fmla="*/ 2109447 h 2364985"/>
                <a:gd name="connsiteX30" fmla="*/ 2351079 w 2373356"/>
                <a:gd name="connsiteY30" fmla="*/ 2343781 h 2364985"/>
                <a:gd name="connsiteX31" fmla="*/ 2116583 w 2373356"/>
                <a:gd name="connsiteY31" fmla="*/ 1950057 h 2364985"/>
                <a:gd name="connsiteX32" fmla="*/ 1331193 w 2373356"/>
                <a:gd name="connsiteY32" fmla="*/ 1312069 h 2364985"/>
                <a:gd name="connsiteX33" fmla="*/ 1958331 w 2373356"/>
                <a:gd name="connsiteY33" fmla="*/ 259219 h 2364985"/>
                <a:gd name="connsiteX34" fmla="*/ 1320194 w 2373356"/>
                <a:gd name="connsiteY34" fmla="*/ 1044427 h 2364985"/>
                <a:gd name="connsiteX35" fmla="*/ 1332368 w 2373356"/>
                <a:gd name="connsiteY35" fmla="*/ 1056597 h 2364985"/>
                <a:gd name="connsiteX36" fmla="*/ 2117758 w 2373356"/>
                <a:gd name="connsiteY36" fmla="*/ 418609 h 2364985"/>
                <a:gd name="connsiteX37" fmla="*/ 2352147 w 2373356"/>
                <a:gd name="connsiteY37" fmla="*/ 24885 h 2364985"/>
                <a:gd name="connsiteX38" fmla="*/ 1958331 w 2373356"/>
                <a:gd name="connsiteY38" fmla="*/ 259219 h 2364985"/>
                <a:gd name="connsiteX39" fmla="*/ 2032011 w 2373356"/>
                <a:gd name="connsiteY39" fmla="*/ 1279722 h 2364985"/>
                <a:gd name="connsiteX40" fmla="*/ 2325344 w 2373356"/>
                <a:gd name="connsiteY40" fmla="*/ 1182145 h 2364985"/>
                <a:gd name="connsiteX41" fmla="*/ 2021333 w 2373356"/>
                <a:gd name="connsiteY41" fmla="*/ 1084461 h 2364985"/>
                <a:gd name="connsiteX42" fmla="*/ 1367393 w 2373356"/>
                <a:gd name="connsiteY42" fmla="*/ 1174671 h 2364985"/>
                <a:gd name="connsiteX43" fmla="*/ 1367393 w 2373356"/>
                <a:gd name="connsiteY43" fmla="*/ 1189618 h 2364985"/>
                <a:gd name="connsiteX44" fmla="*/ 2032011 w 2373356"/>
                <a:gd name="connsiteY44" fmla="*/ 1279722 h 236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373356" h="2364985">
                  <a:moveTo>
                    <a:pt x="1077263" y="1296696"/>
                  </a:moveTo>
                  <a:cubicBezTo>
                    <a:pt x="1076195" y="1295522"/>
                    <a:pt x="1074700" y="1294561"/>
                    <a:pt x="1072778" y="1293921"/>
                  </a:cubicBezTo>
                  <a:cubicBezTo>
                    <a:pt x="910040" y="1243317"/>
                    <a:pt x="713773" y="1203710"/>
                    <a:pt x="461444" y="1203710"/>
                  </a:cubicBezTo>
                  <a:cubicBezTo>
                    <a:pt x="277777" y="1203710"/>
                    <a:pt x="191603" y="1222072"/>
                    <a:pt x="191603" y="1301393"/>
                  </a:cubicBezTo>
                  <a:cubicBezTo>
                    <a:pt x="191603" y="1380715"/>
                    <a:pt x="277670" y="1399077"/>
                    <a:pt x="461444" y="1399077"/>
                  </a:cubicBezTo>
                  <a:cubicBezTo>
                    <a:pt x="669671" y="1399077"/>
                    <a:pt x="839777" y="1372067"/>
                    <a:pt x="984361" y="1334168"/>
                  </a:cubicBezTo>
                  <a:cubicBezTo>
                    <a:pt x="768446" y="1481174"/>
                    <a:pt x="528611" y="1689780"/>
                    <a:pt x="256741" y="1958704"/>
                  </a:cubicBezTo>
                  <a:cubicBezTo>
                    <a:pt x="43388" y="2169765"/>
                    <a:pt x="-42252" y="2282822"/>
                    <a:pt x="19682" y="2344101"/>
                  </a:cubicBezTo>
                  <a:cubicBezTo>
                    <a:pt x="81616" y="2405381"/>
                    <a:pt x="195874" y="2320615"/>
                    <a:pt x="409227" y="2109554"/>
                  </a:cubicBezTo>
                  <a:cubicBezTo>
                    <a:pt x="681097" y="1840523"/>
                    <a:pt x="891887" y="1603306"/>
                    <a:pt x="1040422" y="1389683"/>
                  </a:cubicBezTo>
                  <a:cubicBezTo>
                    <a:pt x="1002514" y="1534233"/>
                    <a:pt x="975391" y="1704406"/>
                    <a:pt x="975391" y="1912905"/>
                  </a:cubicBezTo>
                  <a:cubicBezTo>
                    <a:pt x="975391" y="2096529"/>
                    <a:pt x="993758" y="2182576"/>
                    <a:pt x="1073098" y="2182576"/>
                  </a:cubicBezTo>
                  <a:cubicBezTo>
                    <a:pt x="1152438" y="2182576"/>
                    <a:pt x="1170805" y="2096529"/>
                    <a:pt x="1170805" y="1912905"/>
                  </a:cubicBezTo>
                  <a:cubicBezTo>
                    <a:pt x="1170805" y="1660635"/>
                    <a:pt x="1131295" y="1464307"/>
                    <a:pt x="1080573" y="1301714"/>
                  </a:cubicBezTo>
                  <a:cubicBezTo>
                    <a:pt x="1079932" y="1299472"/>
                    <a:pt x="1078758" y="1297871"/>
                    <a:pt x="1077369" y="1296803"/>
                  </a:cubicBezTo>
                  <a:moveTo>
                    <a:pt x="1051955" y="1052967"/>
                  </a:moveTo>
                  <a:cubicBezTo>
                    <a:pt x="1064128" y="1060761"/>
                    <a:pt x="1071923" y="1052967"/>
                    <a:pt x="1064128" y="1040797"/>
                  </a:cubicBezTo>
                  <a:cubicBezTo>
                    <a:pt x="916020" y="810092"/>
                    <a:pt x="719752" y="549282"/>
                    <a:pt x="425992" y="255590"/>
                  </a:cubicBezTo>
                  <a:cubicBezTo>
                    <a:pt x="212212" y="41753"/>
                    <a:pt x="96886" y="-43547"/>
                    <a:pt x="32176" y="21149"/>
                  </a:cubicBezTo>
                  <a:cubicBezTo>
                    <a:pt x="-32535" y="85844"/>
                    <a:pt x="52785" y="201036"/>
                    <a:pt x="266565" y="414873"/>
                  </a:cubicBezTo>
                  <a:cubicBezTo>
                    <a:pt x="560325" y="708565"/>
                    <a:pt x="821196" y="904893"/>
                    <a:pt x="1051955" y="1052860"/>
                  </a:cubicBezTo>
                  <a:moveTo>
                    <a:pt x="1194297" y="143173"/>
                  </a:moveTo>
                  <a:cubicBezTo>
                    <a:pt x="1115064" y="143173"/>
                    <a:pt x="1096697" y="227833"/>
                    <a:pt x="1096697" y="408361"/>
                  </a:cubicBezTo>
                  <a:cubicBezTo>
                    <a:pt x="1096697" y="656360"/>
                    <a:pt x="1136207" y="849379"/>
                    <a:pt x="1186929" y="1009196"/>
                  </a:cubicBezTo>
                  <a:cubicBezTo>
                    <a:pt x="1189598" y="1017630"/>
                    <a:pt x="1199102" y="1017630"/>
                    <a:pt x="1201772" y="1009196"/>
                  </a:cubicBezTo>
                  <a:cubicBezTo>
                    <a:pt x="1252387" y="849272"/>
                    <a:pt x="1292004" y="656360"/>
                    <a:pt x="1292004" y="408361"/>
                  </a:cubicBezTo>
                  <a:cubicBezTo>
                    <a:pt x="1292004" y="227833"/>
                    <a:pt x="1273637" y="143173"/>
                    <a:pt x="1194297" y="143173"/>
                  </a:cubicBezTo>
                  <a:moveTo>
                    <a:pt x="1331300" y="1312069"/>
                  </a:moveTo>
                  <a:cubicBezTo>
                    <a:pt x="1319126" y="1304169"/>
                    <a:pt x="1311331" y="1312069"/>
                    <a:pt x="1319126" y="1324240"/>
                  </a:cubicBezTo>
                  <a:cubicBezTo>
                    <a:pt x="1467235" y="1554944"/>
                    <a:pt x="1663502" y="1815755"/>
                    <a:pt x="1957263" y="2109447"/>
                  </a:cubicBezTo>
                  <a:cubicBezTo>
                    <a:pt x="2171149" y="2323283"/>
                    <a:pt x="2286369" y="2408584"/>
                    <a:pt x="2351079" y="2343781"/>
                  </a:cubicBezTo>
                  <a:cubicBezTo>
                    <a:pt x="2415790" y="2279086"/>
                    <a:pt x="2330470" y="2163893"/>
                    <a:pt x="2116583" y="1950057"/>
                  </a:cubicBezTo>
                  <a:cubicBezTo>
                    <a:pt x="1822823" y="1656365"/>
                    <a:pt x="1561952" y="1460036"/>
                    <a:pt x="1331193" y="1312069"/>
                  </a:cubicBezTo>
                  <a:moveTo>
                    <a:pt x="1958331" y="259219"/>
                  </a:moveTo>
                  <a:cubicBezTo>
                    <a:pt x="1664570" y="552912"/>
                    <a:pt x="1468196" y="813722"/>
                    <a:pt x="1320194" y="1044427"/>
                  </a:cubicBezTo>
                  <a:cubicBezTo>
                    <a:pt x="1312399" y="1056597"/>
                    <a:pt x="1320194" y="1064390"/>
                    <a:pt x="1332368" y="1056597"/>
                  </a:cubicBezTo>
                  <a:cubicBezTo>
                    <a:pt x="1563126" y="908523"/>
                    <a:pt x="1823997" y="712302"/>
                    <a:pt x="2117758" y="418609"/>
                  </a:cubicBezTo>
                  <a:cubicBezTo>
                    <a:pt x="2331645" y="204773"/>
                    <a:pt x="2416964" y="89581"/>
                    <a:pt x="2352147" y="24885"/>
                  </a:cubicBezTo>
                  <a:cubicBezTo>
                    <a:pt x="2287437" y="-39810"/>
                    <a:pt x="2172217" y="45490"/>
                    <a:pt x="1958331" y="259219"/>
                  </a:cubicBezTo>
                  <a:moveTo>
                    <a:pt x="2032011" y="1279722"/>
                  </a:moveTo>
                  <a:cubicBezTo>
                    <a:pt x="2231696" y="1279722"/>
                    <a:pt x="2325344" y="1261359"/>
                    <a:pt x="2325344" y="1182145"/>
                  </a:cubicBezTo>
                  <a:cubicBezTo>
                    <a:pt x="2325344" y="1102930"/>
                    <a:pt x="2221017" y="1084461"/>
                    <a:pt x="2021333" y="1084461"/>
                  </a:cubicBezTo>
                  <a:cubicBezTo>
                    <a:pt x="1747007" y="1084461"/>
                    <a:pt x="1544226" y="1124068"/>
                    <a:pt x="1367393" y="1174671"/>
                  </a:cubicBezTo>
                  <a:cubicBezTo>
                    <a:pt x="1358102" y="1177340"/>
                    <a:pt x="1358102" y="1186949"/>
                    <a:pt x="1367393" y="1189618"/>
                  </a:cubicBezTo>
                  <a:cubicBezTo>
                    <a:pt x="1544226" y="1240221"/>
                    <a:pt x="1757792" y="1279722"/>
                    <a:pt x="2032011" y="1279722"/>
                  </a:cubicBezTo>
                </a:path>
              </a:pathLst>
            </a:custGeom>
            <a:solidFill>
              <a:srgbClr val="FFFFFF"/>
            </a:solidFill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41" name="Freihandform 40">
              <a:extLst>
                <a:ext uri="{FF2B5EF4-FFF2-40B4-BE49-F238E27FC236}">
                  <a16:creationId xmlns:a16="http://schemas.microsoft.com/office/drawing/2014/main" id="{C637941F-81A3-6B24-3C32-494382E933DA}"/>
                </a:ext>
              </a:extLst>
            </p:cNvPr>
            <p:cNvSpPr/>
            <p:nvPr/>
          </p:nvSpPr>
          <p:spPr>
            <a:xfrm>
              <a:off x="1757315" y="-1615483"/>
              <a:ext cx="899919" cy="180509"/>
            </a:xfrm>
            <a:custGeom>
              <a:avLst/>
              <a:gdLst>
                <a:gd name="connsiteX0" fmla="*/ 4330912 w 4673045"/>
                <a:gd name="connsiteY0" fmla="*/ 919189 h 937337"/>
                <a:gd name="connsiteX1" fmla="*/ 4478060 w 4673045"/>
                <a:gd name="connsiteY1" fmla="*/ 919189 h 937337"/>
                <a:gd name="connsiteX2" fmla="*/ 4478060 w 4673045"/>
                <a:gd name="connsiteY2" fmla="*/ 558986 h 937337"/>
                <a:gd name="connsiteX3" fmla="*/ 4640797 w 4673045"/>
                <a:gd name="connsiteY3" fmla="*/ 398849 h 937337"/>
                <a:gd name="connsiteX4" fmla="*/ 4673046 w 4673045"/>
                <a:gd name="connsiteY4" fmla="*/ 398849 h 937337"/>
                <a:gd name="connsiteX5" fmla="*/ 4673046 w 4673045"/>
                <a:gd name="connsiteY5" fmla="*/ 246505 h 937337"/>
                <a:gd name="connsiteX6" fmla="*/ 4658844 w 4673045"/>
                <a:gd name="connsiteY6" fmla="*/ 246505 h 937337"/>
                <a:gd name="connsiteX7" fmla="*/ 4478060 w 4673045"/>
                <a:gd name="connsiteY7" fmla="*/ 378138 h 937337"/>
                <a:gd name="connsiteX8" fmla="*/ 4478060 w 4673045"/>
                <a:gd name="connsiteY8" fmla="*/ 258035 h 937337"/>
                <a:gd name="connsiteX9" fmla="*/ 4330912 w 4673045"/>
                <a:gd name="connsiteY9" fmla="*/ 258035 h 937337"/>
                <a:gd name="connsiteX10" fmla="*/ 4330912 w 4673045"/>
                <a:gd name="connsiteY10" fmla="*/ 918975 h 937337"/>
                <a:gd name="connsiteX11" fmla="*/ 3753749 w 4673045"/>
                <a:gd name="connsiteY11" fmla="*/ 517671 h 937337"/>
                <a:gd name="connsiteX12" fmla="*/ 3925457 w 4673045"/>
                <a:gd name="connsiteY12" fmla="*/ 374401 h 937337"/>
                <a:gd name="connsiteX13" fmla="*/ 4094601 w 4673045"/>
                <a:gd name="connsiteY13" fmla="*/ 517671 h 937337"/>
                <a:gd name="connsiteX14" fmla="*/ 3753749 w 4673045"/>
                <a:gd name="connsiteY14" fmla="*/ 517671 h 937337"/>
                <a:gd name="connsiteX15" fmla="*/ 3598807 w 4673045"/>
                <a:gd name="connsiteY15" fmla="*/ 588665 h 937337"/>
                <a:gd name="connsiteX16" fmla="*/ 3937096 w 4673045"/>
                <a:gd name="connsiteY16" fmla="*/ 937231 h 937337"/>
                <a:gd name="connsiteX17" fmla="*/ 4225091 w 4673045"/>
                <a:gd name="connsiteY17" fmla="*/ 788730 h 937337"/>
                <a:gd name="connsiteX18" fmla="*/ 4124394 w 4673045"/>
                <a:gd name="connsiteY18" fmla="*/ 703537 h 937337"/>
                <a:gd name="connsiteX19" fmla="*/ 3937203 w 4673045"/>
                <a:gd name="connsiteY19" fmla="*/ 802929 h 937337"/>
                <a:gd name="connsiteX20" fmla="*/ 3750012 w 4673045"/>
                <a:gd name="connsiteY20" fmla="*/ 636386 h 937337"/>
                <a:gd name="connsiteX21" fmla="*/ 4244525 w 4673045"/>
                <a:gd name="connsiteY21" fmla="*/ 636386 h 937337"/>
                <a:gd name="connsiteX22" fmla="*/ 4248369 w 4673045"/>
                <a:gd name="connsiteY22" fmla="*/ 582153 h 937337"/>
                <a:gd name="connsiteX23" fmla="*/ 3925564 w 4673045"/>
                <a:gd name="connsiteY23" fmla="*/ 239993 h 937337"/>
                <a:gd name="connsiteX24" fmla="*/ 3598914 w 4673045"/>
                <a:gd name="connsiteY24" fmla="*/ 588558 h 937337"/>
                <a:gd name="connsiteX25" fmla="*/ 3173917 w 4673045"/>
                <a:gd name="connsiteY25" fmla="*/ 795242 h 937337"/>
                <a:gd name="connsiteX26" fmla="*/ 2981493 w 4673045"/>
                <a:gd name="connsiteY26" fmla="*/ 588665 h 937337"/>
                <a:gd name="connsiteX27" fmla="*/ 3173917 w 4673045"/>
                <a:gd name="connsiteY27" fmla="*/ 382088 h 937337"/>
                <a:gd name="connsiteX28" fmla="*/ 3366340 w 4673045"/>
                <a:gd name="connsiteY28" fmla="*/ 588665 h 937337"/>
                <a:gd name="connsiteX29" fmla="*/ 3173917 w 4673045"/>
                <a:gd name="connsiteY29" fmla="*/ 795242 h 937337"/>
                <a:gd name="connsiteX30" fmla="*/ 3366340 w 4673045"/>
                <a:gd name="connsiteY30" fmla="*/ 258248 h 937337"/>
                <a:gd name="connsiteX31" fmla="*/ 3366340 w 4673045"/>
                <a:gd name="connsiteY31" fmla="*/ 367996 h 937337"/>
                <a:gd name="connsiteX32" fmla="*/ 3144231 w 4673045"/>
                <a:gd name="connsiteY32" fmla="*/ 240206 h 937337"/>
                <a:gd name="connsiteX33" fmla="*/ 2829220 w 4673045"/>
                <a:gd name="connsiteY33" fmla="*/ 588772 h 937337"/>
                <a:gd name="connsiteX34" fmla="*/ 3144231 w 4673045"/>
                <a:gd name="connsiteY34" fmla="*/ 937338 h 937337"/>
                <a:gd name="connsiteX35" fmla="*/ 3366340 w 4673045"/>
                <a:gd name="connsiteY35" fmla="*/ 809548 h 937337"/>
                <a:gd name="connsiteX36" fmla="*/ 3366340 w 4673045"/>
                <a:gd name="connsiteY36" fmla="*/ 919295 h 937337"/>
                <a:gd name="connsiteX37" fmla="*/ 3513594 w 4673045"/>
                <a:gd name="connsiteY37" fmla="*/ 919295 h 937337"/>
                <a:gd name="connsiteX38" fmla="*/ 3513594 w 4673045"/>
                <a:gd name="connsiteY38" fmla="*/ 258355 h 937337"/>
                <a:gd name="connsiteX39" fmla="*/ 3366340 w 4673045"/>
                <a:gd name="connsiteY39" fmla="*/ 258355 h 937337"/>
                <a:gd name="connsiteX40" fmla="*/ 2188735 w 4673045"/>
                <a:gd name="connsiteY40" fmla="*/ 919189 h 937337"/>
                <a:gd name="connsiteX41" fmla="*/ 2335882 w 4673045"/>
                <a:gd name="connsiteY41" fmla="*/ 919189 h 937337"/>
                <a:gd name="connsiteX42" fmla="*/ 2335882 w 4673045"/>
                <a:gd name="connsiteY42" fmla="*/ 526746 h 937337"/>
                <a:gd name="connsiteX43" fmla="*/ 2472778 w 4673045"/>
                <a:gd name="connsiteY43" fmla="*/ 369277 h 937337"/>
                <a:gd name="connsiteX44" fmla="*/ 2601879 w 4673045"/>
                <a:gd name="connsiteY44" fmla="*/ 515109 h 937337"/>
                <a:gd name="connsiteX45" fmla="*/ 2601879 w 4673045"/>
                <a:gd name="connsiteY45" fmla="*/ 919189 h 937337"/>
                <a:gd name="connsiteX46" fmla="*/ 2749133 w 4673045"/>
                <a:gd name="connsiteY46" fmla="*/ 919189 h 937337"/>
                <a:gd name="connsiteX47" fmla="*/ 2749133 w 4673045"/>
                <a:gd name="connsiteY47" fmla="*/ 489273 h 937337"/>
                <a:gd name="connsiteX48" fmla="*/ 2533538 w 4673045"/>
                <a:gd name="connsiteY48" fmla="*/ 240100 h 937337"/>
                <a:gd name="connsiteX49" fmla="*/ 2335989 w 4673045"/>
                <a:gd name="connsiteY49" fmla="*/ 346004 h 937337"/>
                <a:gd name="connsiteX50" fmla="*/ 2335989 w 4673045"/>
                <a:gd name="connsiteY50" fmla="*/ 15480 h 937337"/>
                <a:gd name="connsiteX51" fmla="*/ 2188842 w 4673045"/>
                <a:gd name="connsiteY51" fmla="*/ 15480 h 937337"/>
                <a:gd name="connsiteX52" fmla="*/ 2188842 w 4673045"/>
                <a:gd name="connsiteY52" fmla="*/ 919189 h 937337"/>
                <a:gd name="connsiteX53" fmla="*/ 2090601 w 4673045"/>
                <a:gd name="connsiteY53" fmla="*/ 921751 h 937337"/>
                <a:gd name="connsiteX54" fmla="*/ 2090601 w 4673045"/>
                <a:gd name="connsiteY54" fmla="*/ 797805 h 937337"/>
                <a:gd name="connsiteX55" fmla="*/ 2035074 w 4673045"/>
                <a:gd name="connsiteY55" fmla="*/ 801648 h 937337"/>
                <a:gd name="connsiteX56" fmla="*/ 1929145 w 4673045"/>
                <a:gd name="connsiteY56" fmla="*/ 694463 h 937337"/>
                <a:gd name="connsiteX57" fmla="*/ 1929145 w 4673045"/>
                <a:gd name="connsiteY57" fmla="*/ 384650 h 937337"/>
                <a:gd name="connsiteX58" fmla="*/ 2090601 w 4673045"/>
                <a:gd name="connsiteY58" fmla="*/ 384650 h 937337"/>
                <a:gd name="connsiteX59" fmla="*/ 2090601 w 4673045"/>
                <a:gd name="connsiteY59" fmla="*/ 258142 h 937337"/>
                <a:gd name="connsiteX60" fmla="*/ 1929145 w 4673045"/>
                <a:gd name="connsiteY60" fmla="*/ 258142 h 937337"/>
                <a:gd name="connsiteX61" fmla="*/ 1929145 w 4673045"/>
                <a:gd name="connsiteY61" fmla="*/ 67044 h 937337"/>
                <a:gd name="connsiteX62" fmla="*/ 1781891 w 4673045"/>
                <a:gd name="connsiteY62" fmla="*/ 112203 h 937337"/>
                <a:gd name="connsiteX63" fmla="*/ 1781891 w 4673045"/>
                <a:gd name="connsiteY63" fmla="*/ 258035 h 937337"/>
                <a:gd name="connsiteX64" fmla="*/ 1654072 w 4673045"/>
                <a:gd name="connsiteY64" fmla="*/ 258035 h 937337"/>
                <a:gd name="connsiteX65" fmla="*/ 1654072 w 4673045"/>
                <a:gd name="connsiteY65" fmla="*/ 384543 h 937337"/>
                <a:gd name="connsiteX66" fmla="*/ 1781891 w 4673045"/>
                <a:gd name="connsiteY66" fmla="*/ 384543 h 937337"/>
                <a:gd name="connsiteX67" fmla="*/ 1781891 w 4673045"/>
                <a:gd name="connsiteY67" fmla="*/ 708555 h 937337"/>
                <a:gd name="connsiteX68" fmla="*/ 1994923 w 4673045"/>
                <a:gd name="connsiteY68" fmla="*/ 933174 h 937337"/>
                <a:gd name="connsiteX69" fmla="*/ 2090494 w 4673045"/>
                <a:gd name="connsiteY69" fmla="*/ 921537 h 937337"/>
                <a:gd name="connsiteX70" fmla="*/ 1293892 w 4673045"/>
                <a:gd name="connsiteY70" fmla="*/ 795242 h 937337"/>
                <a:gd name="connsiteX71" fmla="*/ 1101469 w 4673045"/>
                <a:gd name="connsiteY71" fmla="*/ 588665 h 937337"/>
                <a:gd name="connsiteX72" fmla="*/ 1293892 w 4673045"/>
                <a:gd name="connsiteY72" fmla="*/ 382088 h 937337"/>
                <a:gd name="connsiteX73" fmla="*/ 1486315 w 4673045"/>
                <a:gd name="connsiteY73" fmla="*/ 588665 h 937337"/>
                <a:gd name="connsiteX74" fmla="*/ 1293892 w 4673045"/>
                <a:gd name="connsiteY74" fmla="*/ 795242 h 937337"/>
                <a:gd name="connsiteX75" fmla="*/ 1293892 w 4673045"/>
                <a:gd name="connsiteY75" fmla="*/ 937231 h 937337"/>
                <a:gd name="connsiteX76" fmla="*/ 1638695 w 4673045"/>
                <a:gd name="connsiteY76" fmla="*/ 588665 h 937337"/>
                <a:gd name="connsiteX77" fmla="*/ 1293892 w 4673045"/>
                <a:gd name="connsiteY77" fmla="*/ 240100 h 937337"/>
                <a:gd name="connsiteX78" fmla="*/ 949089 w 4673045"/>
                <a:gd name="connsiteY78" fmla="*/ 588665 h 937337"/>
                <a:gd name="connsiteX79" fmla="*/ 1293892 w 4673045"/>
                <a:gd name="connsiteY79" fmla="*/ 937231 h 937337"/>
                <a:gd name="connsiteX80" fmla="*/ 454576 w 4673045"/>
                <a:gd name="connsiteY80" fmla="*/ 0 h 937337"/>
                <a:gd name="connsiteX81" fmla="*/ 0 w 4673045"/>
                <a:gd name="connsiteY81" fmla="*/ 468669 h 937337"/>
                <a:gd name="connsiteX82" fmla="*/ 435141 w 4673045"/>
                <a:gd name="connsiteY82" fmla="*/ 937338 h 937337"/>
                <a:gd name="connsiteX83" fmla="*/ 711496 w 4673045"/>
                <a:gd name="connsiteY83" fmla="*/ 803036 h 937337"/>
                <a:gd name="connsiteX84" fmla="*/ 711496 w 4673045"/>
                <a:gd name="connsiteY84" fmla="*/ 919189 h 937337"/>
                <a:gd name="connsiteX85" fmla="*/ 861313 w 4673045"/>
                <a:gd name="connsiteY85" fmla="*/ 919189 h 937337"/>
                <a:gd name="connsiteX86" fmla="*/ 861313 w 4673045"/>
                <a:gd name="connsiteY86" fmla="*/ 444114 h 937337"/>
                <a:gd name="connsiteX87" fmla="*/ 470060 w 4673045"/>
                <a:gd name="connsiteY87" fmla="*/ 444114 h 937337"/>
                <a:gd name="connsiteX88" fmla="*/ 470060 w 4673045"/>
                <a:gd name="connsiteY88" fmla="*/ 591334 h 937337"/>
                <a:gd name="connsiteX89" fmla="*/ 698576 w 4673045"/>
                <a:gd name="connsiteY89" fmla="*/ 591334 h 937337"/>
                <a:gd name="connsiteX90" fmla="*/ 454470 w 4673045"/>
                <a:gd name="connsiteY90" fmla="*/ 779869 h 937337"/>
                <a:gd name="connsiteX91" fmla="*/ 175552 w 4673045"/>
                <a:gd name="connsiteY91" fmla="*/ 468776 h 937337"/>
                <a:gd name="connsiteX92" fmla="*/ 454470 w 4673045"/>
                <a:gd name="connsiteY92" fmla="*/ 157682 h 937337"/>
                <a:gd name="connsiteX93" fmla="*/ 699857 w 4673045"/>
                <a:gd name="connsiteY93" fmla="*/ 298389 h 937337"/>
                <a:gd name="connsiteX94" fmla="*/ 839316 w 4673045"/>
                <a:gd name="connsiteY94" fmla="*/ 205403 h 937337"/>
                <a:gd name="connsiteX95" fmla="*/ 454470 w 4673045"/>
                <a:gd name="connsiteY95" fmla="*/ 107 h 937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673045" h="937337">
                  <a:moveTo>
                    <a:pt x="4330912" y="919189"/>
                  </a:moveTo>
                  <a:lnTo>
                    <a:pt x="4478060" y="919189"/>
                  </a:lnTo>
                  <a:lnTo>
                    <a:pt x="4478060" y="558986"/>
                  </a:lnTo>
                  <a:cubicBezTo>
                    <a:pt x="4478060" y="449239"/>
                    <a:pt x="4524510" y="398849"/>
                    <a:pt x="4640797" y="398849"/>
                  </a:cubicBezTo>
                  <a:lnTo>
                    <a:pt x="4673046" y="398849"/>
                  </a:lnTo>
                  <a:lnTo>
                    <a:pt x="4673046" y="246505"/>
                  </a:lnTo>
                  <a:lnTo>
                    <a:pt x="4658844" y="246505"/>
                  </a:lnTo>
                  <a:cubicBezTo>
                    <a:pt x="4561991" y="246505"/>
                    <a:pt x="4498776" y="300738"/>
                    <a:pt x="4478060" y="378138"/>
                  </a:cubicBezTo>
                  <a:lnTo>
                    <a:pt x="4478060" y="258035"/>
                  </a:lnTo>
                  <a:lnTo>
                    <a:pt x="4330912" y="258035"/>
                  </a:lnTo>
                  <a:lnTo>
                    <a:pt x="4330912" y="918975"/>
                  </a:lnTo>
                  <a:close/>
                  <a:moveTo>
                    <a:pt x="3753749" y="517671"/>
                  </a:moveTo>
                  <a:cubicBezTo>
                    <a:pt x="3774358" y="428635"/>
                    <a:pt x="3837681" y="374401"/>
                    <a:pt x="3925457" y="374401"/>
                  </a:cubicBezTo>
                  <a:cubicBezTo>
                    <a:pt x="4008107" y="374401"/>
                    <a:pt x="4075273" y="423510"/>
                    <a:pt x="4094601" y="517671"/>
                  </a:cubicBezTo>
                  <a:lnTo>
                    <a:pt x="3753749" y="517671"/>
                  </a:lnTo>
                  <a:close/>
                  <a:moveTo>
                    <a:pt x="3598807" y="588665"/>
                  </a:moveTo>
                  <a:cubicBezTo>
                    <a:pt x="3598807" y="790011"/>
                    <a:pt x="3742110" y="937231"/>
                    <a:pt x="3937096" y="937231"/>
                  </a:cubicBezTo>
                  <a:cubicBezTo>
                    <a:pt x="4057227" y="937231"/>
                    <a:pt x="4170844" y="877873"/>
                    <a:pt x="4225091" y="788730"/>
                  </a:cubicBezTo>
                  <a:lnTo>
                    <a:pt x="4124394" y="703537"/>
                  </a:lnTo>
                  <a:cubicBezTo>
                    <a:pt x="4086913" y="765564"/>
                    <a:pt x="4017183" y="802929"/>
                    <a:pt x="3937203" y="802929"/>
                  </a:cubicBezTo>
                  <a:cubicBezTo>
                    <a:pt x="3840350" y="802929"/>
                    <a:pt x="3768059" y="737059"/>
                    <a:pt x="3750012" y="636386"/>
                  </a:cubicBezTo>
                  <a:lnTo>
                    <a:pt x="4244525" y="636386"/>
                  </a:lnTo>
                  <a:cubicBezTo>
                    <a:pt x="4247088" y="619625"/>
                    <a:pt x="4248369" y="600195"/>
                    <a:pt x="4248369" y="582153"/>
                  </a:cubicBezTo>
                  <a:cubicBezTo>
                    <a:pt x="4248369" y="392337"/>
                    <a:pt x="4119268" y="239993"/>
                    <a:pt x="3925564" y="239993"/>
                  </a:cubicBezTo>
                  <a:cubicBezTo>
                    <a:pt x="3731859" y="239993"/>
                    <a:pt x="3598914" y="387212"/>
                    <a:pt x="3598914" y="588558"/>
                  </a:cubicBezTo>
                  <a:moveTo>
                    <a:pt x="3173917" y="795242"/>
                  </a:moveTo>
                  <a:cubicBezTo>
                    <a:pt x="3062862" y="795242"/>
                    <a:pt x="2981493" y="707487"/>
                    <a:pt x="2981493" y="588665"/>
                  </a:cubicBezTo>
                  <a:cubicBezTo>
                    <a:pt x="2981493" y="469843"/>
                    <a:pt x="3062862" y="382088"/>
                    <a:pt x="3173917" y="382088"/>
                  </a:cubicBezTo>
                  <a:cubicBezTo>
                    <a:pt x="3284971" y="382088"/>
                    <a:pt x="3366340" y="469843"/>
                    <a:pt x="3366340" y="588665"/>
                  </a:cubicBezTo>
                  <a:cubicBezTo>
                    <a:pt x="3366340" y="707487"/>
                    <a:pt x="3284971" y="795242"/>
                    <a:pt x="3173917" y="795242"/>
                  </a:cubicBezTo>
                  <a:moveTo>
                    <a:pt x="3366340" y="258248"/>
                  </a:moveTo>
                  <a:lnTo>
                    <a:pt x="3366340" y="367996"/>
                  </a:lnTo>
                  <a:cubicBezTo>
                    <a:pt x="3322452" y="284084"/>
                    <a:pt x="3246209" y="240206"/>
                    <a:pt x="3144231" y="240206"/>
                  </a:cubicBezTo>
                  <a:cubicBezTo>
                    <a:pt x="2971242" y="240206"/>
                    <a:pt x="2829220" y="386038"/>
                    <a:pt x="2829220" y="588772"/>
                  </a:cubicBezTo>
                  <a:cubicBezTo>
                    <a:pt x="2829220" y="791506"/>
                    <a:pt x="2971242" y="937338"/>
                    <a:pt x="3144231" y="937338"/>
                  </a:cubicBezTo>
                  <a:cubicBezTo>
                    <a:pt x="3246209" y="937338"/>
                    <a:pt x="3322452" y="893460"/>
                    <a:pt x="3366340" y="809548"/>
                  </a:cubicBezTo>
                  <a:lnTo>
                    <a:pt x="3366340" y="919295"/>
                  </a:lnTo>
                  <a:lnTo>
                    <a:pt x="3513594" y="919295"/>
                  </a:lnTo>
                  <a:lnTo>
                    <a:pt x="3513594" y="258355"/>
                  </a:lnTo>
                  <a:lnTo>
                    <a:pt x="3366340" y="258355"/>
                  </a:lnTo>
                  <a:close/>
                  <a:moveTo>
                    <a:pt x="2188735" y="919189"/>
                  </a:moveTo>
                  <a:lnTo>
                    <a:pt x="2335882" y="919189"/>
                  </a:lnTo>
                  <a:lnTo>
                    <a:pt x="2335882" y="526746"/>
                  </a:lnTo>
                  <a:cubicBezTo>
                    <a:pt x="2335882" y="424791"/>
                    <a:pt x="2390128" y="369277"/>
                    <a:pt x="2472778" y="369277"/>
                  </a:cubicBezTo>
                  <a:cubicBezTo>
                    <a:pt x="2555429" y="369277"/>
                    <a:pt x="2601879" y="424791"/>
                    <a:pt x="2601879" y="515109"/>
                  </a:cubicBezTo>
                  <a:lnTo>
                    <a:pt x="2601879" y="919189"/>
                  </a:lnTo>
                  <a:lnTo>
                    <a:pt x="2749133" y="919189"/>
                  </a:lnTo>
                  <a:lnTo>
                    <a:pt x="2749133" y="489273"/>
                  </a:lnTo>
                  <a:cubicBezTo>
                    <a:pt x="2749133" y="318887"/>
                    <a:pt x="2657407" y="240100"/>
                    <a:pt x="2533538" y="240100"/>
                  </a:cubicBezTo>
                  <a:cubicBezTo>
                    <a:pt x="2431560" y="240100"/>
                    <a:pt x="2364394" y="290489"/>
                    <a:pt x="2335989" y="346004"/>
                  </a:cubicBezTo>
                  <a:lnTo>
                    <a:pt x="2335989" y="15480"/>
                  </a:lnTo>
                  <a:lnTo>
                    <a:pt x="2188842" y="15480"/>
                  </a:lnTo>
                  <a:lnTo>
                    <a:pt x="2188842" y="919189"/>
                  </a:lnTo>
                  <a:close/>
                  <a:moveTo>
                    <a:pt x="2090601" y="921751"/>
                  </a:moveTo>
                  <a:lnTo>
                    <a:pt x="2090601" y="797805"/>
                  </a:lnTo>
                  <a:cubicBezTo>
                    <a:pt x="2073836" y="800367"/>
                    <a:pt x="2050558" y="801648"/>
                    <a:pt x="2035074" y="801648"/>
                  </a:cubicBezTo>
                  <a:cubicBezTo>
                    <a:pt x="1962782" y="801648"/>
                    <a:pt x="1929145" y="764176"/>
                    <a:pt x="1929145" y="694463"/>
                  </a:cubicBezTo>
                  <a:lnTo>
                    <a:pt x="1929145" y="384650"/>
                  </a:lnTo>
                  <a:lnTo>
                    <a:pt x="2090601" y="384650"/>
                  </a:lnTo>
                  <a:lnTo>
                    <a:pt x="2090601" y="258142"/>
                  </a:lnTo>
                  <a:lnTo>
                    <a:pt x="1929145" y="258142"/>
                  </a:lnTo>
                  <a:lnTo>
                    <a:pt x="1929145" y="67044"/>
                  </a:lnTo>
                  <a:lnTo>
                    <a:pt x="1781891" y="112203"/>
                  </a:lnTo>
                  <a:lnTo>
                    <a:pt x="1781891" y="258035"/>
                  </a:lnTo>
                  <a:lnTo>
                    <a:pt x="1654072" y="258035"/>
                  </a:lnTo>
                  <a:lnTo>
                    <a:pt x="1654072" y="384543"/>
                  </a:lnTo>
                  <a:lnTo>
                    <a:pt x="1781891" y="384543"/>
                  </a:lnTo>
                  <a:lnTo>
                    <a:pt x="1781891" y="708555"/>
                  </a:lnTo>
                  <a:cubicBezTo>
                    <a:pt x="1781891" y="851824"/>
                    <a:pt x="1860697" y="933174"/>
                    <a:pt x="1994923" y="933174"/>
                  </a:cubicBezTo>
                  <a:cubicBezTo>
                    <a:pt x="2032404" y="933174"/>
                    <a:pt x="2065934" y="929331"/>
                    <a:pt x="2090494" y="921537"/>
                  </a:cubicBezTo>
                  <a:moveTo>
                    <a:pt x="1293892" y="795242"/>
                  </a:moveTo>
                  <a:cubicBezTo>
                    <a:pt x="1182837" y="795242"/>
                    <a:pt x="1101469" y="707487"/>
                    <a:pt x="1101469" y="588665"/>
                  </a:cubicBezTo>
                  <a:cubicBezTo>
                    <a:pt x="1101469" y="469843"/>
                    <a:pt x="1182837" y="382088"/>
                    <a:pt x="1293892" y="382088"/>
                  </a:cubicBezTo>
                  <a:cubicBezTo>
                    <a:pt x="1404946" y="382088"/>
                    <a:pt x="1486315" y="469843"/>
                    <a:pt x="1486315" y="588665"/>
                  </a:cubicBezTo>
                  <a:cubicBezTo>
                    <a:pt x="1486315" y="707487"/>
                    <a:pt x="1404946" y="795242"/>
                    <a:pt x="1293892" y="795242"/>
                  </a:cubicBezTo>
                  <a:moveTo>
                    <a:pt x="1293892" y="937231"/>
                  </a:moveTo>
                  <a:cubicBezTo>
                    <a:pt x="1490160" y="937231"/>
                    <a:pt x="1638695" y="791399"/>
                    <a:pt x="1638695" y="588665"/>
                  </a:cubicBezTo>
                  <a:cubicBezTo>
                    <a:pt x="1638695" y="385931"/>
                    <a:pt x="1490160" y="240100"/>
                    <a:pt x="1293892" y="240100"/>
                  </a:cubicBezTo>
                  <a:cubicBezTo>
                    <a:pt x="1097625" y="240100"/>
                    <a:pt x="949089" y="385931"/>
                    <a:pt x="949089" y="588665"/>
                  </a:cubicBezTo>
                  <a:cubicBezTo>
                    <a:pt x="949089" y="791399"/>
                    <a:pt x="1097625" y="937231"/>
                    <a:pt x="1293892" y="937231"/>
                  </a:cubicBezTo>
                  <a:moveTo>
                    <a:pt x="454576" y="0"/>
                  </a:moveTo>
                  <a:cubicBezTo>
                    <a:pt x="194986" y="0"/>
                    <a:pt x="0" y="196222"/>
                    <a:pt x="0" y="468669"/>
                  </a:cubicBezTo>
                  <a:cubicBezTo>
                    <a:pt x="0" y="741116"/>
                    <a:pt x="194986" y="937338"/>
                    <a:pt x="435141" y="937338"/>
                  </a:cubicBezTo>
                  <a:cubicBezTo>
                    <a:pt x="546196" y="937338"/>
                    <a:pt x="650737" y="885667"/>
                    <a:pt x="711496" y="803036"/>
                  </a:cubicBezTo>
                  <a:lnTo>
                    <a:pt x="711496" y="919189"/>
                  </a:lnTo>
                  <a:lnTo>
                    <a:pt x="861313" y="919189"/>
                  </a:lnTo>
                  <a:lnTo>
                    <a:pt x="861313" y="444114"/>
                  </a:lnTo>
                  <a:lnTo>
                    <a:pt x="470060" y="444114"/>
                  </a:lnTo>
                  <a:lnTo>
                    <a:pt x="470060" y="591334"/>
                  </a:lnTo>
                  <a:lnTo>
                    <a:pt x="698576" y="591334"/>
                  </a:lnTo>
                  <a:cubicBezTo>
                    <a:pt x="676579" y="702363"/>
                    <a:pt x="578445" y="779869"/>
                    <a:pt x="454470" y="779869"/>
                  </a:cubicBezTo>
                  <a:cubicBezTo>
                    <a:pt x="291732" y="779869"/>
                    <a:pt x="175552" y="648236"/>
                    <a:pt x="175552" y="468776"/>
                  </a:cubicBezTo>
                  <a:cubicBezTo>
                    <a:pt x="175552" y="289315"/>
                    <a:pt x="291732" y="157682"/>
                    <a:pt x="454470" y="157682"/>
                  </a:cubicBezTo>
                  <a:cubicBezTo>
                    <a:pt x="570649" y="157682"/>
                    <a:pt x="654581" y="215759"/>
                    <a:pt x="699857" y="298389"/>
                  </a:cubicBezTo>
                  <a:lnTo>
                    <a:pt x="839316" y="205403"/>
                  </a:lnTo>
                  <a:cubicBezTo>
                    <a:pt x="770868" y="76332"/>
                    <a:pt x="626284" y="107"/>
                    <a:pt x="454470" y="107"/>
                  </a:cubicBezTo>
                </a:path>
              </a:pathLst>
            </a:custGeom>
            <a:solidFill>
              <a:srgbClr val="FFFFFF"/>
            </a:solidFill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42" name="Freihandform 41">
              <a:extLst>
                <a:ext uri="{FF2B5EF4-FFF2-40B4-BE49-F238E27FC236}">
                  <a16:creationId xmlns:a16="http://schemas.microsoft.com/office/drawing/2014/main" id="{7DD08E80-73E1-D920-65C2-14F61E75A2B9}"/>
                </a:ext>
              </a:extLst>
            </p:cNvPr>
            <p:cNvSpPr/>
            <p:nvPr/>
          </p:nvSpPr>
          <p:spPr>
            <a:xfrm>
              <a:off x="1768255" y="-1865975"/>
              <a:ext cx="1032722" cy="182257"/>
            </a:xfrm>
            <a:custGeom>
              <a:avLst/>
              <a:gdLst>
                <a:gd name="connsiteX0" fmla="*/ 5023081 w 5362651"/>
                <a:gd name="connsiteY0" fmla="*/ 804316 h 946411"/>
                <a:gd name="connsiteX1" fmla="*/ 4830658 w 5362651"/>
                <a:gd name="connsiteY1" fmla="*/ 597740 h 946411"/>
                <a:gd name="connsiteX2" fmla="*/ 5023081 w 5362651"/>
                <a:gd name="connsiteY2" fmla="*/ 391162 h 946411"/>
                <a:gd name="connsiteX3" fmla="*/ 5215504 w 5362651"/>
                <a:gd name="connsiteY3" fmla="*/ 597740 h 946411"/>
                <a:gd name="connsiteX4" fmla="*/ 5023081 w 5362651"/>
                <a:gd name="connsiteY4" fmla="*/ 804316 h 946411"/>
                <a:gd name="connsiteX5" fmla="*/ 5215504 w 5362651"/>
                <a:gd name="connsiteY5" fmla="*/ 267323 h 946411"/>
                <a:gd name="connsiteX6" fmla="*/ 5215504 w 5362651"/>
                <a:gd name="connsiteY6" fmla="*/ 377070 h 946411"/>
                <a:gd name="connsiteX7" fmla="*/ 4993395 w 5362651"/>
                <a:gd name="connsiteY7" fmla="*/ 249280 h 946411"/>
                <a:gd name="connsiteX8" fmla="*/ 4678278 w 5362651"/>
                <a:gd name="connsiteY8" fmla="*/ 597846 h 946411"/>
                <a:gd name="connsiteX9" fmla="*/ 4993395 w 5362651"/>
                <a:gd name="connsiteY9" fmla="*/ 946412 h 946411"/>
                <a:gd name="connsiteX10" fmla="*/ 5215504 w 5362651"/>
                <a:gd name="connsiteY10" fmla="*/ 818622 h 946411"/>
                <a:gd name="connsiteX11" fmla="*/ 5215504 w 5362651"/>
                <a:gd name="connsiteY11" fmla="*/ 928370 h 946411"/>
                <a:gd name="connsiteX12" fmla="*/ 5362651 w 5362651"/>
                <a:gd name="connsiteY12" fmla="*/ 928370 h 946411"/>
                <a:gd name="connsiteX13" fmla="*/ 5362651 w 5362651"/>
                <a:gd name="connsiteY13" fmla="*/ 267429 h 946411"/>
                <a:gd name="connsiteX14" fmla="*/ 5215504 w 5362651"/>
                <a:gd name="connsiteY14" fmla="*/ 267429 h 946411"/>
                <a:gd name="connsiteX15" fmla="*/ 4611218 w 5362651"/>
                <a:gd name="connsiteY15" fmla="*/ 91705 h 946411"/>
                <a:gd name="connsiteX16" fmla="*/ 4519492 w 5362651"/>
                <a:gd name="connsiteY16" fmla="*/ 183411 h 946411"/>
                <a:gd name="connsiteX17" fmla="*/ 4427765 w 5362651"/>
                <a:gd name="connsiteY17" fmla="*/ 91705 h 946411"/>
                <a:gd name="connsiteX18" fmla="*/ 4519492 w 5362651"/>
                <a:gd name="connsiteY18" fmla="*/ 0 h 946411"/>
                <a:gd name="connsiteX19" fmla="*/ 4611218 w 5362651"/>
                <a:gd name="connsiteY19" fmla="*/ 91705 h 946411"/>
                <a:gd name="connsiteX20" fmla="*/ 4445918 w 5362651"/>
                <a:gd name="connsiteY20" fmla="*/ 928263 h 946411"/>
                <a:gd name="connsiteX21" fmla="*/ 4593172 w 5362651"/>
                <a:gd name="connsiteY21" fmla="*/ 928263 h 946411"/>
                <a:gd name="connsiteX22" fmla="*/ 4593172 w 5362651"/>
                <a:gd name="connsiteY22" fmla="*/ 267323 h 946411"/>
                <a:gd name="connsiteX23" fmla="*/ 4445918 w 5362651"/>
                <a:gd name="connsiteY23" fmla="*/ 267323 h 946411"/>
                <a:gd name="connsiteX24" fmla="*/ 4445918 w 5362651"/>
                <a:gd name="connsiteY24" fmla="*/ 928263 h 946411"/>
                <a:gd name="connsiteX25" fmla="*/ 3777028 w 5362651"/>
                <a:gd name="connsiteY25" fmla="*/ 928263 h 946411"/>
                <a:gd name="connsiteX26" fmla="*/ 3924176 w 5362651"/>
                <a:gd name="connsiteY26" fmla="*/ 928263 h 946411"/>
                <a:gd name="connsiteX27" fmla="*/ 3924176 w 5362651"/>
                <a:gd name="connsiteY27" fmla="*/ 535820 h 946411"/>
                <a:gd name="connsiteX28" fmla="*/ 4061071 w 5362651"/>
                <a:gd name="connsiteY28" fmla="*/ 378351 h 946411"/>
                <a:gd name="connsiteX29" fmla="*/ 4190172 w 5362651"/>
                <a:gd name="connsiteY29" fmla="*/ 524183 h 946411"/>
                <a:gd name="connsiteX30" fmla="*/ 4190172 w 5362651"/>
                <a:gd name="connsiteY30" fmla="*/ 928263 h 946411"/>
                <a:gd name="connsiteX31" fmla="*/ 4337426 w 5362651"/>
                <a:gd name="connsiteY31" fmla="*/ 928263 h 946411"/>
                <a:gd name="connsiteX32" fmla="*/ 4337426 w 5362651"/>
                <a:gd name="connsiteY32" fmla="*/ 498348 h 946411"/>
                <a:gd name="connsiteX33" fmla="*/ 4121831 w 5362651"/>
                <a:gd name="connsiteY33" fmla="*/ 249174 h 946411"/>
                <a:gd name="connsiteX34" fmla="*/ 3924282 w 5362651"/>
                <a:gd name="connsiteY34" fmla="*/ 355078 h 946411"/>
                <a:gd name="connsiteX35" fmla="*/ 3924282 w 5362651"/>
                <a:gd name="connsiteY35" fmla="*/ 267323 h 946411"/>
                <a:gd name="connsiteX36" fmla="*/ 3777135 w 5362651"/>
                <a:gd name="connsiteY36" fmla="*/ 267323 h 946411"/>
                <a:gd name="connsiteX37" fmla="*/ 3777135 w 5362651"/>
                <a:gd name="connsiteY37" fmla="*/ 928263 h 946411"/>
                <a:gd name="connsiteX38" fmla="*/ 3199865 w 5362651"/>
                <a:gd name="connsiteY38" fmla="*/ 526745 h 946411"/>
                <a:gd name="connsiteX39" fmla="*/ 3371573 w 5362651"/>
                <a:gd name="connsiteY39" fmla="*/ 383476 h 946411"/>
                <a:gd name="connsiteX40" fmla="*/ 3540717 w 5362651"/>
                <a:gd name="connsiteY40" fmla="*/ 526745 h 946411"/>
                <a:gd name="connsiteX41" fmla="*/ 3199865 w 5362651"/>
                <a:gd name="connsiteY41" fmla="*/ 526745 h 946411"/>
                <a:gd name="connsiteX42" fmla="*/ 3044923 w 5362651"/>
                <a:gd name="connsiteY42" fmla="*/ 597740 h 946411"/>
                <a:gd name="connsiteX43" fmla="*/ 3383212 w 5362651"/>
                <a:gd name="connsiteY43" fmla="*/ 946305 h 946411"/>
                <a:gd name="connsiteX44" fmla="*/ 3671206 w 5362651"/>
                <a:gd name="connsiteY44" fmla="*/ 797804 h 946411"/>
                <a:gd name="connsiteX45" fmla="*/ 3570509 w 5362651"/>
                <a:gd name="connsiteY45" fmla="*/ 712611 h 946411"/>
                <a:gd name="connsiteX46" fmla="*/ 3383318 w 5362651"/>
                <a:gd name="connsiteY46" fmla="*/ 812003 h 946411"/>
                <a:gd name="connsiteX47" fmla="*/ 3196127 w 5362651"/>
                <a:gd name="connsiteY47" fmla="*/ 645460 h 946411"/>
                <a:gd name="connsiteX48" fmla="*/ 3690640 w 5362651"/>
                <a:gd name="connsiteY48" fmla="*/ 645460 h 946411"/>
                <a:gd name="connsiteX49" fmla="*/ 3694485 w 5362651"/>
                <a:gd name="connsiteY49" fmla="*/ 591227 h 946411"/>
                <a:gd name="connsiteX50" fmla="*/ 3371679 w 5362651"/>
                <a:gd name="connsiteY50" fmla="*/ 249174 h 946411"/>
                <a:gd name="connsiteX51" fmla="*/ 3044923 w 5362651"/>
                <a:gd name="connsiteY51" fmla="*/ 597740 h 946411"/>
                <a:gd name="connsiteX52" fmla="*/ 2032511 w 5362651"/>
                <a:gd name="connsiteY52" fmla="*/ 928263 h 946411"/>
                <a:gd name="connsiteX53" fmla="*/ 2179765 w 5362651"/>
                <a:gd name="connsiteY53" fmla="*/ 928263 h 946411"/>
                <a:gd name="connsiteX54" fmla="*/ 2179765 w 5362651"/>
                <a:gd name="connsiteY54" fmla="*/ 535820 h 946411"/>
                <a:gd name="connsiteX55" fmla="*/ 2306304 w 5362651"/>
                <a:gd name="connsiteY55" fmla="*/ 378351 h 946411"/>
                <a:gd name="connsiteX56" fmla="*/ 2425153 w 5362651"/>
                <a:gd name="connsiteY56" fmla="*/ 524183 h 946411"/>
                <a:gd name="connsiteX57" fmla="*/ 2425153 w 5362651"/>
                <a:gd name="connsiteY57" fmla="*/ 928263 h 946411"/>
                <a:gd name="connsiteX58" fmla="*/ 2572300 w 5362651"/>
                <a:gd name="connsiteY58" fmla="*/ 928263 h 946411"/>
                <a:gd name="connsiteX59" fmla="*/ 2572300 w 5362651"/>
                <a:gd name="connsiteY59" fmla="*/ 521621 h 946411"/>
                <a:gd name="connsiteX60" fmla="*/ 2698839 w 5362651"/>
                <a:gd name="connsiteY60" fmla="*/ 378351 h 946411"/>
                <a:gd name="connsiteX61" fmla="*/ 2817688 w 5362651"/>
                <a:gd name="connsiteY61" fmla="*/ 524183 h 946411"/>
                <a:gd name="connsiteX62" fmla="*/ 2817688 w 5362651"/>
                <a:gd name="connsiteY62" fmla="*/ 928263 h 946411"/>
                <a:gd name="connsiteX63" fmla="*/ 2964942 w 5362651"/>
                <a:gd name="connsiteY63" fmla="*/ 928263 h 946411"/>
                <a:gd name="connsiteX64" fmla="*/ 2964942 w 5362651"/>
                <a:gd name="connsiteY64" fmla="*/ 498348 h 946411"/>
                <a:gd name="connsiteX65" fmla="*/ 2746677 w 5362651"/>
                <a:gd name="connsiteY65" fmla="*/ 249174 h 946411"/>
                <a:gd name="connsiteX66" fmla="*/ 2547847 w 5362651"/>
                <a:gd name="connsiteY66" fmla="*/ 362764 h 946411"/>
                <a:gd name="connsiteX67" fmla="*/ 2367063 w 5362651"/>
                <a:gd name="connsiteY67" fmla="*/ 249174 h 946411"/>
                <a:gd name="connsiteX68" fmla="*/ 2179872 w 5362651"/>
                <a:gd name="connsiteY68" fmla="*/ 355078 h 946411"/>
                <a:gd name="connsiteX69" fmla="*/ 2179872 w 5362651"/>
                <a:gd name="connsiteY69" fmla="*/ 267323 h 946411"/>
                <a:gd name="connsiteX70" fmla="*/ 2032618 w 5362651"/>
                <a:gd name="connsiteY70" fmla="*/ 267323 h 946411"/>
                <a:gd name="connsiteX71" fmla="*/ 2032618 w 5362651"/>
                <a:gd name="connsiteY71" fmla="*/ 928263 h 946411"/>
                <a:gd name="connsiteX72" fmla="*/ 1612854 w 5362651"/>
                <a:gd name="connsiteY72" fmla="*/ 928263 h 946411"/>
                <a:gd name="connsiteX73" fmla="*/ 1760107 w 5362651"/>
                <a:gd name="connsiteY73" fmla="*/ 928263 h 946411"/>
                <a:gd name="connsiteX74" fmla="*/ 1760107 w 5362651"/>
                <a:gd name="connsiteY74" fmla="*/ 568061 h 946411"/>
                <a:gd name="connsiteX75" fmla="*/ 1922845 w 5362651"/>
                <a:gd name="connsiteY75" fmla="*/ 408030 h 946411"/>
                <a:gd name="connsiteX76" fmla="*/ 1955093 w 5362651"/>
                <a:gd name="connsiteY76" fmla="*/ 408030 h 946411"/>
                <a:gd name="connsiteX77" fmla="*/ 1955093 w 5362651"/>
                <a:gd name="connsiteY77" fmla="*/ 255686 h 946411"/>
                <a:gd name="connsiteX78" fmla="*/ 1940891 w 5362651"/>
                <a:gd name="connsiteY78" fmla="*/ 255686 h 946411"/>
                <a:gd name="connsiteX79" fmla="*/ 1760107 w 5362651"/>
                <a:gd name="connsiteY79" fmla="*/ 387426 h 946411"/>
                <a:gd name="connsiteX80" fmla="*/ 1760107 w 5362651"/>
                <a:gd name="connsiteY80" fmla="*/ 267323 h 946411"/>
                <a:gd name="connsiteX81" fmla="*/ 1612854 w 5362651"/>
                <a:gd name="connsiteY81" fmla="*/ 267323 h 946411"/>
                <a:gd name="connsiteX82" fmla="*/ 1612854 w 5362651"/>
                <a:gd name="connsiteY82" fmla="*/ 928263 h 946411"/>
                <a:gd name="connsiteX83" fmla="*/ 1159666 w 5362651"/>
                <a:gd name="connsiteY83" fmla="*/ 804316 h 946411"/>
                <a:gd name="connsiteX84" fmla="*/ 967242 w 5362651"/>
                <a:gd name="connsiteY84" fmla="*/ 597740 h 946411"/>
                <a:gd name="connsiteX85" fmla="*/ 1159666 w 5362651"/>
                <a:gd name="connsiteY85" fmla="*/ 391162 h 946411"/>
                <a:gd name="connsiteX86" fmla="*/ 1352089 w 5362651"/>
                <a:gd name="connsiteY86" fmla="*/ 597740 h 946411"/>
                <a:gd name="connsiteX87" fmla="*/ 1159666 w 5362651"/>
                <a:gd name="connsiteY87" fmla="*/ 804316 h 946411"/>
                <a:gd name="connsiteX88" fmla="*/ 1351982 w 5362651"/>
                <a:gd name="connsiteY88" fmla="*/ 267323 h 946411"/>
                <a:gd name="connsiteX89" fmla="*/ 1351982 w 5362651"/>
                <a:gd name="connsiteY89" fmla="*/ 377070 h 946411"/>
                <a:gd name="connsiteX90" fmla="*/ 1129873 w 5362651"/>
                <a:gd name="connsiteY90" fmla="*/ 249280 h 946411"/>
                <a:gd name="connsiteX91" fmla="*/ 814756 w 5362651"/>
                <a:gd name="connsiteY91" fmla="*/ 597846 h 946411"/>
                <a:gd name="connsiteX92" fmla="*/ 1129873 w 5362651"/>
                <a:gd name="connsiteY92" fmla="*/ 946412 h 946411"/>
                <a:gd name="connsiteX93" fmla="*/ 1351982 w 5362651"/>
                <a:gd name="connsiteY93" fmla="*/ 818622 h 946411"/>
                <a:gd name="connsiteX94" fmla="*/ 1351982 w 5362651"/>
                <a:gd name="connsiteY94" fmla="*/ 928370 h 946411"/>
                <a:gd name="connsiteX95" fmla="*/ 1499129 w 5362651"/>
                <a:gd name="connsiteY95" fmla="*/ 928370 h 946411"/>
                <a:gd name="connsiteX96" fmla="*/ 1499129 w 5362651"/>
                <a:gd name="connsiteY96" fmla="*/ 267429 h 946411"/>
                <a:gd name="connsiteX97" fmla="*/ 1351982 w 5362651"/>
                <a:gd name="connsiteY97" fmla="*/ 267429 h 946411"/>
                <a:gd name="connsiteX98" fmla="*/ 418376 w 5362651"/>
                <a:gd name="connsiteY98" fmla="*/ 386038 h 946411"/>
                <a:gd name="connsiteX99" fmla="*/ 167863 w 5362651"/>
                <a:gd name="connsiteY99" fmla="*/ 386038 h 946411"/>
                <a:gd name="connsiteX100" fmla="*/ 167863 w 5362651"/>
                <a:gd name="connsiteY100" fmla="*/ 176898 h 946411"/>
                <a:gd name="connsiteX101" fmla="*/ 418376 w 5362651"/>
                <a:gd name="connsiteY101" fmla="*/ 176898 h 946411"/>
                <a:gd name="connsiteX102" fmla="*/ 544915 w 5362651"/>
                <a:gd name="connsiteY102" fmla="*/ 281415 h 946411"/>
                <a:gd name="connsiteX103" fmla="*/ 418376 w 5362651"/>
                <a:gd name="connsiteY103" fmla="*/ 386038 h 946411"/>
                <a:gd name="connsiteX104" fmla="*/ 426172 w 5362651"/>
                <a:gd name="connsiteY104" fmla="*/ 775919 h 946411"/>
                <a:gd name="connsiteX105" fmla="*/ 167863 w 5362651"/>
                <a:gd name="connsiteY105" fmla="*/ 775919 h 946411"/>
                <a:gd name="connsiteX106" fmla="*/ 167863 w 5362651"/>
                <a:gd name="connsiteY106" fmla="*/ 538382 h 946411"/>
                <a:gd name="connsiteX107" fmla="*/ 426172 w 5362651"/>
                <a:gd name="connsiteY107" fmla="*/ 538382 h 946411"/>
                <a:gd name="connsiteX108" fmla="*/ 566912 w 5362651"/>
                <a:gd name="connsiteY108" fmla="*/ 657204 h 946411"/>
                <a:gd name="connsiteX109" fmla="*/ 426172 w 5362651"/>
                <a:gd name="connsiteY109" fmla="*/ 776026 h 946411"/>
                <a:gd name="connsiteX110" fmla="*/ 0 w 5362651"/>
                <a:gd name="connsiteY110" fmla="*/ 928263 h 946411"/>
                <a:gd name="connsiteX111" fmla="*/ 445500 w 5362651"/>
                <a:gd name="connsiteY111" fmla="*/ 928263 h 946411"/>
                <a:gd name="connsiteX112" fmla="*/ 742464 w 5362651"/>
                <a:gd name="connsiteY112" fmla="*/ 673965 h 946411"/>
                <a:gd name="connsiteX113" fmla="*/ 584959 w 5362651"/>
                <a:gd name="connsiteY113" fmla="*/ 458420 h 946411"/>
                <a:gd name="connsiteX114" fmla="*/ 720573 w 5362651"/>
                <a:gd name="connsiteY114" fmla="*/ 259636 h 946411"/>
                <a:gd name="connsiteX115" fmla="*/ 441656 w 5362651"/>
                <a:gd name="connsiteY115" fmla="*/ 24661 h 946411"/>
                <a:gd name="connsiteX116" fmla="*/ 0 w 5362651"/>
                <a:gd name="connsiteY116" fmla="*/ 24661 h 946411"/>
                <a:gd name="connsiteX117" fmla="*/ 0 w 5362651"/>
                <a:gd name="connsiteY117" fmla="*/ 928370 h 946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5362651" h="946411">
                  <a:moveTo>
                    <a:pt x="5023081" y="804316"/>
                  </a:moveTo>
                  <a:cubicBezTo>
                    <a:pt x="4912026" y="804316"/>
                    <a:pt x="4830658" y="716561"/>
                    <a:pt x="4830658" y="597740"/>
                  </a:cubicBezTo>
                  <a:cubicBezTo>
                    <a:pt x="4830658" y="478918"/>
                    <a:pt x="4912026" y="391162"/>
                    <a:pt x="5023081" y="391162"/>
                  </a:cubicBezTo>
                  <a:cubicBezTo>
                    <a:pt x="5134136" y="391162"/>
                    <a:pt x="5215504" y="478918"/>
                    <a:pt x="5215504" y="597740"/>
                  </a:cubicBezTo>
                  <a:cubicBezTo>
                    <a:pt x="5215504" y="716561"/>
                    <a:pt x="5134136" y="804316"/>
                    <a:pt x="5023081" y="804316"/>
                  </a:cubicBezTo>
                  <a:moveTo>
                    <a:pt x="5215504" y="267323"/>
                  </a:moveTo>
                  <a:lnTo>
                    <a:pt x="5215504" y="377070"/>
                  </a:lnTo>
                  <a:cubicBezTo>
                    <a:pt x="5171616" y="293158"/>
                    <a:pt x="5095373" y="249280"/>
                    <a:pt x="4993395" y="249280"/>
                  </a:cubicBezTo>
                  <a:cubicBezTo>
                    <a:pt x="4820407" y="249280"/>
                    <a:pt x="4678278" y="395112"/>
                    <a:pt x="4678278" y="597846"/>
                  </a:cubicBezTo>
                  <a:cubicBezTo>
                    <a:pt x="4678278" y="800580"/>
                    <a:pt x="4820300" y="946412"/>
                    <a:pt x="4993395" y="946412"/>
                  </a:cubicBezTo>
                  <a:cubicBezTo>
                    <a:pt x="5095373" y="946412"/>
                    <a:pt x="5171616" y="902534"/>
                    <a:pt x="5215504" y="818622"/>
                  </a:cubicBezTo>
                  <a:lnTo>
                    <a:pt x="5215504" y="928370"/>
                  </a:lnTo>
                  <a:lnTo>
                    <a:pt x="5362651" y="928370"/>
                  </a:lnTo>
                  <a:lnTo>
                    <a:pt x="5362651" y="267429"/>
                  </a:lnTo>
                  <a:lnTo>
                    <a:pt x="5215504" y="267429"/>
                  </a:lnTo>
                  <a:close/>
                  <a:moveTo>
                    <a:pt x="4611218" y="91705"/>
                  </a:moveTo>
                  <a:cubicBezTo>
                    <a:pt x="4611218" y="142095"/>
                    <a:pt x="4569893" y="183411"/>
                    <a:pt x="4519492" y="183411"/>
                  </a:cubicBezTo>
                  <a:cubicBezTo>
                    <a:pt x="4469090" y="183411"/>
                    <a:pt x="4427765" y="142095"/>
                    <a:pt x="4427765" y="91705"/>
                  </a:cubicBezTo>
                  <a:cubicBezTo>
                    <a:pt x="4427765" y="41315"/>
                    <a:pt x="4469090" y="0"/>
                    <a:pt x="4519492" y="0"/>
                  </a:cubicBezTo>
                  <a:cubicBezTo>
                    <a:pt x="4569893" y="0"/>
                    <a:pt x="4611218" y="41315"/>
                    <a:pt x="4611218" y="91705"/>
                  </a:cubicBezTo>
                  <a:moveTo>
                    <a:pt x="4445918" y="928263"/>
                  </a:moveTo>
                  <a:lnTo>
                    <a:pt x="4593172" y="928263"/>
                  </a:lnTo>
                  <a:lnTo>
                    <a:pt x="4593172" y="267323"/>
                  </a:lnTo>
                  <a:lnTo>
                    <a:pt x="4445918" y="267323"/>
                  </a:lnTo>
                  <a:lnTo>
                    <a:pt x="4445918" y="928263"/>
                  </a:lnTo>
                  <a:close/>
                  <a:moveTo>
                    <a:pt x="3777028" y="928263"/>
                  </a:moveTo>
                  <a:lnTo>
                    <a:pt x="3924176" y="928263"/>
                  </a:lnTo>
                  <a:lnTo>
                    <a:pt x="3924176" y="535820"/>
                  </a:lnTo>
                  <a:cubicBezTo>
                    <a:pt x="3924176" y="433866"/>
                    <a:pt x="3978421" y="378351"/>
                    <a:pt x="4061071" y="378351"/>
                  </a:cubicBezTo>
                  <a:cubicBezTo>
                    <a:pt x="4143722" y="378351"/>
                    <a:pt x="4190172" y="433866"/>
                    <a:pt x="4190172" y="524183"/>
                  </a:cubicBezTo>
                  <a:lnTo>
                    <a:pt x="4190172" y="928263"/>
                  </a:lnTo>
                  <a:lnTo>
                    <a:pt x="4337426" y="928263"/>
                  </a:lnTo>
                  <a:lnTo>
                    <a:pt x="4337426" y="498348"/>
                  </a:lnTo>
                  <a:cubicBezTo>
                    <a:pt x="4337426" y="327961"/>
                    <a:pt x="4245700" y="249174"/>
                    <a:pt x="4121831" y="249174"/>
                  </a:cubicBezTo>
                  <a:cubicBezTo>
                    <a:pt x="4019853" y="249174"/>
                    <a:pt x="3952686" y="299563"/>
                    <a:pt x="3924282" y="355078"/>
                  </a:cubicBezTo>
                  <a:lnTo>
                    <a:pt x="3924282" y="267323"/>
                  </a:lnTo>
                  <a:lnTo>
                    <a:pt x="3777135" y="267323"/>
                  </a:lnTo>
                  <a:lnTo>
                    <a:pt x="3777135" y="928263"/>
                  </a:lnTo>
                  <a:close/>
                  <a:moveTo>
                    <a:pt x="3199865" y="526745"/>
                  </a:moveTo>
                  <a:cubicBezTo>
                    <a:pt x="3220474" y="437709"/>
                    <a:pt x="3283796" y="383476"/>
                    <a:pt x="3371573" y="383476"/>
                  </a:cubicBezTo>
                  <a:cubicBezTo>
                    <a:pt x="3454223" y="383476"/>
                    <a:pt x="3521389" y="432584"/>
                    <a:pt x="3540717" y="526745"/>
                  </a:cubicBezTo>
                  <a:lnTo>
                    <a:pt x="3199865" y="526745"/>
                  </a:lnTo>
                  <a:close/>
                  <a:moveTo>
                    <a:pt x="3044923" y="597740"/>
                  </a:moveTo>
                  <a:cubicBezTo>
                    <a:pt x="3044923" y="799085"/>
                    <a:pt x="3188225" y="946305"/>
                    <a:pt x="3383212" y="946305"/>
                  </a:cubicBezTo>
                  <a:cubicBezTo>
                    <a:pt x="3503343" y="946305"/>
                    <a:pt x="3616960" y="886948"/>
                    <a:pt x="3671206" y="797804"/>
                  </a:cubicBezTo>
                  <a:lnTo>
                    <a:pt x="3570509" y="712611"/>
                  </a:lnTo>
                  <a:cubicBezTo>
                    <a:pt x="3533029" y="774531"/>
                    <a:pt x="3463299" y="812003"/>
                    <a:pt x="3383318" y="812003"/>
                  </a:cubicBezTo>
                  <a:cubicBezTo>
                    <a:pt x="3286466" y="812003"/>
                    <a:pt x="3214174" y="746133"/>
                    <a:pt x="3196127" y="645460"/>
                  </a:cubicBezTo>
                  <a:lnTo>
                    <a:pt x="3690640" y="645460"/>
                  </a:lnTo>
                  <a:cubicBezTo>
                    <a:pt x="3693203" y="628699"/>
                    <a:pt x="3694485" y="609269"/>
                    <a:pt x="3694485" y="591227"/>
                  </a:cubicBezTo>
                  <a:cubicBezTo>
                    <a:pt x="3694485" y="401411"/>
                    <a:pt x="3565384" y="249174"/>
                    <a:pt x="3371679" y="249174"/>
                  </a:cubicBezTo>
                  <a:cubicBezTo>
                    <a:pt x="3177975" y="249174"/>
                    <a:pt x="3044923" y="396286"/>
                    <a:pt x="3044923" y="597740"/>
                  </a:cubicBezTo>
                  <a:moveTo>
                    <a:pt x="2032511" y="928263"/>
                  </a:moveTo>
                  <a:lnTo>
                    <a:pt x="2179765" y="928263"/>
                  </a:lnTo>
                  <a:lnTo>
                    <a:pt x="2179765" y="535820"/>
                  </a:lnTo>
                  <a:cubicBezTo>
                    <a:pt x="2179765" y="433866"/>
                    <a:pt x="2230167" y="378351"/>
                    <a:pt x="2306304" y="378351"/>
                  </a:cubicBezTo>
                  <a:cubicBezTo>
                    <a:pt x="2382440" y="378351"/>
                    <a:pt x="2425153" y="433866"/>
                    <a:pt x="2425153" y="524183"/>
                  </a:cubicBezTo>
                  <a:lnTo>
                    <a:pt x="2425153" y="928263"/>
                  </a:lnTo>
                  <a:lnTo>
                    <a:pt x="2572300" y="928263"/>
                  </a:lnTo>
                  <a:lnTo>
                    <a:pt x="2572300" y="521621"/>
                  </a:lnTo>
                  <a:cubicBezTo>
                    <a:pt x="2572300" y="433866"/>
                    <a:pt x="2622702" y="378351"/>
                    <a:pt x="2698839" y="378351"/>
                  </a:cubicBezTo>
                  <a:cubicBezTo>
                    <a:pt x="2774974" y="378351"/>
                    <a:pt x="2817688" y="433866"/>
                    <a:pt x="2817688" y="524183"/>
                  </a:cubicBezTo>
                  <a:lnTo>
                    <a:pt x="2817688" y="928263"/>
                  </a:lnTo>
                  <a:lnTo>
                    <a:pt x="2964942" y="928263"/>
                  </a:lnTo>
                  <a:lnTo>
                    <a:pt x="2964942" y="498348"/>
                  </a:lnTo>
                  <a:cubicBezTo>
                    <a:pt x="2964942" y="327961"/>
                    <a:pt x="2877166" y="249174"/>
                    <a:pt x="2746677" y="249174"/>
                  </a:cubicBezTo>
                  <a:cubicBezTo>
                    <a:pt x="2658901" y="249174"/>
                    <a:pt x="2590453" y="287927"/>
                    <a:pt x="2547847" y="362764"/>
                  </a:cubicBezTo>
                  <a:cubicBezTo>
                    <a:pt x="2513036" y="285258"/>
                    <a:pt x="2447151" y="249174"/>
                    <a:pt x="2367063" y="249174"/>
                  </a:cubicBezTo>
                  <a:cubicBezTo>
                    <a:pt x="2271492" y="249174"/>
                    <a:pt x="2208277" y="299563"/>
                    <a:pt x="2179872" y="355078"/>
                  </a:cubicBezTo>
                  <a:lnTo>
                    <a:pt x="2179872" y="267323"/>
                  </a:lnTo>
                  <a:lnTo>
                    <a:pt x="2032618" y="267323"/>
                  </a:lnTo>
                  <a:lnTo>
                    <a:pt x="2032618" y="928263"/>
                  </a:lnTo>
                  <a:close/>
                  <a:moveTo>
                    <a:pt x="1612854" y="928263"/>
                  </a:moveTo>
                  <a:lnTo>
                    <a:pt x="1760107" y="928263"/>
                  </a:lnTo>
                  <a:lnTo>
                    <a:pt x="1760107" y="568061"/>
                  </a:lnTo>
                  <a:cubicBezTo>
                    <a:pt x="1760107" y="458313"/>
                    <a:pt x="1806558" y="408030"/>
                    <a:pt x="1922845" y="408030"/>
                  </a:cubicBezTo>
                  <a:lnTo>
                    <a:pt x="1955093" y="408030"/>
                  </a:lnTo>
                  <a:lnTo>
                    <a:pt x="1955093" y="255686"/>
                  </a:lnTo>
                  <a:lnTo>
                    <a:pt x="1940891" y="255686"/>
                  </a:lnTo>
                  <a:cubicBezTo>
                    <a:pt x="1844039" y="255686"/>
                    <a:pt x="1780823" y="309919"/>
                    <a:pt x="1760107" y="387426"/>
                  </a:cubicBezTo>
                  <a:lnTo>
                    <a:pt x="1760107" y="267323"/>
                  </a:lnTo>
                  <a:lnTo>
                    <a:pt x="1612854" y="267323"/>
                  </a:lnTo>
                  <a:lnTo>
                    <a:pt x="1612854" y="928263"/>
                  </a:lnTo>
                  <a:close/>
                  <a:moveTo>
                    <a:pt x="1159666" y="804316"/>
                  </a:moveTo>
                  <a:cubicBezTo>
                    <a:pt x="1048611" y="804316"/>
                    <a:pt x="967242" y="716561"/>
                    <a:pt x="967242" y="597740"/>
                  </a:cubicBezTo>
                  <a:cubicBezTo>
                    <a:pt x="967242" y="478918"/>
                    <a:pt x="1048611" y="391162"/>
                    <a:pt x="1159666" y="391162"/>
                  </a:cubicBezTo>
                  <a:cubicBezTo>
                    <a:pt x="1270720" y="391162"/>
                    <a:pt x="1352089" y="478918"/>
                    <a:pt x="1352089" y="597740"/>
                  </a:cubicBezTo>
                  <a:cubicBezTo>
                    <a:pt x="1352089" y="716561"/>
                    <a:pt x="1270720" y="804316"/>
                    <a:pt x="1159666" y="804316"/>
                  </a:cubicBezTo>
                  <a:moveTo>
                    <a:pt x="1351982" y="267323"/>
                  </a:moveTo>
                  <a:lnTo>
                    <a:pt x="1351982" y="377070"/>
                  </a:lnTo>
                  <a:cubicBezTo>
                    <a:pt x="1308094" y="293158"/>
                    <a:pt x="1231851" y="249280"/>
                    <a:pt x="1129873" y="249280"/>
                  </a:cubicBezTo>
                  <a:cubicBezTo>
                    <a:pt x="956885" y="249280"/>
                    <a:pt x="814756" y="395112"/>
                    <a:pt x="814756" y="597846"/>
                  </a:cubicBezTo>
                  <a:cubicBezTo>
                    <a:pt x="814756" y="800580"/>
                    <a:pt x="956778" y="946412"/>
                    <a:pt x="1129873" y="946412"/>
                  </a:cubicBezTo>
                  <a:cubicBezTo>
                    <a:pt x="1231851" y="946412"/>
                    <a:pt x="1308094" y="902534"/>
                    <a:pt x="1351982" y="818622"/>
                  </a:cubicBezTo>
                  <a:lnTo>
                    <a:pt x="1351982" y="928370"/>
                  </a:lnTo>
                  <a:lnTo>
                    <a:pt x="1499129" y="928370"/>
                  </a:lnTo>
                  <a:lnTo>
                    <a:pt x="1499129" y="267429"/>
                  </a:lnTo>
                  <a:lnTo>
                    <a:pt x="1351982" y="267429"/>
                  </a:lnTo>
                  <a:close/>
                  <a:moveTo>
                    <a:pt x="418376" y="386038"/>
                  </a:moveTo>
                  <a:lnTo>
                    <a:pt x="167863" y="386038"/>
                  </a:lnTo>
                  <a:lnTo>
                    <a:pt x="167863" y="176898"/>
                  </a:lnTo>
                  <a:lnTo>
                    <a:pt x="418376" y="176898"/>
                  </a:lnTo>
                  <a:cubicBezTo>
                    <a:pt x="498464" y="176898"/>
                    <a:pt x="544915" y="215652"/>
                    <a:pt x="544915" y="281415"/>
                  </a:cubicBezTo>
                  <a:cubicBezTo>
                    <a:pt x="544915" y="347178"/>
                    <a:pt x="498464" y="386038"/>
                    <a:pt x="418376" y="386038"/>
                  </a:cubicBezTo>
                  <a:moveTo>
                    <a:pt x="426172" y="775919"/>
                  </a:moveTo>
                  <a:lnTo>
                    <a:pt x="167863" y="775919"/>
                  </a:lnTo>
                  <a:lnTo>
                    <a:pt x="167863" y="538382"/>
                  </a:lnTo>
                  <a:lnTo>
                    <a:pt x="426172" y="538382"/>
                  </a:lnTo>
                  <a:cubicBezTo>
                    <a:pt x="515229" y="538382"/>
                    <a:pt x="566912" y="582259"/>
                    <a:pt x="566912" y="657204"/>
                  </a:cubicBezTo>
                  <a:cubicBezTo>
                    <a:pt x="566912" y="732148"/>
                    <a:pt x="515229" y="776026"/>
                    <a:pt x="426172" y="776026"/>
                  </a:cubicBezTo>
                  <a:moveTo>
                    <a:pt x="0" y="928263"/>
                  </a:moveTo>
                  <a:lnTo>
                    <a:pt x="445500" y="928263"/>
                  </a:lnTo>
                  <a:cubicBezTo>
                    <a:pt x="632690" y="928263"/>
                    <a:pt x="742464" y="833995"/>
                    <a:pt x="742464" y="673965"/>
                  </a:cubicBezTo>
                  <a:cubicBezTo>
                    <a:pt x="742464" y="564217"/>
                    <a:pt x="681811" y="490661"/>
                    <a:pt x="584959" y="458420"/>
                  </a:cubicBezTo>
                  <a:cubicBezTo>
                    <a:pt x="668890" y="426179"/>
                    <a:pt x="720573" y="351235"/>
                    <a:pt x="720573" y="259636"/>
                  </a:cubicBezTo>
                  <a:cubicBezTo>
                    <a:pt x="720573" y="112416"/>
                    <a:pt x="617314" y="24661"/>
                    <a:pt x="441656" y="24661"/>
                  </a:cubicBezTo>
                  <a:lnTo>
                    <a:pt x="0" y="24661"/>
                  </a:lnTo>
                  <a:lnTo>
                    <a:pt x="0" y="928370"/>
                  </a:lnTo>
                  <a:close/>
                </a:path>
              </a:pathLst>
            </a:custGeom>
            <a:solidFill>
              <a:srgbClr val="FFFFFF"/>
            </a:solidFill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</p:grp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2284F4F-60E7-2244-A145-FC36FD120F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3763" y="4105723"/>
            <a:ext cx="4420965" cy="2120143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Inhalt</a:t>
            </a:r>
          </a:p>
        </p:txBody>
      </p:sp>
    </p:spTree>
    <p:extLst>
      <p:ext uri="{BB962C8B-B14F-4D97-AF65-F5344CB8AC3E}">
        <p14:creationId xmlns:p14="http://schemas.microsoft.com/office/powerpoint/2010/main" val="412628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12B6B93A-C189-2DD1-9EEF-5E876AF3E5E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3741674"/>
            <a:ext cx="561657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24FE9924-5511-B1BE-6FC6-E97E077D2E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327882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74B15F21-8A02-B3D8-EE6A-E633C0998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5255514"/>
            <a:ext cx="561657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A1058F2E-871E-2C32-7224-88C3D67CFE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0" y="4792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11FF94DD-0293-699F-57B3-E989B74CAD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207514"/>
            <a:ext cx="561657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16501A-6FFE-0EDD-00EE-26FA036E93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1744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6DF0A-5E41-5541-AB91-163EE5CE3B1D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56" name="Freihandform 55">
            <a:extLst>
              <a:ext uri="{FF2B5EF4-FFF2-40B4-BE49-F238E27FC236}">
                <a16:creationId xmlns:a16="http://schemas.microsoft.com/office/drawing/2014/main" id="{20D8424F-BF79-7ED8-1E37-EBD02EDDC185}"/>
              </a:ext>
            </a:extLst>
          </p:cNvPr>
          <p:cNvSpPr/>
          <p:nvPr/>
        </p:nvSpPr>
        <p:spPr>
          <a:xfrm rot="20098344">
            <a:off x="85046" y="-1877645"/>
            <a:ext cx="8740889" cy="3910157"/>
          </a:xfrm>
          <a:custGeom>
            <a:avLst/>
            <a:gdLst>
              <a:gd name="connsiteX0" fmla="*/ 366065 w 8740889"/>
              <a:gd name="connsiteY0" fmla="*/ 0 h 3910157"/>
              <a:gd name="connsiteX1" fmla="*/ 8740889 w 8740889"/>
              <a:gd name="connsiteY1" fmla="*/ 3910157 h 3910157"/>
              <a:gd name="connsiteX2" fmla="*/ 273048 w 8740889"/>
              <a:gd name="connsiteY2" fmla="*/ 3910157 h 3910157"/>
              <a:gd name="connsiteX3" fmla="*/ 0 w 8740889"/>
              <a:gd name="connsiteY3" fmla="*/ 3637109 h 3910157"/>
              <a:gd name="connsiteX4" fmla="*/ 0 w 8740889"/>
              <a:gd name="connsiteY4" fmla="*/ 784042 h 3910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0889" h="3910157">
                <a:moveTo>
                  <a:pt x="366065" y="0"/>
                </a:moveTo>
                <a:lnTo>
                  <a:pt x="8740889" y="3910157"/>
                </a:lnTo>
                <a:lnTo>
                  <a:pt x="273048" y="3910157"/>
                </a:lnTo>
                <a:cubicBezTo>
                  <a:pt x="122247" y="3910157"/>
                  <a:pt x="0" y="3787909"/>
                  <a:pt x="0" y="3637109"/>
                </a:cubicBezTo>
                <a:lnTo>
                  <a:pt x="0" y="784042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54" name="Freihandform 53">
            <a:extLst>
              <a:ext uri="{FF2B5EF4-FFF2-40B4-BE49-F238E27FC236}">
                <a16:creationId xmlns:a16="http://schemas.microsoft.com/office/drawing/2014/main" id="{821D489C-8A10-FAD0-7FAF-926CB376F23F}"/>
              </a:ext>
            </a:extLst>
          </p:cNvPr>
          <p:cNvSpPr/>
          <p:nvPr/>
        </p:nvSpPr>
        <p:spPr>
          <a:xfrm rot="19858879">
            <a:off x="-191643" y="-1763385"/>
            <a:ext cx="7746587" cy="3886236"/>
          </a:xfrm>
          <a:custGeom>
            <a:avLst/>
            <a:gdLst>
              <a:gd name="connsiteX0" fmla="*/ 741019 w 7746587"/>
              <a:gd name="connsiteY0" fmla="*/ 0 h 3886236"/>
              <a:gd name="connsiteX1" fmla="*/ 7746587 w 7746587"/>
              <a:gd name="connsiteY1" fmla="*/ 3886236 h 3886236"/>
              <a:gd name="connsiteX2" fmla="*/ 273080 w 7746587"/>
              <a:gd name="connsiteY2" fmla="*/ 3886236 h 3886236"/>
              <a:gd name="connsiteX3" fmla="*/ 0 w 7746587"/>
              <a:gd name="connsiteY3" fmla="*/ 3613156 h 3886236"/>
              <a:gd name="connsiteX4" fmla="*/ 0 w 7746587"/>
              <a:gd name="connsiteY4" fmla="*/ 1335806 h 3886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46587" h="3886236">
                <a:moveTo>
                  <a:pt x="741019" y="0"/>
                </a:moveTo>
                <a:lnTo>
                  <a:pt x="7746587" y="3886236"/>
                </a:lnTo>
                <a:lnTo>
                  <a:pt x="273080" y="3886236"/>
                </a:lnTo>
                <a:cubicBezTo>
                  <a:pt x="122262" y="3886236"/>
                  <a:pt x="0" y="3763974"/>
                  <a:pt x="0" y="3613156"/>
                </a:cubicBezTo>
                <a:lnTo>
                  <a:pt x="0" y="1335806"/>
                </a:lnTo>
                <a:close/>
              </a:path>
            </a:pathLst>
          </a:custGeom>
          <a:solidFill>
            <a:schemeClr val="tx1"/>
          </a:solidFill>
          <a:ln w="6351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F0CD5AAF-B922-A417-C7A4-5EAC44CC0333}"/>
              </a:ext>
            </a:extLst>
          </p:cNvPr>
          <p:cNvGrpSpPr/>
          <p:nvPr userDrawn="1"/>
        </p:nvGrpSpPr>
        <p:grpSpPr>
          <a:xfrm>
            <a:off x="479425" y="436603"/>
            <a:ext cx="1714242" cy="471447"/>
            <a:chOff x="1144935" y="-1876113"/>
            <a:chExt cx="1656042" cy="455441"/>
          </a:xfrm>
        </p:grpSpPr>
        <p:sp>
          <p:nvSpPr>
            <p:cNvPr id="40" name="Freihandform 39">
              <a:extLst>
                <a:ext uri="{FF2B5EF4-FFF2-40B4-BE49-F238E27FC236}">
                  <a16:creationId xmlns:a16="http://schemas.microsoft.com/office/drawing/2014/main" id="{7F75C1CE-DA71-38A4-B1E4-4CB9F237A402}"/>
                </a:ext>
              </a:extLst>
            </p:cNvPr>
            <p:cNvSpPr/>
            <p:nvPr/>
          </p:nvSpPr>
          <p:spPr>
            <a:xfrm>
              <a:off x="1144935" y="-1876113"/>
              <a:ext cx="457053" cy="455441"/>
            </a:xfrm>
            <a:custGeom>
              <a:avLst/>
              <a:gdLst>
                <a:gd name="connsiteX0" fmla="*/ 1077263 w 2373356"/>
                <a:gd name="connsiteY0" fmla="*/ 1296696 h 2364985"/>
                <a:gd name="connsiteX1" fmla="*/ 1072778 w 2373356"/>
                <a:gd name="connsiteY1" fmla="*/ 1293921 h 2364985"/>
                <a:gd name="connsiteX2" fmla="*/ 461444 w 2373356"/>
                <a:gd name="connsiteY2" fmla="*/ 1203710 h 2364985"/>
                <a:gd name="connsiteX3" fmla="*/ 191603 w 2373356"/>
                <a:gd name="connsiteY3" fmla="*/ 1301393 h 2364985"/>
                <a:gd name="connsiteX4" fmla="*/ 461444 w 2373356"/>
                <a:gd name="connsiteY4" fmla="*/ 1399077 h 2364985"/>
                <a:gd name="connsiteX5" fmla="*/ 984361 w 2373356"/>
                <a:gd name="connsiteY5" fmla="*/ 1334168 h 2364985"/>
                <a:gd name="connsiteX6" fmla="*/ 256741 w 2373356"/>
                <a:gd name="connsiteY6" fmla="*/ 1958704 h 2364985"/>
                <a:gd name="connsiteX7" fmla="*/ 19682 w 2373356"/>
                <a:gd name="connsiteY7" fmla="*/ 2344101 h 2364985"/>
                <a:gd name="connsiteX8" fmla="*/ 409227 w 2373356"/>
                <a:gd name="connsiteY8" fmla="*/ 2109554 h 2364985"/>
                <a:gd name="connsiteX9" fmla="*/ 1040422 w 2373356"/>
                <a:gd name="connsiteY9" fmla="*/ 1389683 h 2364985"/>
                <a:gd name="connsiteX10" fmla="*/ 975391 w 2373356"/>
                <a:gd name="connsiteY10" fmla="*/ 1912905 h 2364985"/>
                <a:gd name="connsiteX11" fmla="*/ 1073098 w 2373356"/>
                <a:gd name="connsiteY11" fmla="*/ 2182576 h 2364985"/>
                <a:gd name="connsiteX12" fmla="*/ 1170805 w 2373356"/>
                <a:gd name="connsiteY12" fmla="*/ 1912905 h 2364985"/>
                <a:gd name="connsiteX13" fmla="*/ 1080573 w 2373356"/>
                <a:gd name="connsiteY13" fmla="*/ 1301714 h 2364985"/>
                <a:gd name="connsiteX14" fmla="*/ 1077369 w 2373356"/>
                <a:gd name="connsiteY14" fmla="*/ 1296803 h 2364985"/>
                <a:gd name="connsiteX15" fmla="*/ 1051955 w 2373356"/>
                <a:gd name="connsiteY15" fmla="*/ 1052967 h 2364985"/>
                <a:gd name="connsiteX16" fmla="*/ 1064128 w 2373356"/>
                <a:gd name="connsiteY16" fmla="*/ 1040797 h 2364985"/>
                <a:gd name="connsiteX17" fmla="*/ 425992 w 2373356"/>
                <a:gd name="connsiteY17" fmla="*/ 255590 h 2364985"/>
                <a:gd name="connsiteX18" fmla="*/ 32176 w 2373356"/>
                <a:gd name="connsiteY18" fmla="*/ 21149 h 2364985"/>
                <a:gd name="connsiteX19" fmla="*/ 266565 w 2373356"/>
                <a:gd name="connsiteY19" fmla="*/ 414873 h 2364985"/>
                <a:gd name="connsiteX20" fmla="*/ 1051955 w 2373356"/>
                <a:gd name="connsiteY20" fmla="*/ 1052860 h 2364985"/>
                <a:gd name="connsiteX21" fmla="*/ 1194297 w 2373356"/>
                <a:gd name="connsiteY21" fmla="*/ 143173 h 2364985"/>
                <a:gd name="connsiteX22" fmla="*/ 1096697 w 2373356"/>
                <a:gd name="connsiteY22" fmla="*/ 408361 h 2364985"/>
                <a:gd name="connsiteX23" fmla="*/ 1186929 w 2373356"/>
                <a:gd name="connsiteY23" fmla="*/ 1009196 h 2364985"/>
                <a:gd name="connsiteX24" fmla="*/ 1201772 w 2373356"/>
                <a:gd name="connsiteY24" fmla="*/ 1009196 h 2364985"/>
                <a:gd name="connsiteX25" fmla="*/ 1292004 w 2373356"/>
                <a:gd name="connsiteY25" fmla="*/ 408361 h 2364985"/>
                <a:gd name="connsiteX26" fmla="*/ 1194297 w 2373356"/>
                <a:gd name="connsiteY26" fmla="*/ 143173 h 2364985"/>
                <a:gd name="connsiteX27" fmla="*/ 1331300 w 2373356"/>
                <a:gd name="connsiteY27" fmla="*/ 1312069 h 2364985"/>
                <a:gd name="connsiteX28" fmla="*/ 1319126 w 2373356"/>
                <a:gd name="connsiteY28" fmla="*/ 1324240 h 2364985"/>
                <a:gd name="connsiteX29" fmla="*/ 1957263 w 2373356"/>
                <a:gd name="connsiteY29" fmla="*/ 2109447 h 2364985"/>
                <a:gd name="connsiteX30" fmla="*/ 2351079 w 2373356"/>
                <a:gd name="connsiteY30" fmla="*/ 2343781 h 2364985"/>
                <a:gd name="connsiteX31" fmla="*/ 2116583 w 2373356"/>
                <a:gd name="connsiteY31" fmla="*/ 1950057 h 2364985"/>
                <a:gd name="connsiteX32" fmla="*/ 1331193 w 2373356"/>
                <a:gd name="connsiteY32" fmla="*/ 1312069 h 2364985"/>
                <a:gd name="connsiteX33" fmla="*/ 1958331 w 2373356"/>
                <a:gd name="connsiteY33" fmla="*/ 259219 h 2364985"/>
                <a:gd name="connsiteX34" fmla="*/ 1320194 w 2373356"/>
                <a:gd name="connsiteY34" fmla="*/ 1044427 h 2364985"/>
                <a:gd name="connsiteX35" fmla="*/ 1332368 w 2373356"/>
                <a:gd name="connsiteY35" fmla="*/ 1056597 h 2364985"/>
                <a:gd name="connsiteX36" fmla="*/ 2117758 w 2373356"/>
                <a:gd name="connsiteY36" fmla="*/ 418609 h 2364985"/>
                <a:gd name="connsiteX37" fmla="*/ 2352147 w 2373356"/>
                <a:gd name="connsiteY37" fmla="*/ 24885 h 2364985"/>
                <a:gd name="connsiteX38" fmla="*/ 1958331 w 2373356"/>
                <a:gd name="connsiteY38" fmla="*/ 259219 h 2364985"/>
                <a:gd name="connsiteX39" fmla="*/ 2032011 w 2373356"/>
                <a:gd name="connsiteY39" fmla="*/ 1279722 h 2364985"/>
                <a:gd name="connsiteX40" fmla="*/ 2325344 w 2373356"/>
                <a:gd name="connsiteY40" fmla="*/ 1182145 h 2364985"/>
                <a:gd name="connsiteX41" fmla="*/ 2021333 w 2373356"/>
                <a:gd name="connsiteY41" fmla="*/ 1084461 h 2364985"/>
                <a:gd name="connsiteX42" fmla="*/ 1367393 w 2373356"/>
                <a:gd name="connsiteY42" fmla="*/ 1174671 h 2364985"/>
                <a:gd name="connsiteX43" fmla="*/ 1367393 w 2373356"/>
                <a:gd name="connsiteY43" fmla="*/ 1189618 h 2364985"/>
                <a:gd name="connsiteX44" fmla="*/ 2032011 w 2373356"/>
                <a:gd name="connsiteY44" fmla="*/ 1279722 h 236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373356" h="2364985">
                  <a:moveTo>
                    <a:pt x="1077263" y="1296696"/>
                  </a:moveTo>
                  <a:cubicBezTo>
                    <a:pt x="1076195" y="1295522"/>
                    <a:pt x="1074700" y="1294561"/>
                    <a:pt x="1072778" y="1293921"/>
                  </a:cubicBezTo>
                  <a:cubicBezTo>
                    <a:pt x="910040" y="1243317"/>
                    <a:pt x="713773" y="1203710"/>
                    <a:pt x="461444" y="1203710"/>
                  </a:cubicBezTo>
                  <a:cubicBezTo>
                    <a:pt x="277777" y="1203710"/>
                    <a:pt x="191603" y="1222072"/>
                    <a:pt x="191603" y="1301393"/>
                  </a:cubicBezTo>
                  <a:cubicBezTo>
                    <a:pt x="191603" y="1380715"/>
                    <a:pt x="277670" y="1399077"/>
                    <a:pt x="461444" y="1399077"/>
                  </a:cubicBezTo>
                  <a:cubicBezTo>
                    <a:pt x="669671" y="1399077"/>
                    <a:pt x="839777" y="1372067"/>
                    <a:pt x="984361" y="1334168"/>
                  </a:cubicBezTo>
                  <a:cubicBezTo>
                    <a:pt x="768446" y="1481174"/>
                    <a:pt x="528611" y="1689780"/>
                    <a:pt x="256741" y="1958704"/>
                  </a:cubicBezTo>
                  <a:cubicBezTo>
                    <a:pt x="43388" y="2169765"/>
                    <a:pt x="-42252" y="2282822"/>
                    <a:pt x="19682" y="2344101"/>
                  </a:cubicBezTo>
                  <a:cubicBezTo>
                    <a:pt x="81616" y="2405381"/>
                    <a:pt x="195874" y="2320615"/>
                    <a:pt x="409227" y="2109554"/>
                  </a:cubicBezTo>
                  <a:cubicBezTo>
                    <a:pt x="681097" y="1840523"/>
                    <a:pt x="891887" y="1603306"/>
                    <a:pt x="1040422" y="1389683"/>
                  </a:cubicBezTo>
                  <a:cubicBezTo>
                    <a:pt x="1002514" y="1534233"/>
                    <a:pt x="975391" y="1704406"/>
                    <a:pt x="975391" y="1912905"/>
                  </a:cubicBezTo>
                  <a:cubicBezTo>
                    <a:pt x="975391" y="2096529"/>
                    <a:pt x="993758" y="2182576"/>
                    <a:pt x="1073098" y="2182576"/>
                  </a:cubicBezTo>
                  <a:cubicBezTo>
                    <a:pt x="1152438" y="2182576"/>
                    <a:pt x="1170805" y="2096529"/>
                    <a:pt x="1170805" y="1912905"/>
                  </a:cubicBezTo>
                  <a:cubicBezTo>
                    <a:pt x="1170805" y="1660635"/>
                    <a:pt x="1131295" y="1464307"/>
                    <a:pt x="1080573" y="1301714"/>
                  </a:cubicBezTo>
                  <a:cubicBezTo>
                    <a:pt x="1079932" y="1299472"/>
                    <a:pt x="1078758" y="1297871"/>
                    <a:pt x="1077369" y="1296803"/>
                  </a:cubicBezTo>
                  <a:moveTo>
                    <a:pt x="1051955" y="1052967"/>
                  </a:moveTo>
                  <a:cubicBezTo>
                    <a:pt x="1064128" y="1060761"/>
                    <a:pt x="1071923" y="1052967"/>
                    <a:pt x="1064128" y="1040797"/>
                  </a:cubicBezTo>
                  <a:cubicBezTo>
                    <a:pt x="916020" y="810092"/>
                    <a:pt x="719752" y="549282"/>
                    <a:pt x="425992" y="255590"/>
                  </a:cubicBezTo>
                  <a:cubicBezTo>
                    <a:pt x="212212" y="41753"/>
                    <a:pt x="96886" y="-43547"/>
                    <a:pt x="32176" y="21149"/>
                  </a:cubicBezTo>
                  <a:cubicBezTo>
                    <a:pt x="-32535" y="85844"/>
                    <a:pt x="52785" y="201036"/>
                    <a:pt x="266565" y="414873"/>
                  </a:cubicBezTo>
                  <a:cubicBezTo>
                    <a:pt x="560325" y="708565"/>
                    <a:pt x="821196" y="904893"/>
                    <a:pt x="1051955" y="1052860"/>
                  </a:cubicBezTo>
                  <a:moveTo>
                    <a:pt x="1194297" y="143173"/>
                  </a:moveTo>
                  <a:cubicBezTo>
                    <a:pt x="1115064" y="143173"/>
                    <a:pt x="1096697" y="227833"/>
                    <a:pt x="1096697" y="408361"/>
                  </a:cubicBezTo>
                  <a:cubicBezTo>
                    <a:pt x="1096697" y="656360"/>
                    <a:pt x="1136207" y="849379"/>
                    <a:pt x="1186929" y="1009196"/>
                  </a:cubicBezTo>
                  <a:cubicBezTo>
                    <a:pt x="1189598" y="1017630"/>
                    <a:pt x="1199102" y="1017630"/>
                    <a:pt x="1201772" y="1009196"/>
                  </a:cubicBezTo>
                  <a:cubicBezTo>
                    <a:pt x="1252387" y="849272"/>
                    <a:pt x="1292004" y="656360"/>
                    <a:pt x="1292004" y="408361"/>
                  </a:cubicBezTo>
                  <a:cubicBezTo>
                    <a:pt x="1292004" y="227833"/>
                    <a:pt x="1273637" y="143173"/>
                    <a:pt x="1194297" y="143173"/>
                  </a:cubicBezTo>
                  <a:moveTo>
                    <a:pt x="1331300" y="1312069"/>
                  </a:moveTo>
                  <a:cubicBezTo>
                    <a:pt x="1319126" y="1304169"/>
                    <a:pt x="1311331" y="1312069"/>
                    <a:pt x="1319126" y="1324240"/>
                  </a:cubicBezTo>
                  <a:cubicBezTo>
                    <a:pt x="1467235" y="1554944"/>
                    <a:pt x="1663502" y="1815755"/>
                    <a:pt x="1957263" y="2109447"/>
                  </a:cubicBezTo>
                  <a:cubicBezTo>
                    <a:pt x="2171149" y="2323283"/>
                    <a:pt x="2286369" y="2408584"/>
                    <a:pt x="2351079" y="2343781"/>
                  </a:cubicBezTo>
                  <a:cubicBezTo>
                    <a:pt x="2415790" y="2279086"/>
                    <a:pt x="2330470" y="2163893"/>
                    <a:pt x="2116583" y="1950057"/>
                  </a:cubicBezTo>
                  <a:cubicBezTo>
                    <a:pt x="1822823" y="1656365"/>
                    <a:pt x="1561952" y="1460036"/>
                    <a:pt x="1331193" y="1312069"/>
                  </a:cubicBezTo>
                  <a:moveTo>
                    <a:pt x="1958331" y="259219"/>
                  </a:moveTo>
                  <a:cubicBezTo>
                    <a:pt x="1664570" y="552912"/>
                    <a:pt x="1468196" y="813722"/>
                    <a:pt x="1320194" y="1044427"/>
                  </a:cubicBezTo>
                  <a:cubicBezTo>
                    <a:pt x="1312399" y="1056597"/>
                    <a:pt x="1320194" y="1064390"/>
                    <a:pt x="1332368" y="1056597"/>
                  </a:cubicBezTo>
                  <a:cubicBezTo>
                    <a:pt x="1563126" y="908523"/>
                    <a:pt x="1823997" y="712302"/>
                    <a:pt x="2117758" y="418609"/>
                  </a:cubicBezTo>
                  <a:cubicBezTo>
                    <a:pt x="2331645" y="204773"/>
                    <a:pt x="2416964" y="89581"/>
                    <a:pt x="2352147" y="24885"/>
                  </a:cubicBezTo>
                  <a:cubicBezTo>
                    <a:pt x="2287437" y="-39810"/>
                    <a:pt x="2172217" y="45490"/>
                    <a:pt x="1958331" y="259219"/>
                  </a:cubicBezTo>
                  <a:moveTo>
                    <a:pt x="2032011" y="1279722"/>
                  </a:moveTo>
                  <a:cubicBezTo>
                    <a:pt x="2231696" y="1279722"/>
                    <a:pt x="2325344" y="1261359"/>
                    <a:pt x="2325344" y="1182145"/>
                  </a:cubicBezTo>
                  <a:cubicBezTo>
                    <a:pt x="2325344" y="1102930"/>
                    <a:pt x="2221017" y="1084461"/>
                    <a:pt x="2021333" y="1084461"/>
                  </a:cubicBezTo>
                  <a:cubicBezTo>
                    <a:pt x="1747007" y="1084461"/>
                    <a:pt x="1544226" y="1124068"/>
                    <a:pt x="1367393" y="1174671"/>
                  </a:cubicBezTo>
                  <a:cubicBezTo>
                    <a:pt x="1358102" y="1177340"/>
                    <a:pt x="1358102" y="1186949"/>
                    <a:pt x="1367393" y="1189618"/>
                  </a:cubicBezTo>
                  <a:cubicBezTo>
                    <a:pt x="1544226" y="1240221"/>
                    <a:pt x="1757792" y="1279722"/>
                    <a:pt x="2032011" y="1279722"/>
                  </a:cubicBezTo>
                </a:path>
              </a:pathLst>
            </a:custGeom>
            <a:solidFill>
              <a:srgbClr val="FFFFFF"/>
            </a:solidFill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41" name="Freihandform 40">
              <a:extLst>
                <a:ext uri="{FF2B5EF4-FFF2-40B4-BE49-F238E27FC236}">
                  <a16:creationId xmlns:a16="http://schemas.microsoft.com/office/drawing/2014/main" id="{C637941F-81A3-6B24-3C32-494382E933DA}"/>
                </a:ext>
              </a:extLst>
            </p:cNvPr>
            <p:cNvSpPr/>
            <p:nvPr/>
          </p:nvSpPr>
          <p:spPr>
            <a:xfrm>
              <a:off x="1757315" y="-1615483"/>
              <a:ext cx="899919" cy="180509"/>
            </a:xfrm>
            <a:custGeom>
              <a:avLst/>
              <a:gdLst>
                <a:gd name="connsiteX0" fmla="*/ 4330912 w 4673045"/>
                <a:gd name="connsiteY0" fmla="*/ 919189 h 937337"/>
                <a:gd name="connsiteX1" fmla="*/ 4478060 w 4673045"/>
                <a:gd name="connsiteY1" fmla="*/ 919189 h 937337"/>
                <a:gd name="connsiteX2" fmla="*/ 4478060 w 4673045"/>
                <a:gd name="connsiteY2" fmla="*/ 558986 h 937337"/>
                <a:gd name="connsiteX3" fmla="*/ 4640797 w 4673045"/>
                <a:gd name="connsiteY3" fmla="*/ 398849 h 937337"/>
                <a:gd name="connsiteX4" fmla="*/ 4673046 w 4673045"/>
                <a:gd name="connsiteY4" fmla="*/ 398849 h 937337"/>
                <a:gd name="connsiteX5" fmla="*/ 4673046 w 4673045"/>
                <a:gd name="connsiteY5" fmla="*/ 246505 h 937337"/>
                <a:gd name="connsiteX6" fmla="*/ 4658844 w 4673045"/>
                <a:gd name="connsiteY6" fmla="*/ 246505 h 937337"/>
                <a:gd name="connsiteX7" fmla="*/ 4478060 w 4673045"/>
                <a:gd name="connsiteY7" fmla="*/ 378138 h 937337"/>
                <a:gd name="connsiteX8" fmla="*/ 4478060 w 4673045"/>
                <a:gd name="connsiteY8" fmla="*/ 258035 h 937337"/>
                <a:gd name="connsiteX9" fmla="*/ 4330912 w 4673045"/>
                <a:gd name="connsiteY9" fmla="*/ 258035 h 937337"/>
                <a:gd name="connsiteX10" fmla="*/ 4330912 w 4673045"/>
                <a:gd name="connsiteY10" fmla="*/ 918975 h 937337"/>
                <a:gd name="connsiteX11" fmla="*/ 3753749 w 4673045"/>
                <a:gd name="connsiteY11" fmla="*/ 517671 h 937337"/>
                <a:gd name="connsiteX12" fmla="*/ 3925457 w 4673045"/>
                <a:gd name="connsiteY12" fmla="*/ 374401 h 937337"/>
                <a:gd name="connsiteX13" fmla="*/ 4094601 w 4673045"/>
                <a:gd name="connsiteY13" fmla="*/ 517671 h 937337"/>
                <a:gd name="connsiteX14" fmla="*/ 3753749 w 4673045"/>
                <a:gd name="connsiteY14" fmla="*/ 517671 h 937337"/>
                <a:gd name="connsiteX15" fmla="*/ 3598807 w 4673045"/>
                <a:gd name="connsiteY15" fmla="*/ 588665 h 937337"/>
                <a:gd name="connsiteX16" fmla="*/ 3937096 w 4673045"/>
                <a:gd name="connsiteY16" fmla="*/ 937231 h 937337"/>
                <a:gd name="connsiteX17" fmla="*/ 4225091 w 4673045"/>
                <a:gd name="connsiteY17" fmla="*/ 788730 h 937337"/>
                <a:gd name="connsiteX18" fmla="*/ 4124394 w 4673045"/>
                <a:gd name="connsiteY18" fmla="*/ 703537 h 937337"/>
                <a:gd name="connsiteX19" fmla="*/ 3937203 w 4673045"/>
                <a:gd name="connsiteY19" fmla="*/ 802929 h 937337"/>
                <a:gd name="connsiteX20" fmla="*/ 3750012 w 4673045"/>
                <a:gd name="connsiteY20" fmla="*/ 636386 h 937337"/>
                <a:gd name="connsiteX21" fmla="*/ 4244525 w 4673045"/>
                <a:gd name="connsiteY21" fmla="*/ 636386 h 937337"/>
                <a:gd name="connsiteX22" fmla="*/ 4248369 w 4673045"/>
                <a:gd name="connsiteY22" fmla="*/ 582153 h 937337"/>
                <a:gd name="connsiteX23" fmla="*/ 3925564 w 4673045"/>
                <a:gd name="connsiteY23" fmla="*/ 239993 h 937337"/>
                <a:gd name="connsiteX24" fmla="*/ 3598914 w 4673045"/>
                <a:gd name="connsiteY24" fmla="*/ 588558 h 937337"/>
                <a:gd name="connsiteX25" fmla="*/ 3173917 w 4673045"/>
                <a:gd name="connsiteY25" fmla="*/ 795242 h 937337"/>
                <a:gd name="connsiteX26" fmla="*/ 2981493 w 4673045"/>
                <a:gd name="connsiteY26" fmla="*/ 588665 h 937337"/>
                <a:gd name="connsiteX27" fmla="*/ 3173917 w 4673045"/>
                <a:gd name="connsiteY27" fmla="*/ 382088 h 937337"/>
                <a:gd name="connsiteX28" fmla="*/ 3366340 w 4673045"/>
                <a:gd name="connsiteY28" fmla="*/ 588665 h 937337"/>
                <a:gd name="connsiteX29" fmla="*/ 3173917 w 4673045"/>
                <a:gd name="connsiteY29" fmla="*/ 795242 h 937337"/>
                <a:gd name="connsiteX30" fmla="*/ 3366340 w 4673045"/>
                <a:gd name="connsiteY30" fmla="*/ 258248 h 937337"/>
                <a:gd name="connsiteX31" fmla="*/ 3366340 w 4673045"/>
                <a:gd name="connsiteY31" fmla="*/ 367996 h 937337"/>
                <a:gd name="connsiteX32" fmla="*/ 3144231 w 4673045"/>
                <a:gd name="connsiteY32" fmla="*/ 240206 h 937337"/>
                <a:gd name="connsiteX33" fmla="*/ 2829220 w 4673045"/>
                <a:gd name="connsiteY33" fmla="*/ 588772 h 937337"/>
                <a:gd name="connsiteX34" fmla="*/ 3144231 w 4673045"/>
                <a:gd name="connsiteY34" fmla="*/ 937338 h 937337"/>
                <a:gd name="connsiteX35" fmla="*/ 3366340 w 4673045"/>
                <a:gd name="connsiteY35" fmla="*/ 809548 h 937337"/>
                <a:gd name="connsiteX36" fmla="*/ 3366340 w 4673045"/>
                <a:gd name="connsiteY36" fmla="*/ 919295 h 937337"/>
                <a:gd name="connsiteX37" fmla="*/ 3513594 w 4673045"/>
                <a:gd name="connsiteY37" fmla="*/ 919295 h 937337"/>
                <a:gd name="connsiteX38" fmla="*/ 3513594 w 4673045"/>
                <a:gd name="connsiteY38" fmla="*/ 258355 h 937337"/>
                <a:gd name="connsiteX39" fmla="*/ 3366340 w 4673045"/>
                <a:gd name="connsiteY39" fmla="*/ 258355 h 937337"/>
                <a:gd name="connsiteX40" fmla="*/ 2188735 w 4673045"/>
                <a:gd name="connsiteY40" fmla="*/ 919189 h 937337"/>
                <a:gd name="connsiteX41" fmla="*/ 2335882 w 4673045"/>
                <a:gd name="connsiteY41" fmla="*/ 919189 h 937337"/>
                <a:gd name="connsiteX42" fmla="*/ 2335882 w 4673045"/>
                <a:gd name="connsiteY42" fmla="*/ 526746 h 937337"/>
                <a:gd name="connsiteX43" fmla="*/ 2472778 w 4673045"/>
                <a:gd name="connsiteY43" fmla="*/ 369277 h 937337"/>
                <a:gd name="connsiteX44" fmla="*/ 2601879 w 4673045"/>
                <a:gd name="connsiteY44" fmla="*/ 515109 h 937337"/>
                <a:gd name="connsiteX45" fmla="*/ 2601879 w 4673045"/>
                <a:gd name="connsiteY45" fmla="*/ 919189 h 937337"/>
                <a:gd name="connsiteX46" fmla="*/ 2749133 w 4673045"/>
                <a:gd name="connsiteY46" fmla="*/ 919189 h 937337"/>
                <a:gd name="connsiteX47" fmla="*/ 2749133 w 4673045"/>
                <a:gd name="connsiteY47" fmla="*/ 489273 h 937337"/>
                <a:gd name="connsiteX48" fmla="*/ 2533538 w 4673045"/>
                <a:gd name="connsiteY48" fmla="*/ 240100 h 937337"/>
                <a:gd name="connsiteX49" fmla="*/ 2335989 w 4673045"/>
                <a:gd name="connsiteY49" fmla="*/ 346004 h 937337"/>
                <a:gd name="connsiteX50" fmla="*/ 2335989 w 4673045"/>
                <a:gd name="connsiteY50" fmla="*/ 15480 h 937337"/>
                <a:gd name="connsiteX51" fmla="*/ 2188842 w 4673045"/>
                <a:gd name="connsiteY51" fmla="*/ 15480 h 937337"/>
                <a:gd name="connsiteX52" fmla="*/ 2188842 w 4673045"/>
                <a:gd name="connsiteY52" fmla="*/ 919189 h 937337"/>
                <a:gd name="connsiteX53" fmla="*/ 2090601 w 4673045"/>
                <a:gd name="connsiteY53" fmla="*/ 921751 h 937337"/>
                <a:gd name="connsiteX54" fmla="*/ 2090601 w 4673045"/>
                <a:gd name="connsiteY54" fmla="*/ 797805 h 937337"/>
                <a:gd name="connsiteX55" fmla="*/ 2035074 w 4673045"/>
                <a:gd name="connsiteY55" fmla="*/ 801648 h 937337"/>
                <a:gd name="connsiteX56" fmla="*/ 1929145 w 4673045"/>
                <a:gd name="connsiteY56" fmla="*/ 694463 h 937337"/>
                <a:gd name="connsiteX57" fmla="*/ 1929145 w 4673045"/>
                <a:gd name="connsiteY57" fmla="*/ 384650 h 937337"/>
                <a:gd name="connsiteX58" fmla="*/ 2090601 w 4673045"/>
                <a:gd name="connsiteY58" fmla="*/ 384650 h 937337"/>
                <a:gd name="connsiteX59" fmla="*/ 2090601 w 4673045"/>
                <a:gd name="connsiteY59" fmla="*/ 258142 h 937337"/>
                <a:gd name="connsiteX60" fmla="*/ 1929145 w 4673045"/>
                <a:gd name="connsiteY60" fmla="*/ 258142 h 937337"/>
                <a:gd name="connsiteX61" fmla="*/ 1929145 w 4673045"/>
                <a:gd name="connsiteY61" fmla="*/ 67044 h 937337"/>
                <a:gd name="connsiteX62" fmla="*/ 1781891 w 4673045"/>
                <a:gd name="connsiteY62" fmla="*/ 112203 h 937337"/>
                <a:gd name="connsiteX63" fmla="*/ 1781891 w 4673045"/>
                <a:gd name="connsiteY63" fmla="*/ 258035 h 937337"/>
                <a:gd name="connsiteX64" fmla="*/ 1654072 w 4673045"/>
                <a:gd name="connsiteY64" fmla="*/ 258035 h 937337"/>
                <a:gd name="connsiteX65" fmla="*/ 1654072 w 4673045"/>
                <a:gd name="connsiteY65" fmla="*/ 384543 h 937337"/>
                <a:gd name="connsiteX66" fmla="*/ 1781891 w 4673045"/>
                <a:gd name="connsiteY66" fmla="*/ 384543 h 937337"/>
                <a:gd name="connsiteX67" fmla="*/ 1781891 w 4673045"/>
                <a:gd name="connsiteY67" fmla="*/ 708555 h 937337"/>
                <a:gd name="connsiteX68" fmla="*/ 1994923 w 4673045"/>
                <a:gd name="connsiteY68" fmla="*/ 933174 h 937337"/>
                <a:gd name="connsiteX69" fmla="*/ 2090494 w 4673045"/>
                <a:gd name="connsiteY69" fmla="*/ 921537 h 937337"/>
                <a:gd name="connsiteX70" fmla="*/ 1293892 w 4673045"/>
                <a:gd name="connsiteY70" fmla="*/ 795242 h 937337"/>
                <a:gd name="connsiteX71" fmla="*/ 1101469 w 4673045"/>
                <a:gd name="connsiteY71" fmla="*/ 588665 h 937337"/>
                <a:gd name="connsiteX72" fmla="*/ 1293892 w 4673045"/>
                <a:gd name="connsiteY72" fmla="*/ 382088 h 937337"/>
                <a:gd name="connsiteX73" fmla="*/ 1486315 w 4673045"/>
                <a:gd name="connsiteY73" fmla="*/ 588665 h 937337"/>
                <a:gd name="connsiteX74" fmla="*/ 1293892 w 4673045"/>
                <a:gd name="connsiteY74" fmla="*/ 795242 h 937337"/>
                <a:gd name="connsiteX75" fmla="*/ 1293892 w 4673045"/>
                <a:gd name="connsiteY75" fmla="*/ 937231 h 937337"/>
                <a:gd name="connsiteX76" fmla="*/ 1638695 w 4673045"/>
                <a:gd name="connsiteY76" fmla="*/ 588665 h 937337"/>
                <a:gd name="connsiteX77" fmla="*/ 1293892 w 4673045"/>
                <a:gd name="connsiteY77" fmla="*/ 240100 h 937337"/>
                <a:gd name="connsiteX78" fmla="*/ 949089 w 4673045"/>
                <a:gd name="connsiteY78" fmla="*/ 588665 h 937337"/>
                <a:gd name="connsiteX79" fmla="*/ 1293892 w 4673045"/>
                <a:gd name="connsiteY79" fmla="*/ 937231 h 937337"/>
                <a:gd name="connsiteX80" fmla="*/ 454576 w 4673045"/>
                <a:gd name="connsiteY80" fmla="*/ 0 h 937337"/>
                <a:gd name="connsiteX81" fmla="*/ 0 w 4673045"/>
                <a:gd name="connsiteY81" fmla="*/ 468669 h 937337"/>
                <a:gd name="connsiteX82" fmla="*/ 435141 w 4673045"/>
                <a:gd name="connsiteY82" fmla="*/ 937338 h 937337"/>
                <a:gd name="connsiteX83" fmla="*/ 711496 w 4673045"/>
                <a:gd name="connsiteY83" fmla="*/ 803036 h 937337"/>
                <a:gd name="connsiteX84" fmla="*/ 711496 w 4673045"/>
                <a:gd name="connsiteY84" fmla="*/ 919189 h 937337"/>
                <a:gd name="connsiteX85" fmla="*/ 861313 w 4673045"/>
                <a:gd name="connsiteY85" fmla="*/ 919189 h 937337"/>
                <a:gd name="connsiteX86" fmla="*/ 861313 w 4673045"/>
                <a:gd name="connsiteY86" fmla="*/ 444114 h 937337"/>
                <a:gd name="connsiteX87" fmla="*/ 470060 w 4673045"/>
                <a:gd name="connsiteY87" fmla="*/ 444114 h 937337"/>
                <a:gd name="connsiteX88" fmla="*/ 470060 w 4673045"/>
                <a:gd name="connsiteY88" fmla="*/ 591334 h 937337"/>
                <a:gd name="connsiteX89" fmla="*/ 698576 w 4673045"/>
                <a:gd name="connsiteY89" fmla="*/ 591334 h 937337"/>
                <a:gd name="connsiteX90" fmla="*/ 454470 w 4673045"/>
                <a:gd name="connsiteY90" fmla="*/ 779869 h 937337"/>
                <a:gd name="connsiteX91" fmla="*/ 175552 w 4673045"/>
                <a:gd name="connsiteY91" fmla="*/ 468776 h 937337"/>
                <a:gd name="connsiteX92" fmla="*/ 454470 w 4673045"/>
                <a:gd name="connsiteY92" fmla="*/ 157682 h 937337"/>
                <a:gd name="connsiteX93" fmla="*/ 699857 w 4673045"/>
                <a:gd name="connsiteY93" fmla="*/ 298389 h 937337"/>
                <a:gd name="connsiteX94" fmla="*/ 839316 w 4673045"/>
                <a:gd name="connsiteY94" fmla="*/ 205403 h 937337"/>
                <a:gd name="connsiteX95" fmla="*/ 454470 w 4673045"/>
                <a:gd name="connsiteY95" fmla="*/ 107 h 937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673045" h="937337">
                  <a:moveTo>
                    <a:pt x="4330912" y="919189"/>
                  </a:moveTo>
                  <a:lnTo>
                    <a:pt x="4478060" y="919189"/>
                  </a:lnTo>
                  <a:lnTo>
                    <a:pt x="4478060" y="558986"/>
                  </a:lnTo>
                  <a:cubicBezTo>
                    <a:pt x="4478060" y="449239"/>
                    <a:pt x="4524510" y="398849"/>
                    <a:pt x="4640797" y="398849"/>
                  </a:cubicBezTo>
                  <a:lnTo>
                    <a:pt x="4673046" y="398849"/>
                  </a:lnTo>
                  <a:lnTo>
                    <a:pt x="4673046" y="246505"/>
                  </a:lnTo>
                  <a:lnTo>
                    <a:pt x="4658844" y="246505"/>
                  </a:lnTo>
                  <a:cubicBezTo>
                    <a:pt x="4561991" y="246505"/>
                    <a:pt x="4498776" y="300738"/>
                    <a:pt x="4478060" y="378138"/>
                  </a:cubicBezTo>
                  <a:lnTo>
                    <a:pt x="4478060" y="258035"/>
                  </a:lnTo>
                  <a:lnTo>
                    <a:pt x="4330912" y="258035"/>
                  </a:lnTo>
                  <a:lnTo>
                    <a:pt x="4330912" y="918975"/>
                  </a:lnTo>
                  <a:close/>
                  <a:moveTo>
                    <a:pt x="3753749" y="517671"/>
                  </a:moveTo>
                  <a:cubicBezTo>
                    <a:pt x="3774358" y="428635"/>
                    <a:pt x="3837681" y="374401"/>
                    <a:pt x="3925457" y="374401"/>
                  </a:cubicBezTo>
                  <a:cubicBezTo>
                    <a:pt x="4008107" y="374401"/>
                    <a:pt x="4075273" y="423510"/>
                    <a:pt x="4094601" y="517671"/>
                  </a:cubicBezTo>
                  <a:lnTo>
                    <a:pt x="3753749" y="517671"/>
                  </a:lnTo>
                  <a:close/>
                  <a:moveTo>
                    <a:pt x="3598807" y="588665"/>
                  </a:moveTo>
                  <a:cubicBezTo>
                    <a:pt x="3598807" y="790011"/>
                    <a:pt x="3742110" y="937231"/>
                    <a:pt x="3937096" y="937231"/>
                  </a:cubicBezTo>
                  <a:cubicBezTo>
                    <a:pt x="4057227" y="937231"/>
                    <a:pt x="4170844" y="877873"/>
                    <a:pt x="4225091" y="788730"/>
                  </a:cubicBezTo>
                  <a:lnTo>
                    <a:pt x="4124394" y="703537"/>
                  </a:lnTo>
                  <a:cubicBezTo>
                    <a:pt x="4086913" y="765564"/>
                    <a:pt x="4017183" y="802929"/>
                    <a:pt x="3937203" y="802929"/>
                  </a:cubicBezTo>
                  <a:cubicBezTo>
                    <a:pt x="3840350" y="802929"/>
                    <a:pt x="3768059" y="737059"/>
                    <a:pt x="3750012" y="636386"/>
                  </a:cubicBezTo>
                  <a:lnTo>
                    <a:pt x="4244525" y="636386"/>
                  </a:lnTo>
                  <a:cubicBezTo>
                    <a:pt x="4247088" y="619625"/>
                    <a:pt x="4248369" y="600195"/>
                    <a:pt x="4248369" y="582153"/>
                  </a:cubicBezTo>
                  <a:cubicBezTo>
                    <a:pt x="4248369" y="392337"/>
                    <a:pt x="4119268" y="239993"/>
                    <a:pt x="3925564" y="239993"/>
                  </a:cubicBezTo>
                  <a:cubicBezTo>
                    <a:pt x="3731859" y="239993"/>
                    <a:pt x="3598914" y="387212"/>
                    <a:pt x="3598914" y="588558"/>
                  </a:cubicBezTo>
                  <a:moveTo>
                    <a:pt x="3173917" y="795242"/>
                  </a:moveTo>
                  <a:cubicBezTo>
                    <a:pt x="3062862" y="795242"/>
                    <a:pt x="2981493" y="707487"/>
                    <a:pt x="2981493" y="588665"/>
                  </a:cubicBezTo>
                  <a:cubicBezTo>
                    <a:pt x="2981493" y="469843"/>
                    <a:pt x="3062862" y="382088"/>
                    <a:pt x="3173917" y="382088"/>
                  </a:cubicBezTo>
                  <a:cubicBezTo>
                    <a:pt x="3284971" y="382088"/>
                    <a:pt x="3366340" y="469843"/>
                    <a:pt x="3366340" y="588665"/>
                  </a:cubicBezTo>
                  <a:cubicBezTo>
                    <a:pt x="3366340" y="707487"/>
                    <a:pt x="3284971" y="795242"/>
                    <a:pt x="3173917" y="795242"/>
                  </a:cubicBezTo>
                  <a:moveTo>
                    <a:pt x="3366340" y="258248"/>
                  </a:moveTo>
                  <a:lnTo>
                    <a:pt x="3366340" y="367996"/>
                  </a:lnTo>
                  <a:cubicBezTo>
                    <a:pt x="3322452" y="284084"/>
                    <a:pt x="3246209" y="240206"/>
                    <a:pt x="3144231" y="240206"/>
                  </a:cubicBezTo>
                  <a:cubicBezTo>
                    <a:pt x="2971242" y="240206"/>
                    <a:pt x="2829220" y="386038"/>
                    <a:pt x="2829220" y="588772"/>
                  </a:cubicBezTo>
                  <a:cubicBezTo>
                    <a:pt x="2829220" y="791506"/>
                    <a:pt x="2971242" y="937338"/>
                    <a:pt x="3144231" y="937338"/>
                  </a:cubicBezTo>
                  <a:cubicBezTo>
                    <a:pt x="3246209" y="937338"/>
                    <a:pt x="3322452" y="893460"/>
                    <a:pt x="3366340" y="809548"/>
                  </a:cubicBezTo>
                  <a:lnTo>
                    <a:pt x="3366340" y="919295"/>
                  </a:lnTo>
                  <a:lnTo>
                    <a:pt x="3513594" y="919295"/>
                  </a:lnTo>
                  <a:lnTo>
                    <a:pt x="3513594" y="258355"/>
                  </a:lnTo>
                  <a:lnTo>
                    <a:pt x="3366340" y="258355"/>
                  </a:lnTo>
                  <a:close/>
                  <a:moveTo>
                    <a:pt x="2188735" y="919189"/>
                  </a:moveTo>
                  <a:lnTo>
                    <a:pt x="2335882" y="919189"/>
                  </a:lnTo>
                  <a:lnTo>
                    <a:pt x="2335882" y="526746"/>
                  </a:lnTo>
                  <a:cubicBezTo>
                    <a:pt x="2335882" y="424791"/>
                    <a:pt x="2390128" y="369277"/>
                    <a:pt x="2472778" y="369277"/>
                  </a:cubicBezTo>
                  <a:cubicBezTo>
                    <a:pt x="2555429" y="369277"/>
                    <a:pt x="2601879" y="424791"/>
                    <a:pt x="2601879" y="515109"/>
                  </a:cubicBezTo>
                  <a:lnTo>
                    <a:pt x="2601879" y="919189"/>
                  </a:lnTo>
                  <a:lnTo>
                    <a:pt x="2749133" y="919189"/>
                  </a:lnTo>
                  <a:lnTo>
                    <a:pt x="2749133" y="489273"/>
                  </a:lnTo>
                  <a:cubicBezTo>
                    <a:pt x="2749133" y="318887"/>
                    <a:pt x="2657407" y="240100"/>
                    <a:pt x="2533538" y="240100"/>
                  </a:cubicBezTo>
                  <a:cubicBezTo>
                    <a:pt x="2431560" y="240100"/>
                    <a:pt x="2364394" y="290489"/>
                    <a:pt x="2335989" y="346004"/>
                  </a:cubicBezTo>
                  <a:lnTo>
                    <a:pt x="2335989" y="15480"/>
                  </a:lnTo>
                  <a:lnTo>
                    <a:pt x="2188842" y="15480"/>
                  </a:lnTo>
                  <a:lnTo>
                    <a:pt x="2188842" y="919189"/>
                  </a:lnTo>
                  <a:close/>
                  <a:moveTo>
                    <a:pt x="2090601" y="921751"/>
                  </a:moveTo>
                  <a:lnTo>
                    <a:pt x="2090601" y="797805"/>
                  </a:lnTo>
                  <a:cubicBezTo>
                    <a:pt x="2073836" y="800367"/>
                    <a:pt x="2050558" y="801648"/>
                    <a:pt x="2035074" y="801648"/>
                  </a:cubicBezTo>
                  <a:cubicBezTo>
                    <a:pt x="1962782" y="801648"/>
                    <a:pt x="1929145" y="764176"/>
                    <a:pt x="1929145" y="694463"/>
                  </a:cubicBezTo>
                  <a:lnTo>
                    <a:pt x="1929145" y="384650"/>
                  </a:lnTo>
                  <a:lnTo>
                    <a:pt x="2090601" y="384650"/>
                  </a:lnTo>
                  <a:lnTo>
                    <a:pt x="2090601" y="258142"/>
                  </a:lnTo>
                  <a:lnTo>
                    <a:pt x="1929145" y="258142"/>
                  </a:lnTo>
                  <a:lnTo>
                    <a:pt x="1929145" y="67044"/>
                  </a:lnTo>
                  <a:lnTo>
                    <a:pt x="1781891" y="112203"/>
                  </a:lnTo>
                  <a:lnTo>
                    <a:pt x="1781891" y="258035"/>
                  </a:lnTo>
                  <a:lnTo>
                    <a:pt x="1654072" y="258035"/>
                  </a:lnTo>
                  <a:lnTo>
                    <a:pt x="1654072" y="384543"/>
                  </a:lnTo>
                  <a:lnTo>
                    <a:pt x="1781891" y="384543"/>
                  </a:lnTo>
                  <a:lnTo>
                    <a:pt x="1781891" y="708555"/>
                  </a:lnTo>
                  <a:cubicBezTo>
                    <a:pt x="1781891" y="851824"/>
                    <a:pt x="1860697" y="933174"/>
                    <a:pt x="1994923" y="933174"/>
                  </a:cubicBezTo>
                  <a:cubicBezTo>
                    <a:pt x="2032404" y="933174"/>
                    <a:pt x="2065934" y="929331"/>
                    <a:pt x="2090494" y="921537"/>
                  </a:cubicBezTo>
                  <a:moveTo>
                    <a:pt x="1293892" y="795242"/>
                  </a:moveTo>
                  <a:cubicBezTo>
                    <a:pt x="1182837" y="795242"/>
                    <a:pt x="1101469" y="707487"/>
                    <a:pt x="1101469" y="588665"/>
                  </a:cubicBezTo>
                  <a:cubicBezTo>
                    <a:pt x="1101469" y="469843"/>
                    <a:pt x="1182837" y="382088"/>
                    <a:pt x="1293892" y="382088"/>
                  </a:cubicBezTo>
                  <a:cubicBezTo>
                    <a:pt x="1404946" y="382088"/>
                    <a:pt x="1486315" y="469843"/>
                    <a:pt x="1486315" y="588665"/>
                  </a:cubicBezTo>
                  <a:cubicBezTo>
                    <a:pt x="1486315" y="707487"/>
                    <a:pt x="1404946" y="795242"/>
                    <a:pt x="1293892" y="795242"/>
                  </a:cubicBezTo>
                  <a:moveTo>
                    <a:pt x="1293892" y="937231"/>
                  </a:moveTo>
                  <a:cubicBezTo>
                    <a:pt x="1490160" y="937231"/>
                    <a:pt x="1638695" y="791399"/>
                    <a:pt x="1638695" y="588665"/>
                  </a:cubicBezTo>
                  <a:cubicBezTo>
                    <a:pt x="1638695" y="385931"/>
                    <a:pt x="1490160" y="240100"/>
                    <a:pt x="1293892" y="240100"/>
                  </a:cubicBezTo>
                  <a:cubicBezTo>
                    <a:pt x="1097625" y="240100"/>
                    <a:pt x="949089" y="385931"/>
                    <a:pt x="949089" y="588665"/>
                  </a:cubicBezTo>
                  <a:cubicBezTo>
                    <a:pt x="949089" y="791399"/>
                    <a:pt x="1097625" y="937231"/>
                    <a:pt x="1293892" y="937231"/>
                  </a:cubicBezTo>
                  <a:moveTo>
                    <a:pt x="454576" y="0"/>
                  </a:moveTo>
                  <a:cubicBezTo>
                    <a:pt x="194986" y="0"/>
                    <a:pt x="0" y="196222"/>
                    <a:pt x="0" y="468669"/>
                  </a:cubicBezTo>
                  <a:cubicBezTo>
                    <a:pt x="0" y="741116"/>
                    <a:pt x="194986" y="937338"/>
                    <a:pt x="435141" y="937338"/>
                  </a:cubicBezTo>
                  <a:cubicBezTo>
                    <a:pt x="546196" y="937338"/>
                    <a:pt x="650737" y="885667"/>
                    <a:pt x="711496" y="803036"/>
                  </a:cubicBezTo>
                  <a:lnTo>
                    <a:pt x="711496" y="919189"/>
                  </a:lnTo>
                  <a:lnTo>
                    <a:pt x="861313" y="919189"/>
                  </a:lnTo>
                  <a:lnTo>
                    <a:pt x="861313" y="444114"/>
                  </a:lnTo>
                  <a:lnTo>
                    <a:pt x="470060" y="444114"/>
                  </a:lnTo>
                  <a:lnTo>
                    <a:pt x="470060" y="591334"/>
                  </a:lnTo>
                  <a:lnTo>
                    <a:pt x="698576" y="591334"/>
                  </a:lnTo>
                  <a:cubicBezTo>
                    <a:pt x="676579" y="702363"/>
                    <a:pt x="578445" y="779869"/>
                    <a:pt x="454470" y="779869"/>
                  </a:cubicBezTo>
                  <a:cubicBezTo>
                    <a:pt x="291732" y="779869"/>
                    <a:pt x="175552" y="648236"/>
                    <a:pt x="175552" y="468776"/>
                  </a:cubicBezTo>
                  <a:cubicBezTo>
                    <a:pt x="175552" y="289315"/>
                    <a:pt x="291732" y="157682"/>
                    <a:pt x="454470" y="157682"/>
                  </a:cubicBezTo>
                  <a:cubicBezTo>
                    <a:pt x="570649" y="157682"/>
                    <a:pt x="654581" y="215759"/>
                    <a:pt x="699857" y="298389"/>
                  </a:cubicBezTo>
                  <a:lnTo>
                    <a:pt x="839316" y="205403"/>
                  </a:lnTo>
                  <a:cubicBezTo>
                    <a:pt x="770868" y="76332"/>
                    <a:pt x="626284" y="107"/>
                    <a:pt x="454470" y="107"/>
                  </a:cubicBezTo>
                </a:path>
              </a:pathLst>
            </a:custGeom>
            <a:solidFill>
              <a:srgbClr val="FFFFFF"/>
            </a:solidFill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42" name="Freihandform 41">
              <a:extLst>
                <a:ext uri="{FF2B5EF4-FFF2-40B4-BE49-F238E27FC236}">
                  <a16:creationId xmlns:a16="http://schemas.microsoft.com/office/drawing/2014/main" id="{7DD08E80-73E1-D920-65C2-14F61E75A2B9}"/>
                </a:ext>
              </a:extLst>
            </p:cNvPr>
            <p:cNvSpPr/>
            <p:nvPr/>
          </p:nvSpPr>
          <p:spPr>
            <a:xfrm>
              <a:off x="1768255" y="-1865975"/>
              <a:ext cx="1032722" cy="182257"/>
            </a:xfrm>
            <a:custGeom>
              <a:avLst/>
              <a:gdLst>
                <a:gd name="connsiteX0" fmla="*/ 5023081 w 5362651"/>
                <a:gd name="connsiteY0" fmla="*/ 804316 h 946411"/>
                <a:gd name="connsiteX1" fmla="*/ 4830658 w 5362651"/>
                <a:gd name="connsiteY1" fmla="*/ 597740 h 946411"/>
                <a:gd name="connsiteX2" fmla="*/ 5023081 w 5362651"/>
                <a:gd name="connsiteY2" fmla="*/ 391162 h 946411"/>
                <a:gd name="connsiteX3" fmla="*/ 5215504 w 5362651"/>
                <a:gd name="connsiteY3" fmla="*/ 597740 h 946411"/>
                <a:gd name="connsiteX4" fmla="*/ 5023081 w 5362651"/>
                <a:gd name="connsiteY4" fmla="*/ 804316 h 946411"/>
                <a:gd name="connsiteX5" fmla="*/ 5215504 w 5362651"/>
                <a:gd name="connsiteY5" fmla="*/ 267323 h 946411"/>
                <a:gd name="connsiteX6" fmla="*/ 5215504 w 5362651"/>
                <a:gd name="connsiteY6" fmla="*/ 377070 h 946411"/>
                <a:gd name="connsiteX7" fmla="*/ 4993395 w 5362651"/>
                <a:gd name="connsiteY7" fmla="*/ 249280 h 946411"/>
                <a:gd name="connsiteX8" fmla="*/ 4678278 w 5362651"/>
                <a:gd name="connsiteY8" fmla="*/ 597846 h 946411"/>
                <a:gd name="connsiteX9" fmla="*/ 4993395 w 5362651"/>
                <a:gd name="connsiteY9" fmla="*/ 946412 h 946411"/>
                <a:gd name="connsiteX10" fmla="*/ 5215504 w 5362651"/>
                <a:gd name="connsiteY10" fmla="*/ 818622 h 946411"/>
                <a:gd name="connsiteX11" fmla="*/ 5215504 w 5362651"/>
                <a:gd name="connsiteY11" fmla="*/ 928370 h 946411"/>
                <a:gd name="connsiteX12" fmla="*/ 5362651 w 5362651"/>
                <a:gd name="connsiteY12" fmla="*/ 928370 h 946411"/>
                <a:gd name="connsiteX13" fmla="*/ 5362651 w 5362651"/>
                <a:gd name="connsiteY13" fmla="*/ 267429 h 946411"/>
                <a:gd name="connsiteX14" fmla="*/ 5215504 w 5362651"/>
                <a:gd name="connsiteY14" fmla="*/ 267429 h 946411"/>
                <a:gd name="connsiteX15" fmla="*/ 4611218 w 5362651"/>
                <a:gd name="connsiteY15" fmla="*/ 91705 h 946411"/>
                <a:gd name="connsiteX16" fmla="*/ 4519492 w 5362651"/>
                <a:gd name="connsiteY16" fmla="*/ 183411 h 946411"/>
                <a:gd name="connsiteX17" fmla="*/ 4427765 w 5362651"/>
                <a:gd name="connsiteY17" fmla="*/ 91705 h 946411"/>
                <a:gd name="connsiteX18" fmla="*/ 4519492 w 5362651"/>
                <a:gd name="connsiteY18" fmla="*/ 0 h 946411"/>
                <a:gd name="connsiteX19" fmla="*/ 4611218 w 5362651"/>
                <a:gd name="connsiteY19" fmla="*/ 91705 h 946411"/>
                <a:gd name="connsiteX20" fmla="*/ 4445918 w 5362651"/>
                <a:gd name="connsiteY20" fmla="*/ 928263 h 946411"/>
                <a:gd name="connsiteX21" fmla="*/ 4593172 w 5362651"/>
                <a:gd name="connsiteY21" fmla="*/ 928263 h 946411"/>
                <a:gd name="connsiteX22" fmla="*/ 4593172 w 5362651"/>
                <a:gd name="connsiteY22" fmla="*/ 267323 h 946411"/>
                <a:gd name="connsiteX23" fmla="*/ 4445918 w 5362651"/>
                <a:gd name="connsiteY23" fmla="*/ 267323 h 946411"/>
                <a:gd name="connsiteX24" fmla="*/ 4445918 w 5362651"/>
                <a:gd name="connsiteY24" fmla="*/ 928263 h 946411"/>
                <a:gd name="connsiteX25" fmla="*/ 3777028 w 5362651"/>
                <a:gd name="connsiteY25" fmla="*/ 928263 h 946411"/>
                <a:gd name="connsiteX26" fmla="*/ 3924176 w 5362651"/>
                <a:gd name="connsiteY26" fmla="*/ 928263 h 946411"/>
                <a:gd name="connsiteX27" fmla="*/ 3924176 w 5362651"/>
                <a:gd name="connsiteY27" fmla="*/ 535820 h 946411"/>
                <a:gd name="connsiteX28" fmla="*/ 4061071 w 5362651"/>
                <a:gd name="connsiteY28" fmla="*/ 378351 h 946411"/>
                <a:gd name="connsiteX29" fmla="*/ 4190172 w 5362651"/>
                <a:gd name="connsiteY29" fmla="*/ 524183 h 946411"/>
                <a:gd name="connsiteX30" fmla="*/ 4190172 w 5362651"/>
                <a:gd name="connsiteY30" fmla="*/ 928263 h 946411"/>
                <a:gd name="connsiteX31" fmla="*/ 4337426 w 5362651"/>
                <a:gd name="connsiteY31" fmla="*/ 928263 h 946411"/>
                <a:gd name="connsiteX32" fmla="*/ 4337426 w 5362651"/>
                <a:gd name="connsiteY32" fmla="*/ 498348 h 946411"/>
                <a:gd name="connsiteX33" fmla="*/ 4121831 w 5362651"/>
                <a:gd name="connsiteY33" fmla="*/ 249174 h 946411"/>
                <a:gd name="connsiteX34" fmla="*/ 3924282 w 5362651"/>
                <a:gd name="connsiteY34" fmla="*/ 355078 h 946411"/>
                <a:gd name="connsiteX35" fmla="*/ 3924282 w 5362651"/>
                <a:gd name="connsiteY35" fmla="*/ 267323 h 946411"/>
                <a:gd name="connsiteX36" fmla="*/ 3777135 w 5362651"/>
                <a:gd name="connsiteY36" fmla="*/ 267323 h 946411"/>
                <a:gd name="connsiteX37" fmla="*/ 3777135 w 5362651"/>
                <a:gd name="connsiteY37" fmla="*/ 928263 h 946411"/>
                <a:gd name="connsiteX38" fmla="*/ 3199865 w 5362651"/>
                <a:gd name="connsiteY38" fmla="*/ 526745 h 946411"/>
                <a:gd name="connsiteX39" fmla="*/ 3371573 w 5362651"/>
                <a:gd name="connsiteY39" fmla="*/ 383476 h 946411"/>
                <a:gd name="connsiteX40" fmla="*/ 3540717 w 5362651"/>
                <a:gd name="connsiteY40" fmla="*/ 526745 h 946411"/>
                <a:gd name="connsiteX41" fmla="*/ 3199865 w 5362651"/>
                <a:gd name="connsiteY41" fmla="*/ 526745 h 946411"/>
                <a:gd name="connsiteX42" fmla="*/ 3044923 w 5362651"/>
                <a:gd name="connsiteY42" fmla="*/ 597740 h 946411"/>
                <a:gd name="connsiteX43" fmla="*/ 3383212 w 5362651"/>
                <a:gd name="connsiteY43" fmla="*/ 946305 h 946411"/>
                <a:gd name="connsiteX44" fmla="*/ 3671206 w 5362651"/>
                <a:gd name="connsiteY44" fmla="*/ 797804 h 946411"/>
                <a:gd name="connsiteX45" fmla="*/ 3570509 w 5362651"/>
                <a:gd name="connsiteY45" fmla="*/ 712611 h 946411"/>
                <a:gd name="connsiteX46" fmla="*/ 3383318 w 5362651"/>
                <a:gd name="connsiteY46" fmla="*/ 812003 h 946411"/>
                <a:gd name="connsiteX47" fmla="*/ 3196127 w 5362651"/>
                <a:gd name="connsiteY47" fmla="*/ 645460 h 946411"/>
                <a:gd name="connsiteX48" fmla="*/ 3690640 w 5362651"/>
                <a:gd name="connsiteY48" fmla="*/ 645460 h 946411"/>
                <a:gd name="connsiteX49" fmla="*/ 3694485 w 5362651"/>
                <a:gd name="connsiteY49" fmla="*/ 591227 h 946411"/>
                <a:gd name="connsiteX50" fmla="*/ 3371679 w 5362651"/>
                <a:gd name="connsiteY50" fmla="*/ 249174 h 946411"/>
                <a:gd name="connsiteX51" fmla="*/ 3044923 w 5362651"/>
                <a:gd name="connsiteY51" fmla="*/ 597740 h 946411"/>
                <a:gd name="connsiteX52" fmla="*/ 2032511 w 5362651"/>
                <a:gd name="connsiteY52" fmla="*/ 928263 h 946411"/>
                <a:gd name="connsiteX53" fmla="*/ 2179765 w 5362651"/>
                <a:gd name="connsiteY53" fmla="*/ 928263 h 946411"/>
                <a:gd name="connsiteX54" fmla="*/ 2179765 w 5362651"/>
                <a:gd name="connsiteY54" fmla="*/ 535820 h 946411"/>
                <a:gd name="connsiteX55" fmla="*/ 2306304 w 5362651"/>
                <a:gd name="connsiteY55" fmla="*/ 378351 h 946411"/>
                <a:gd name="connsiteX56" fmla="*/ 2425153 w 5362651"/>
                <a:gd name="connsiteY56" fmla="*/ 524183 h 946411"/>
                <a:gd name="connsiteX57" fmla="*/ 2425153 w 5362651"/>
                <a:gd name="connsiteY57" fmla="*/ 928263 h 946411"/>
                <a:gd name="connsiteX58" fmla="*/ 2572300 w 5362651"/>
                <a:gd name="connsiteY58" fmla="*/ 928263 h 946411"/>
                <a:gd name="connsiteX59" fmla="*/ 2572300 w 5362651"/>
                <a:gd name="connsiteY59" fmla="*/ 521621 h 946411"/>
                <a:gd name="connsiteX60" fmla="*/ 2698839 w 5362651"/>
                <a:gd name="connsiteY60" fmla="*/ 378351 h 946411"/>
                <a:gd name="connsiteX61" fmla="*/ 2817688 w 5362651"/>
                <a:gd name="connsiteY61" fmla="*/ 524183 h 946411"/>
                <a:gd name="connsiteX62" fmla="*/ 2817688 w 5362651"/>
                <a:gd name="connsiteY62" fmla="*/ 928263 h 946411"/>
                <a:gd name="connsiteX63" fmla="*/ 2964942 w 5362651"/>
                <a:gd name="connsiteY63" fmla="*/ 928263 h 946411"/>
                <a:gd name="connsiteX64" fmla="*/ 2964942 w 5362651"/>
                <a:gd name="connsiteY64" fmla="*/ 498348 h 946411"/>
                <a:gd name="connsiteX65" fmla="*/ 2746677 w 5362651"/>
                <a:gd name="connsiteY65" fmla="*/ 249174 h 946411"/>
                <a:gd name="connsiteX66" fmla="*/ 2547847 w 5362651"/>
                <a:gd name="connsiteY66" fmla="*/ 362764 h 946411"/>
                <a:gd name="connsiteX67" fmla="*/ 2367063 w 5362651"/>
                <a:gd name="connsiteY67" fmla="*/ 249174 h 946411"/>
                <a:gd name="connsiteX68" fmla="*/ 2179872 w 5362651"/>
                <a:gd name="connsiteY68" fmla="*/ 355078 h 946411"/>
                <a:gd name="connsiteX69" fmla="*/ 2179872 w 5362651"/>
                <a:gd name="connsiteY69" fmla="*/ 267323 h 946411"/>
                <a:gd name="connsiteX70" fmla="*/ 2032618 w 5362651"/>
                <a:gd name="connsiteY70" fmla="*/ 267323 h 946411"/>
                <a:gd name="connsiteX71" fmla="*/ 2032618 w 5362651"/>
                <a:gd name="connsiteY71" fmla="*/ 928263 h 946411"/>
                <a:gd name="connsiteX72" fmla="*/ 1612854 w 5362651"/>
                <a:gd name="connsiteY72" fmla="*/ 928263 h 946411"/>
                <a:gd name="connsiteX73" fmla="*/ 1760107 w 5362651"/>
                <a:gd name="connsiteY73" fmla="*/ 928263 h 946411"/>
                <a:gd name="connsiteX74" fmla="*/ 1760107 w 5362651"/>
                <a:gd name="connsiteY74" fmla="*/ 568061 h 946411"/>
                <a:gd name="connsiteX75" fmla="*/ 1922845 w 5362651"/>
                <a:gd name="connsiteY75" fmla="*/ 408030 h 946411"/>
                <a:gd name="connsiteX76" fmla="*/ 1955093 w 5362651"/>
                <a:gd name="connsiteY76" fmla="*/ 408030 h 946411"/>
                <a:gd name="connsiteX77" fmla="*/ 1955093 w 5362651"/>
                <a:gd name="connsiteY77" fmla="*/ 255686 h 946411"/>
                <a:gd name="connsiteX78" fmla="*/ 1940891 w 5362651"/>
                <a:gd name="connsiteY78" fmla="*/ 255686 h 946411"/>
                <a:gd name="connsiteX79" fmla="*/ 1760107 w 5362651"/>
                <a:gd name="connsiteY79" fmla="*/ 387426 h 946411"/>
                <a:gd name="connsiteX80" fmla="*/ 1760107 w 5362651"/>
                <a:gd name="connsiteY80" fmla="*/ 267323 h 946411"/>
                <a:gd name="connsiteX81" fmla="*/ 1612854 w 5362651"/>
                <a:gd name="connsiteY81" fmla="*/ 267323 h 946411"/>
                <a:gd name="connsiteX82" fmla="*/ 1612854 w 5362651"/>
                <a:gd name="connsiteY82" fmla="*/ 928263 h 946411"/>
                <a:gd name="connsiteX83" fmla="*/ 1159666 w 5362651"/>
                <a:gd name="connsiteY83" fmla="*/ 804316 h 946411"/>
                <a:gd name="connsiteX84" fmla="*/ 967242 w 5362651"/>
                <a:gd name="connsiteY84" fmla="*/ 597740 h 946411"/>
                <a:gd name="connsiteX85" fmla="*/ 1159666 w 5362651"/>
                <a:gd name="connsiteY85" fmla="*/ 391162 h 946411"/>
                <a:gd name="connsiteX86" fmla="*/ 1352089 w 5362651"/>
                <a:gd name="connsiteY86" fmla="*/ 597740 h 946411"/>
                <a:gd name="connsiteX87" fmla="*/ 1159666 w 5362651"/>
                <a:gd name="connsiteY87" fmla="*/ 804316 h 946411"/>
                <a:gd name="connsiteX88" fmla="*/ 1351982 w 5362651"/>
                <a:gd name="connsiteY88" fmla="*/ 267323 h 946411"/>
                <a:gd name="connsiteX89" fmla="*/ 1351982 w 5362651"/>
                <a:gd name="connsiteY89" fmla="*/ 377070 h 946411"/>
                <a:gd name="connsiteX90" fmla="*/ 1129873 w 5362651"/>
                <a:gd name="connsiteY90" fmla="*/ 249280 h 946411"/>
                <a:gd name="connsiteX91" fmla="*/ 814756 w 5362651"/>
                <a:gd name="connsiteY91" fmla="*/ 597846 h 946411"/>
                <a:gd name="connsiteX92" fmla="*/ 1129873 w 5362651"/>
                <a:gd name="connsiteY92" fmla="*/ 946412 h 946411"/>
                <a:gd name="connsiteX93" fmla="*/ 1351982 w 5362651"/>
                <a:gd name="connsiteY93" fmla="*/ 818622 h 946411"/>
                <a:gd name="connsiteX94" fmla="*/ 1351982 w 5362651"/>
                <a:gd name="connsiteY94" fmla="*/ 928370 h 946411"/>
                <a:gd name="connsiteX95" fmla="*/ 1499129 w 5362651"/>
                <a:gd name="connsiteY95" fmla="*/ 928370 h 946411"/>
                <a:gd name="connsiteX96" fmla="*/ 1499129 w 5362651"/>
                <a:gd name="connsiteY96" fmla="*/ 267429 h 946411"/>
                <a:gd name="connsiteX97" fmla="*/ 1351982 w 5362651"/>
                <a:gd name="connsiteY97" fmla="*/ 267429 h 946411"/>
                <a:gd name="connsiteX98" fmla="*/ 418376 w 5362651"/>
                <a:gd name="connsiteY98" fmla="*/ 386038 h 946411"/>
                <a:gd name="connsiteX99" fmla="*/ 167863 w 5362651"/>
                <a:gd name="connsiteY99" fmla="*/ 386038 h 946411"/>
                <a:gd name="connsiteX100" fmla="*/ 167863 w 5362651"/>
                <a:gd name="connsiteY100" fmla="*/ 176898 h 946411"/>
                <a:gd name="connsiteX101" fmla="*/ 418376 w 5362651"/>
                <a:gd name="connsiteY101" fmla="*/ 176898 h 946411"/>
                <a:gd name="connsiteX102" fmla="*/ 544915 w 5362651"/>
                <a:gd name="connsiteY102" fmla="*/ 281415 h 946411"/>
                <a:gd name="connsiteX103" fmla="*/ 418376 w 5362651"/>
                <a:gd name="connsiteY103" fmla="*/ 386038 h 946411"/>
                <a:gd name="connsiteX104" fmla="*/ 426172 w 5362651"/>
                <a:gd name="connsiteY104" fmla="*/ 775919 h 946411"/>
                <a:gd name="connsiteX105" fmla="*/ 167863 w 5362651"/>
                <a:gd name="connsiteY105" fmla="*/ 775919 h 946411"/>
                <a:gd name="connsiteX106" fmla="*/ 167863 w 5362651"/>
                <a:gd name="connsiteY106" fmla="*/ 538382 h 946411"/>
                <a:gd name="connsiteX107" fmla="*/ 426172 w 5362651"/>
                <a:gd name="connsiteY107" fmla="*/ 538382 h 946411"/>
                <a:gd name="connsiteX108" fmla="*/ 566912 w 5362651"/>
                <a:gd name="connsiteY108" fmla="*/ 657204 h 946411"/>
                <a:gd name="connsiteX109" fmla="*/ 426172 w 5362651"/>
                <a:gd name="connsiteY109" fmla="*/ 776026 h 946411"/>
                <a:gd name="connsiteX110" fmla="*/ 0 w 5362651"/>
                <a:gd name="connsiteY110" fmla="*/ 928263 h 946411"/>
                <a:gd name="connsiteX111" fmla="*/ 445500 w 5362651"/>
                <a:gd name="connsiteY111" fmla="*/ 928263 h 946411"/>
                <a:gd name="connsiteX112" fmla="*/ 742464 w 5362651"/>
                <a:gd name="connsiteY112" fmla="*/ 673965 h 946411"/>
                <a:gd name="connsiteX113" fmla="*/ 584959 w 5362651"/>
                <a:gd name="connsiteY113" fmla="*/ 458420 h 946411"/>
                <a:gd name="connsiteX114" fmla="*/ 720573 w 5362651"/>
                <a:gd name="connsiteY114" fmla="*/ 259636 h 946411"/>
                <a:gd name="connsiteX115" fmla="*/ 441656 w 5362651"/>
                <a:gd name="connsiteY115" fmla="*/ 24661 h 946411"/>
                <a:gd name="connsiteX116" fmla="*/ 0 w 5362651"/>
                <a:gd name="connsiteY116" fmla="*/ 24661 h 946411"/>
                <a:gd name="connsiteX117" fmla="*/ 0 w 5362651"/>
                <a:gd name="connsiteY117" fmla="*/ 928370 h 946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5362651" h="946411">
                  <a:moveTo>
                    <a:pt x="5023081" y="804316"/>
                  </a:moveTo>
                  <a:cubicBezTo>
                    <a:pt x="4912026" y="804316"/>
                    <a:pt x="4830658" y="716561"/>
                    <a:pt x="4830658" y="597740"/>
                  </a:cubicBezTo>
                  <a:cubicBezTo>
                    <a:pt x="4830658" y="478918"/>
                    <a:pt x="4912026" y="391162"/>
                    <a:pt x="5023081" y="391162"/>
                  </a:cubicBezTo>
                  <a:cubicBezTo>
                    <a:pt x="5134136" y="391162"/>
                    <a:pt x="5215504" y="478918"/>
                    <a:pt x="5215504" y="597740"/>
                  </a:cubicBezTo>
                  <a:cubicBezTo>
                    <a:pt x="5215504" y="716561"/>
                    <a:pt x="5134136" y="804316"/>
                    <a:pt x="5023081" y="804316"/>
                  </a:cubicBezTo>
                  <a:moveTo>
                    <a:pt x="5215504" y="267323"/>
                  </a:moveTo>
                  <a:lnTo>
                    <a:pt x="5215504" y="377070"/>
                  </a:lnTo>
                  <a:cubicBezTo>
                    <a:pt x="5171616" y="293158"/>
                    <a:pt x="5095373" y="249280"/>
                    <a:pt x="4993395" y="249280"/>
                  </a:cubicBezTo>
                  <a:cubicBezTo>
                    <a:pt x="4820407" y="249280"/>
                    <a:pt x="4678278" y="395112"/>
                    <a:pt x="4678278" y="597846"/>
                  </a:cubicBezTo>
                  <a:cubicBezTo>
                    <a:pt x="4678278" y="800580"/>
                    <a:pt x="4820300" y="946412"/>
                    <a:pt x="4993395" y="946412"/>
                  </a:cubicBezTo>
                  <a:cubicBezTo>
                    <a:pt x="5095373" y="946412"/>
                    <a:pt x="5171616" y="902534"/>
                    <a:pt x="5215504" y="818622"/>
                  </a:cubicBezTo>
                  <a:lnTo>
                    <a:pt x="5215504" y="928370"/>
                  </a:lnTo>
                  <a:lnTo>
                    <a:pt x="5362651" y="928370"/>
                  </a:lnTo>
                  <a:lnTo>
                    <a:pt x="5362651" y="267429"/>
                  </a:lnTo>
                  <a:lnTo>
                    <a:pt x="5215504" y="267429"/>
                  </a:lnTo>
                  <a:close/>
                  <a:moveTo>
                    <a:pt x="4611218" y="91705"/>
                  </a:moveTo>
                  <a:cubicBezTo>
                    <a:pt x="4611218" y="142095"/>
                    <a:pt x="4569893" y="183411"/>
                    <a:pt x="4519492" y="183411"/>
                  </a:cubicBezTo>
                  <a:cubicBezTo>
                    <a:pt x="4469090" y="183411"/>
                    <a:pt x="4427765" y="142095"/>
                    <a:pt x="4427765" y="91705"/>
                  </a:cubicBezTo>
                  <a:cubicBezTo>
                    <a:pt x="4427765" y="41315"/>
                    <a:pt x="4469090" y="0"/>
                    <a:pt x="4519492" y="0"/>
                  </a:cubicBezTo>
                  <a:cubicBezTo>
                    <a:pt x="4569893" y="0"/>
                    <a:pt x="4611218" y="41315"/>
                    <a:pt x="4611218" y="91705"/>
                  </a:cubicBezTo>
                  <a:moveTo>
                    <a:pt x="4445918" y="928263"/>
                  </a:moveTo>
                  <a:lnTo>
                    <a:pt x="4593172" y="928263"/>
                  </a:lnTo>
                  <a:lnTo>
                    <a:pt x="4593172" y="267323"/>
                  </a:lnTo>
                  <a:lnTo>
                    <a:pt x="4445918" y="267323"/>
                  </a:lnTo>
                  <a:lnTo>
                    <a:pt x="4445918" y="928263"/>
                  </a:lnTo>
                  <a:close/>
                  <a:moveTo>
                    <a:pt x="3777028" y="928263"/>
                  </a:moveTo>
                  <a:lnTo>
                    <a:pt x="3924176" y="928263"/>
                  </a:lnTo>
                  <a:lnTo>
                    <a:pt x="3924176" y="535820"/>
                  </a:lnTo>
                  <a:cubicBezTo>
                    <a:pt x="3924176" y="433866"/>
                    <a:pt x="3978421" y="378351"/>
                    <a:pt x="4061071" y="378351"/>
                  </a:cubicBezTo>
                  <a:cubicBezTo>
                    <a:pt x="4143722" y="378351"/>
                    <a:pt x="4190172" y="433866"/>
                    <a:pt x="4190172" y="524183"/>
                  </a:cubicBezTo>
                  <a:lnTo>
                    <a:pt x="4190172" y="928263"/>
                  </a:lnTo>
                  <a:lnTo>
                    <a:pt x="4337426" y="928263"/>
                  </a:lnTo>
                  <a:lnTo>
                    <a:pt x="4337426" y="498348"/>
                  </a:lnTo>
                  <a:cubicBezTo>
                    <a:pt x="4337426" y="327961"/>
                    <a:pt x="4245700" y="249174"/>
                    <a:pt x="4121831" y="249174"/>
                  </a:cubicBezTo>
                  <a:cubicBezTo>
                    <a:pt x="4019853" y="249174"/>
                    <a:pt x="3952686" y="299563"/>
                    <a:pt x="3924282" y="355078"/>
                  </a:cubicBezTo>
                  <a:lnTo>
                    <a:pt x="3924282" y="267323"/>
                  </a:lnTo>
                  <a:lnTo>
                    <a:pt x="3777135" y="267323"/>
                  </a:lnTo>
                  <a:lnTo>
                    <a:pt x="3777135" y="928263"/>
                  </a:lnTo>
                  <a:close/>
                  <a:moveTo>
                    <a:pt x="3199865" y="526745"/>
                  </a:moveTo>
                  <a:cubicBezTo>
                    <a:pt x="3220474" y="437709"/>
                    <a:pt x="3283796" y="383476"/>
                    <a:pt x="3371573" y="383476"/>
                  </a:cubicBezTo>
                  <a:cubicBezTo>
                    <a:pt x="3454223" y="383476"/>
                    <a:pt x="3521389" y="432584"/>
                    <a:pt x="3540717" y="526745"/>
                  </a:cubicBezTo>
                  <a:lnTo>
                    <a:pt x="3199865" y="526745"/>
                  </a:lnTo>
                  <a:close/>
                  <a:moveTo>
                    <a:pt x="3044923" y="597740"/>
                  </a:moveTo>
                  <a:cubicBezTo>
                    <a:pt x="3044923" y="799085"/>
                    <a:pt x="3188225" y="946305"/>
                    <a:pt x="3383212" y="946305"/>
                  </a:cubicBezTo>
                  <a:cubicBezTo>
                    <a:pt x="3503343" y="946305"/>
                    <a:pt x="3616960" y="886948"/>
                    <a:pt x="3671206" y="797804"/>
                  </a:cubicBezTo>
                  <a:lnTo>
                    <a:pt x="3570509" y="712611"/>
                  </a:lnTo>
                  <a:cubicBezTo>
                    <a:pt x="3533029" y="774531"/>
                    <a:pt x="3463299" y="812003"/>
                    <a:pt x="3383318" y="812003"/>
                  </a:cubicBezTo>
                  <a:cubicBezTo>
                    <a:pt x="3286466" y="812003"/>
                    <a:pt x="3214174" y="746133"/>
                    <a:pt x="3196127" y="645460"/>
                  </a:cubicBezTo>
                  <a:lnTo>
                    <a:pt x="3690640" y="645460"/>
                  </a:lnTo>
                  <a:cubicBezTo>
                    <a:pt x="3693203" y="628699"/>
                    <a:pt x="3694485" y="609269"/>
                    <a:pt x="3694485" y="591227"/>
                  </a:cubicBezTo>
                  <a:cubicBezTo>
                    <a:pt x="3694485" y="401411"/>
                    <a:pt x="3565384" y="249174"/>
                    <a:pt x="3371679" y="249174"/>
                  </a:cubicBezTo>
                  <a:cubicBezTo>
                    <a:pt x="3177975" y="249174"/>
                    <a:pt x="3044923" y="396286"/>
                    <a:pt x="3044923" y="597740"/>
                  </a:cubicBezTo>
                  <a:moveTo>
                    <a:pt x="2032511" y="928263"/>
                  </a:moveTo>
                  <a:lnTo>
                    <a:pt x="2179765" y="928263"/>
                  </a:lnTo>
                  <a:lnTo>
                    <a:pt x="2179765" y="535820"/>
                  </a:lnTo>
                  <a:cubicBezTo>
                    <a:pt x="2179765" y="433866"/>
                    <a:pt x="2230167" y="378351"/>
                    <a:pt x="2306304" y="378351"/>
                  </a:cubicBezTo>
                  <a:cubicBezTo>
                    <a:pt x="2382440" y="378351"/>
                    <a:pt x="2425153" y="433866"/>
                    <a:pt x="2425153" y="524183"/>
                  </a:cubicBezTo>
                  <a:lnTo>
                    <a:pt x="2425153" y="928263"/>
                  </a:lnTo>
                  <a:lnTo>
                    <a:pt x="2572300" y="928263"/>
                  </a:lnTo>
                  <a:lnTo>
                    <a:pt x="2572300" y="521621"/>
                  </a:lnTo>
                  <a:cubicBezTo>
                    <a:pt x="2572300" y="433866"/>
                    <a:pt x="2622702" y="378351"/>
                    <a:pt x="2698839" y="378351"/>
                  </a:cubicBezTo>
                  <a:cubicBezTo>
                    <a:pt x="2774974" y="378351"/>
                    <a:pt x="2817688" y="433866"/>
                    <a:pt x="2817688" y="524183"/>
                  </a:cubicBezTo>
                  <a:lnTo>
                    <a:pt x="2817688" y="928263"/>
                  </a:lnTo>
                  <a:lnTo>
                    <a:pt x="2964942" y="928263"/>
                  </a:lnTo>
                  <a:lnTo>
                    <a:pt x="2964942" y="498348"/>
                  </a:lnTo>
                  <a:cubicBezTo>
                    <a:pt x="2964942" y="327961"/>
                    <a:pt x="2877166" y="249174"/>
                    <a:pt x="2746677" y="249174"/>
                  </a:cubicBezTo>
                  <a:cubicBezTo>
                    <a:pt x="2658901" y="249174"/>
                    <a:pt x="2590453" y="287927"/>
                    <a:pt x="2547847" y="362764"/>
                  </a:cubicBezTo>
                  <a:cubicBezTo>
                    <a:pt x="2513036" y="285258"/>
                    <a:pt x="2447151" y="249174"/>
                    <a:pt x="2367063" y="249174"/>
                  </a:cubicBezTo>
                  <a:cubicBezTo>
                    <a:pt x="2271492" y="249174"/>
                    <a:pt x="2208277" y="299563"/>
                    <a:pt x="2179872" y="355078"/>
                  </a:cubicBezTo>
                  <a:lnTo>
                    <a:pt x="2179872" y="267323"/>
                  </a:lnTo>
                  <a:lnTo>
                    <a:pt x="2032618" y="267323"/>
                  </a:lnTo>
                  <a:lnTo>
                    <a:pt x="2032618" y="928263"/>
                  </a:lnTo>
                  <a:close/>
                  <a:moveTo>
                    <a:pt x="1612854" y="928263"/>
                  </a:moveTo>
                  <a:lnTo>
                    <a:pt x="1760107" y="928263"/>
                  </a:lnTo>
                  <a:lnTo>
                    <a:pt x="1760107" y="568061"/>
                  </a:lnTo>
                  <a:cubicBezTo>
                    <a:pt x="1760107" y="458313"/>
                    <a:pt x="1806558" y="408030"/>
                    <a:pt x="1922845" y="408030"/>
                  </a:cubicBezTo>
                  <a:lnTo>
                    <a:pt x="1955093" y="408030"/>
                  </a:lnTo>
                  <a:lnTo>
                    <a:pt x="1955093" y="255686"/>
                  </a:lnTo>
                  <a:lnTo>
                    <a:pt x="1940891" y="255686"/>
                  </a:lnTo>
                  <a:cubicBezTo>
                    <a:pt x="1844039" y="255686"/>
                    <a:pt x="1780823" y="309919"/>
                    <a:pt x="1760107" y="387426"/>
                  </a:cubicBezTo>
                  <a:lnTo>
                    <a:pt x="1760107" y="267323"/>
                  </a:lnTo>
                  <a:lnTo>
                    <a:pt x="1612854" y="267323"/>
                  </a:lnTo>
                  <a:lnTo>
                    <a:pt x="1612854" y="928263"/>
                  </a:lnTo>
                  <a:close/>
                  <a:moveTo>
                    <a:pt x="1159666" y="804316"/>
                  </a:moveTo>
                  <a:cubicBezTo>
                    <a:pt x="1048611" y="804316"/>
                    <a:pt x="967242" y="716561"/>
                    <a:pt x="967242" y="597740"/>
                  </a:cubicBezTo>
                  <a:cubicBezTo>
                    <a:pt x="967242" y="478918"/>
                    <a:pt x="1048611" y="391162"/>
                    <a:pt x="1159666" y="391162"/>
                  </a:cubicBezTo>
                  <a:cubicBezTo>
                    <a:pt x="1270720" y="391162"/>
                    <a:pt x="1352089" y="478918"/>
                    <a:pt x="1352089" y="597740"/>
                  </a:cubicBezTo>
                  <a:cubicBezTo>
                    <a:pt x="1352089" y="716561"/>
                    <a:pt x="1270720" y="804316"/>
                    <a:pt x="1159666" y="804316"/>
                  </a:cubicBezTo>
                  <a:moveTo>
                    <a:pt x="1351982" y="267323"/>
                  </a:moveTo>
                  <a:lnTo>
                    <a:pt x="1351982" y="377070"/>
                  </a:lnTo>
                  <a:cubicBezTo>
                    <a:pt x="1308094" y="293158"/>
                    <a:pt x="1231851" y="249280"/>
                    <a:pt x="1129873" y="249280"/>
                  </a:cubicBezTo>
                  <a:cubicBezTo>
                    <a:pt x="956885" y="249280"/>
                    <a:pt x="814756" y="395112"/>
                    <a:pt x="814756" y="597846"/>
                  </a:cubicBezTo>
                  <a:cubicBezTo>
                    <a:pt x="814756" y="800580"/>
                    <a:pt x="956778" y="946412"/>
                    <a:pt x="1129873" y="946412"/>
                  </a:cubicBezTo>
                  <a:cubicBezTo>
                    <a:pt x="1231851" y="946412"/>
                    <a:pt x="1308094" y="902534"/>
                    <a:pt x="1351982" y="818622"/>
                  </a:cubicBezTo>
                  <a:lnTo>
                    <a:pt x="1351982" y="928370"/>
                  </a:lnTo>
                  <a:lnTo>
                    <a:pt x="1499129" y="928370"/>
                  </a:lnTo>
                  <a:lnTo>
                    <a:pt x="1499129" y="267429"/>
                  </a:lnTo>
                  <a:lnTo>
                    <a:pt x="1351982" y="267429"/>
                  </a:lnTo>
                  <a:close/>
                  <a:moveTo>
                    <a:pt x="418376" y="386038"/>
                  </a:moveTo>
                  <a:lnTo>
                    <a:pt x="167863" y="386038"/>
                  </a:lnTo>
                  <a:lnTo>
                    <a:pt x="167863" y="176898"/>
                  </a:lnTo>
                  <a:lnTo>
                    <a:pt x="418376" y="176898"/>
                  </a:lnTo>
                  <a:cubicBezTo>
                    <a:pt x="498464" y="176898"/>
                    <a:pt x="544915" y="215652"/>
                    <a:pt x="544915" y="281415"/>
                  </a:cubicBezTo>
                  <a:cubicBezTo>
                    <a:pt x="544915" y="347178"/>
                    <a:pt x="498464" y="386038"/>
                    <a:pt x="418376" y="386038"/>
                  </a:cubicBezTo>
                  <a:moveTo>
                    <a:pt x="426172" y="775919"/>
                  </a:moveTo>
                  <a:lnTo>
                    <a:pt x="167863" y="775919"/>
                  </a:lnTo>
                  <a:lnTo>
                    <a:pt x="167863" y="538382"/>
                  </a:lnTo>
                  <a:lnTo>
                    <a:pt x="426172" y="538382"/>
                  </a:lnTo>
                  <a:cubicBezTo>
                    <a:pt x="515229" y="538382"/>
                    <a:pt x="566912" y="582259"/>
                    <a:pt x="566912" y="657204"/>
                  </a:cubicBezTo>
                  <a:cubicBezTo>
                    <a:pt x="566912" y="732148"/>
                    <a:pt x="515229" y="776026"/>
                    <a:pt x="426172" y="776026"/>
                  </a:cubicBezTo>
                  <a:moveTo>
                    <a:pt x="0" y="928263"/>
                  </a:moveTo>
                  <a:lnTo>
                    <a:pt x="445500" y="928263"/>
                  </a:lnTo>
                  <a:cubicBezTo>
                    <a:pt x="632690" y="928263"/>
                    <a:pt x="742464" y="833995"/>
                    <a:pt x="742464" y="673965"/>
                  </a:cubicBezTo>
                  <a:cubicBezTo>
                    <a:pt x="742464" y="564217"/>
                    <a:pt x="681811" y="490661"/>
                    <a:pt x="584959" y="458420"/>
                  </a:cubicBezTo>
                  <a:cubicBezTo>
                    <a:pt x="668890" y="426179"/>
                    <a:pt x="720573" y="351235"/>
                    <a:pt x="720573" y="259636"/>
                  </a:cubicBezTo>
                  <a:cubicBezTo>
                    <a:pt x="720573" y="112416"/>
                    <a:pt x="617314" y="24661"/>
                    <a:pt x="441656" y="24661"/>
                  </a:cubicBezTo>
                  <a:lnTo>
                    <a:pt x="0" y="24661"/>
                  </a:lnTo>
                  <a:lnTo>
                    <a:pt x="0" y="928370"/>
                  </a:lnTo>
                  <a:close/>
                </a:path>
              </a:pathLst>
            </a:custGeom>
            <a:solidFill>
              <a:srgbClr val="FFFFFF"/>
            </a:solidFill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latin typeface="BarmeniaGothaer Offc" panose="020B0503020204020204" pitchFamily="34" charset="0"/>
              </a:endParaRPr>
            </a:p>
          </p:txBody>
        </p:sp>
      </p:grp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E227E98B-2FCA-4AF8-7936-D854359B15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3763" y="4105723"/>
            <a:ext cx="4420965" cy="2120143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0"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Inhalt</a:t>
            </a:r>
          </a:p>
        </p:txBody>
      </p:sp>
    </p:spTree>
    <p:extLst>
      <p:ext uri="{BB962C8B-B14F-4D97-AF65-F5344CB8AC3E}">
        <p14:creationId xmlns:p14="http://schemas.microsoft.com/office/powerpoint/2010/main" val="10386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6er dunk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ihandform 52">
            <a:extLst>
              <a:ext uri="{FF2B5EF4-FFF2-40B4-BE49-F238E27FC236}">
                <a16:creationId xmlns:a16="http://schemas.microsoft.com/office/drawing/2014/main" id="{D1792CB6-2AC9-938B-DED7-737B9E07C942}"/>
              </a:ext>
            </a:extLst>
          </p:cNvPr>
          <p:cNvSpPr/>
          <p:nvPr userDrawn="1"/>
        </p:nvSpPr>
        <p:spPr>
          <a:xfrm rot="20098344">
            <a:off x="202261" y="-1736835"/>
            <a:ext cx="7825388" cy="3559216"/>
          </a:xfrm>
          <a:custGeom>
            <a:avLst/>
            <a:gdLst>
              <a:gd name="connsiteX0" fmla="*/ 202213 w 7825388"/>
              <a:gd name="connsiteY0" fmla="*/ 0 h 3559216"/>
              <a:gd name="connsiteX1" fmla="*/ 7825388 w 7825388"/>
              <a:gd name="connsiteY1" fmla="*/ 3559216 h 3559216"/>
              <a:gd name="connsiteX2" fmla="*/ 273048 w 7825388"/>
              <a:gd name="connsiteY2" fmla="*/ 3559216 h 3559216"/>
              <a:gd name="connsiteX3" fmla="*/ 0 w 7825388"/>
              <a:gd name="connsiteY3" fmla="*/ 3286168 h 3559216"/>
              <a:gd name="connsiteX4" fmla="*/ 0 w 7825388"/>
              <a:gd name="connsiteY4" fmla="*/ 433101 h 3559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5388" h="3559216">
                <a:moveTo>
                  <a:pt x="202213" y="0"/>
                </a:moveTo>
                <a:lnTo>
                  <a:pt x="7825388" y="3559216"/>
                </a:lnTo>
                <a:lnTo>
                  <a:pt x="273048" y="3559216"/>
                </a:lnTo>
                <a:cubicBezTo>
                  <a:pt x="122247" y="3559216"/>
                  <a:pt x="0" y="3436968"/>
                  <a:pt x="0" y="3286168"/>
                </a:cubicBezTo>
                <a:lnTo>
                  <a:pt x="0" y="433101"/>
                </a:lnTo>
                <a:close/>
              </a:path>
            </a:pathLst>
          </a:custGeom>
          <a:solidFill>
            <a:srgbClr val="00A6F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37" name="Freihandform 36">
            <a:extLst>
              <a:ext uri="{FF2B5EF4-FFF2-40B4-BE49-F238E27FC236}">
                <a16:creationId xmlns:a16="http://schemas.microsoft.com/office/drawing/2014/main" id="{8F408F0C-D60A-1D5A-DC82-D60300887FBB}"/>
              </a:ext>
            </a:extLst>
          </p:cNvPr>
          <p:cNvSpPr/>
          <p:nvPr userDrawn="1"/>
        </p:nvSpPr>
        <p:spPr>
          <a:xfrm rot="19858879">
            <a:off x="-59379" y="-1639612"/>
            <a:ext cx="6948171" cy="3547551"/>
          </a:xfrm>
          <a:custGeom>
            <a:avLst/>
            <a:gdLst>
              <a:gd name="connsiteX0" fmla="*/ 553139 w 6948171"/>
              <a:gd name="connsiteY0" fmla="*/ 0 h 3547551"/>
              <a:gd name="connsiteX1" fmla="*/ 6948171 w 6948171"/>
              <a:gd name="connsiteY1" fmla="*/ 3547551 h 3547551"/>
              <a:gd name="connsiteX2" fmla="*/ 273080 w 6948171"/>
              <a:gd name="connsiteY2" fmla="*/ 3547551 h 3547551"/>
              <a:gd name="connsiteX3" fmla="*/ 0 w 6948171"/>
              <a:gd name="connsiteY3" fmla="*/ 3274471 h 3547551"/>
              <a:gd name="connsiteX4" fmla="*/ 0 w 6948171"/>
              <a:gd name="connsiteY4" fmla="*/ 997121 h 3547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48171" h="3547551">
                <a:moveTo>
                  <a:pt x="553139" y="0"/>
                </a:moveTo>
                <a:lnTo>
                  <a:pt x="6948171" y="3547551"/>
                </a:lnTo>
                <a:lnTo>
                  <a:pt x="273080" y="3547551"/>
                </a:lnTo>
                <a:cubicBezTo>
                  <a:pt x="122262" y="3547551"/>
                  <a:pt x="0" y="3425289"/>
                  <a:pt x="0" y="3274471"/>
                </a:cubicBezTo>
                <a:lnTo>
                  <a:pt x="0" y="997121"/>
                </a:lnTo>
                <a:close/>
              </a:path>
            </a:pathLst>
          </a:custGeom>
          <a:solidFill>
            <a:schemeClr val="bg1"/>
          </a:solidFill>
          <a:ln w="6351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B8CEA6C-9D10-2143-89BB-EDC7EBF5F20F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041164B-854A-338B-8D4F-CDA72DB2FA19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A278856-5807-16E1-6C90-59283DB3A9A8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F0CD5AAF-B922-A417-C7A4-5EAC44CC0333}"/>
              </a:ext>
            </a:extLst>
          </p:cNvPr>
          <p:cNvGrpSpPr/>
          <p:nvPr userDrawn="1"/>
        </p:nvGrpSpPr>
        <p:grpSpPr>
          <a:xfrm>
            <a:off x="479425" y="436603"/>
            <a:ext cx="1714242" cy="471447"/>
            <a:chOff x="1144935" y="-1876113"/>
            <a:chExt cx="1656042" cy="455441"/>
          </a:xfrm>
          <a:solidFill>
            <a:schemeClr val="tx1"/>
          </a:solidFill>
        </p:grpSpPr>
        <p:sp>
          <p:nvSpPr>
            <p:cNvPr id="40" name="Freihandform 39">
              <a:extLst>
                <a:ext uri="{FF2B5EF4-FFF2-40B4-BE49-F238E27FC236}">
                  <a16:creationId xmlns:a16="http://schemas.microsoft.com/office/drawing/2014/main" id="{7F75C1CE-DA71-38A4-B1E4-4CB9F237A402}"/>
                </a:ext>
              </a:extLst>
            </p:cNvPr>
            <p:cNvSpPr/>
            <p:nvPr/>
          </p:nvSpPr>
          <p:spPr>
            <a:xfrm>
              <a:off x="1144935" y="-1876113"/>
              <a:ext cx="457053" cy="455441"/>
            </a:xfrm>
            <a:custGeom>
              <a:avLst/>
              <a:gdLst>
                <a:gd name="connsiteX0" fmla="*/ 1077263 w 2373356"/>
                <a:gd name="connsiteY0" fmla="*/ 1296696 h 2364985"/>
                <a:gd name="connsiteX1" fmla="*/ 1072778 w 2373356"/>
                <a:gd name="connsiteY1" fmla="*/ 1293921 h 2364985"/>
                <a:gd name="connsiteX2" fmla="*/ 461444 w 2373356"/>
                <a:gd name="connsiteY2" fmla="*/ 1203710 h 2364985"/>
                <a:gd name="connsiteX3" fmla="*/ 191603 w 2373356"/>
                <a:gd name="connsiteY3" fmla="*/ 1301393 h 2364985"/>
                <a:gd name="connsiteX4" fmla="*/ 461444 w 2373356"/>
                <a:gd name="connsiteY4" fmla="*/ 1399077 h 2364985"/>
                <a:gd name="connsiteX5" fmla="*/ 984361 w 2373356"/>
                <a:gd name="connsiteY5" fmla="*/ 1334168 h 2364985"/>
                <a:gd name="connsiteX6" fmla="*/ 256741 w 2373356"/>
                <a:gd name="connsiteY6" fmla="*/ 1958704 h 2364985"/>
                <a:gd name="connsiteX7" fmla="*/ 19682 w 2373356"/>
                <a:gd name="connsiteY7" fmla="*/ 2344101 h 2364985"/>
                <a:gd name="connsiteX8" fmla="*/ 409227 w 2373356"/>
                <a:gd name="connsiteY8" fmla="*/ 2109554 h 2364985"/>
                <a:gd name="connsiteX9" fmla="*/ 1040422 w 2373356"/>
                <a:gd name="connsiteY9" fmla="*/ 1389683 h 2364985"/>
                <a:gd name="connsiteX10" fmla="*/ 975391 w 2373356"/>
                <a:gd name="connsiteY10" fmla="*/ 1912905 h 2364985"/>
                <a:gd name="connsiteX11" fmla="*/ 1073098 w 2373356"/>
                <a:gd name="connsiteY11" fmla="*/ 2182576 h 2364985"/>
                <a:gd name="connsiteX12" fmla="*/ 1170805 w 2373356"/>
                <a:gd name="connsiteY12" fmla="*/ 1912905 h 2364985"/>
                <a:gd name="connsiteX13" fmla="*/ 1080573 w 2373356"/>
                <a:gd name="connsiteY13" fmla="*/ 1301714 h 2364985"/>
                <a:gd name="connsiteX14" fmla="*/ 1077369 w 2373356"/>
                <a:gd name="connsiteY14" fmla="*/ 1296803 h 2364985"/>
                <a:gd name="connsiteX15" fmla="*/ 1051955 w 2373356"/>
                <a:gd name="connsiteY15" fmla="*/ 1052967 h 2364985"/>
                <a:gd name="connsiteX16" fmla="*/ 1064128 w 2373356"/>
                <a:gd name="connsiteY16" fmla="*/ 1040797 h 2364985"/>
                <a:gd name="connsiteX17" fmla="*/ 425992 w 2373356"/>
                <a:gd name="connsiteY17" fmla="*/ 255590 h 2364985"/>
                <a:gd name="connsiteX18" fmla="*/ 32176 w 2373356"/>
                <a:gd name="connsiteY18" fmla="*/ 21149 h 2364985"/>
                <a:gd name="connsiteX19" fmla="*/ 266565 w 2373356"/>
                <a:gd name="connsiteY19" fmla="*/ 414873 h 2364985"/>
                <a:gd name="connsiteX20" fmla="*/ 1051955 w 2373356"/>
                <a:gd name="connsiteY20" fmla="*/ 1052860 h 2364985"/>
                <a:gd name="connsiteX21" fmla="*/ 1194297 w 2373356"/>
                <a:gd name="connsiteY21" fmla="*/ 143173 h 2364985"/>
                <a:gd name="connsiteX22" fmla="*/ 1096697 w 2373356"/>
                <a:gd name="connsiteY22" fmla="*/ 408361 h 2364985"/>
                <a:gd name="connsiteX23" fmla="*/ 1186929 w 2373356"/>
                <a:gd name="connsiteY23" fmla="*/ 1009196 h 2364985"/>
                <a:gd name="connsiteX24" fmla="*/ 1201772 w 2373356"/>
                <a:gd name="connsiteY24" fmla="*/ 1009196 h 2364985"/>
                <a:gd name="connsiteX25" fmla="*/ 1292004 w 2373356"/>
                <a:gd name="connsiteY25" fmla="*/ 408361 h 2364985"/>
                <a:gd name="connsiteX26" fmla="*/ 1194297 w 2373356"/>
                <a:gd name="connsiteY26" fmla="*/ 143173 h 2364985"/>
                <a:gd name="connsiteX27" fmla="*/ 1331300 w 2373356"/>
                <a:gd name="connsiteY27" fmla="*/ 1312069 h 2364985"/>
                <a:gd name="connsiteX28" fmla="*/ 1319126 w 2373356"/>
                <a:gd name="connsiteY28" fmla="*/ 1324240 h 2364985"/>
                <a:gd name="connsiteX29" fmla="*/ 1957263 w 2373356"/>
                <a:gd name="connsiteY29" fmla="*/ 2109447 h 2364985"/>
                <a:gd name="connsiteX30" fmla="*/ 2351079 w 2373356"/>
                <a:gd name="connsiteY30" fmla="*/ 2343781 h 2364985"/>
                <a:gd name="connsiteX31" fmla="*/ 2116583 w 2373356"/>
                <a:gd name="connsiteY31" fmla="*/ 1950057 h 2364985"/>
                <a:gd name="connsiteX32" fmla="*/ 1331193 w 2373356"/>
                <a:gd name="connsiteY32" fmla="*/ 1312069 h 2364985"/>
                <a:gd name="connsiteX33" fmla="*/ 1958331 w 2373356"/>
                <a:gd name="connsiteY33" fmla="*/ 259219 h 2364985"/>
                <a:gd name="connsiteX34" fmla="*/ 1320194 w 2373356"/>
                <a:gd name="connsiteY34" fmla="*/ 1044427 h 2364985"/>
                <a:gd name="connsiteX35" fmla="*/ 1332368 w 2373356"/>
                <a:gd name="connsiteY35" fmla="*/ 1056597 h 2364985"/>
                <a:gd name="connsiteX36" fmla="*/ 2117758 w 2373356"/>
                <a:gd name="connsiteY36" fmla="*/ 418609 h 2364985"/>
                <a:gd name="connsiteX37" fmla="*/ 2352147 w 2373356"/>
                <a:gd name="connsiteY37" fmla="*/ 24885 h 2364985"/>
                <a:gd name="connsiteX38" fmla="*/ 1958331 w 2373356"/>
                <a:gd name="connsiteY38" fmla="*/ 259219 h 2364985"/>
                <a:gd name="connsiteX39" fmla="*/ 2032011 w 2373356"/>
                <a:gd name="connsiteY39" fmla="*/ 1279722 h 2364985"/>
                <a:gd name="connsiteX40" fmla="*/ 2325344 w 2373356"/>
                <a:gd name="connsiteY40" fmla="*/ 1182145 h 2364985"/>
                <a:gd name="connsiteX41" fmla="*/ 2021333 w 2373356"/>
                <a:gd name="connsiteY41" fmla="*/ 1084461 h 2364985"/>
                <a:gd name="connsiteX42" fmla="*/ 1367393 w 2373356"/>
                <a:gd name="connsiteY42" fmla="*/ 1174671 h 2364985"/>
                <a:gd name="connsiteX43" fmla="*/ 1367393 w 2373356"/>
                <a:gd name="connsiteY43" fmla="*/ 1189618 h 2364985"/>
                <a:gd name="connsiteX44" fmla="*/ 2032011 w 2373356"/>
                <a:gd name="connsiteY44" fmla="*/ 1279722 h 236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373356" h="2364985">
                  <a:moveTo>
                    <a:pt x="1077263" y="1296696"/>
                  </a:moveTo>
                  <a:cubicBezTo>
                    <a:pt x="1076195" y="1295522"/>
                    <a:pt x="1074700" y="1294561"/>
                    <a:pt x="1072778" y="1293921"/>
                  </a:cubicBezTo>
                  <a:cubicBezTo>
                    <a:pt x="910040" y="1243317"/>
                    <a:pt x="713773" y="1203710"/>
                    <a:pt x="461444" y="1203710"/>
                  </a:cubicBezTo>
                  <a:cubicBezTo>
                    <a:pt x="277777" y="1203710"/>
                    <a:pt x="191603" y="1222072"/>
                    <a:pt x="191603" y="1301393"/>
                  </a:cubicBezTo>
                  <a:cubicBezTo>
                    <a:pt x="191603" y="1380715"/>
                    <a:pt x="277670" y="1399077"/>
                    <a:pt x="461444" y="1399077"/>
                  </a:cubicBezTo>
                  <a:cubicBezTo>
                    <a:pt x="669671" y="1399077"/>
                    <a:pt x="839777" y="1372067"/>
                    <a:pt x="984361" y="1334168"/>
                  </a:cubicBezTo>
                  <a:cubicBezTo>
                    <a:pt x="768446" y="1481174"/>
                    <a:pt x="528611" y="1689780"/>
                    <a:pt x="256741" y="1958704"/>
                  </a:cubicBezTo>
                  <a:cubicBezTo>
                    <a:pt x="43388" y="2169765"/>
                    <a:pt x="-42252" y="2282822"/>
                    <a:pt x="19682" y="2344101"/>
                  </a:cubicBezTo>
                  <a:cubicBezTo>
                    <a:pt x="81616" y="2405381"/>
                    <a:pt x="195874" y="2320615"/>
                    <a:pt x="409227" y="2109554"/>
                  </a:cubicBezTo>
                  <a:cubicBezTo>
                    <a:pt x="681097" y="1840523"/>
                    <a:pt x="891887" y="1603306"/>
                    <a:pt x="1040422" y="1389683"/>
                  </a:cubicBezTo>
                  <a:cubicBezTo>
                    <a:pt x="1002514" y="1534233"/>
                    <a:pt x="975391" y="1704406"/>
                    <a:pt x="975391" y="1912905"/>
                  </a:cubicBezTo>
                  <a:cubicBezTo>
                    <a:pt x="975391" y="2096529"/>
                    <a:pt x="993758" y="2182576"/>
                    <a:pt x="1073098" y="2182576"/>
                  </a:cubicBezTo>
                  <a:cubicBezTo>
                    <a:pt x="1152438" y="2182576"/>
                    <a:pt x="1170805" y="2096529"/>
                    <a:pt x="1170805" y="1912905"/>
                  </a:cubicBezTo>
                  <a:cubicBezTo>
                    <a:pt x="1170805" y="1660635"/>
                    <a:pt x="1131295" y="1464307"/>
                    <a:pt x="1080573" y="1301714"/>
                  </a:cubicBezTo>
                  <a:cubicBezTo>
                    <a:pt x="1079932" y="1299472"/>
                    <a:pt x="1078758" y="1297871"/>
                    <a:pt x="1077369" y="1296803"/>
                  </a:cubicBezTo>
                  <a:moveTo>
                    <a:pt x="1051955" y="1052967"/>
                  </a:moveTo>
                  <a:cubicBezTo>
                    <a:pt x="1064128" y="1060761"/>
                    <a:pt x="1071923" y="1052967"/>
                    <a:pt x="1064128" y="1040797"/>
                  </a:cubicBezTo>
                  <a:cubicBezTo>
                    <a:pt x="916020" y="810092"/>
                    <a:pt x="719752" y="549282"/>
                    <a:pt x="425992" y="255590"/>
                  </a:cubicBezTo>
                  <a:cubicBezTo>
                    <a:pt x="212212" y="41753"/>
                    <a:pt x="96886" y="-43547"/>
                    <a:pt x="32176" y="21149"/>
                  </a:cubicBezTo>
                  <a:cubicBezTo>
                    <a:pt x="-32535" y="85844"/>
                    <a:pt x="52785" y="201036"/>
                    <a:pt x="266565" y="414873"/>
                  </a:cubicBezTo>
                  <a:cubicBezTo>
                    <a:pt x="560325" y="708565"/>
                    <a:pt x="821196" y="904893"/>
                    <a:pt x="1051955" y="1052860"/>
                  </a:cubicBezTo>
                  <a:moveTo>
                    <a:pt x="1194297" y="143173"/>
                  </a:moveTo>
                  <a:cubicBezTo>
                    <a:pt x="1115064" y="143173"/>
                    <a:pt x="1096697" y="227833"/>
                    <a:pt x="1096697" y="408361"/>
                  </a:cubicBezTo>
                  <a:cubicBezTo>
                    <a:pt x="1096697" y="656360"/>
                    <a:pt x="1136207" y="849379"/>
                    <a:pt x="1186929" y="1009196"/>
                  </a:cubicBezTo>
                  <a:cubicBezTo>
                    <a:pt x="1189598" y="1017630"/>
                    <a:pt x="1199102" y="1017630"/>
                    <a:pt x="1201772" y="1009196"/>
                  </a:cubicBezTo>
                  <a:cubicBezTo>
                    <a:pt x="1252387" y="849272"/>
                    <a:pt x="1292004" y="656360"/>
                    <a:pt x="1292004" y="408361"/>
                  </a:cubicBezTo>
                  <a:cubicBezTo>
                    <a:pt x="1292004" y="227833"/>
                    <a:pt x="1273637" y="143173"/>
                    <a:pt x="1194297" y="143173"/>
                  </a:cubicBezTo>
                  <a:moveTo>
                    <a:pt x="1331300" y="1312069"/>
                  </a:moveTo>
                  <a:cubicBezTo>
                    <a:pt x="1319126" y="1304169"/>
                    <a:pt x="1311331" y="1312069"/>
                    <a:pt x="1319126" y="1324240"/>
                  </a:cubicBezTo>
                  <a:cubicBezTo>
                    <a:pt x="1467235" y="1554944"/>
                    <a:pt x="1663502" y="1815755"/>
                    <a:pt x="1957263" y="2109447"/>
                  </a:cubicBezTo>
                  <a:cubicBezTo>
                    <a:pt x="2171149" y="2323283"/>
                    <a:pt x="2286369" y="2408584"/>
                    <a:pt x="2351079" y="2343781"/>
                  </a:cubicBezTo>
                  <a:cubicBezTo>
                    <a:pt x="2415790" y="2279086"/>
                    <a:pt x="2330470" y="2163893"/>
                    <a:pt x="2116583" y="1950057"/>
                  </a:cubicBezTo>
                  <a:cubicBezTo>
                    <a:pt x="1822823" y="1656365"/>
                    <a:pt x="1561952" y="1460036"/>
                    <a:pt x="1331193" y="1312069"/>
                  </a:cubicBezTo>
                  <a:moveTo>
                    <a:pt x="1958331" y="259219"/>
                  </a:moveTo>
                  <a:cubicBezTo>
                    <a:pt x="1664570" y="552912"/>
                    <a:pt x="1468196" y="813722"/>
                    <a:pt x="1320194" y="1044427"/>
                  </a:cubicBezTo>
                  <a:cubicBezTo>
                    <a:pt x="1312399" y="1056597"/>
                    <a:pt x="1320194" y="1064390"/>
                    <a:pt x="1332368" y="1056597"/>
                  </a:cubicBezTo>
                  <a:cubicBezTo>
                    <a:pt x="1563126" y="908523"/>
                    <a:pt x="1823997" y="712302"/>
                    <a:pt x="2117758" y="418609"/>
                  </a:cubicBezTo>
                  <a:cubicBezTo>
                    <a:pt x="2331645" y="204773"/>
                    <a:pt x="2416964" y="89581"/>
                    <a:pt x="2352147" y="24885"/>
                  </a:cubicBezTo>
                  <a:cubicBezTo>
                    <a:pt x="2287437" y="-39810"/>
                    <a:pt x="2172217" y="45490"/>
                    <a:pt x="1958331" y="259219"/>
                  </a:cubicBezTo>
                  <a:moveTo>
                    <a:pt x="2032011" y="1279722"/>
                  </a:moveTo>
                  <a:cubicBezTo>
                    <a:pt x="2231696" y="1279722"/>
                    <a:pt x="2325344" y="1261359"/>
                    <a:pt x="2325344" y="1182145"/>
                  </a:cubicBezTo>
                  <a:cubicBezTo>
                    <a:pt x="2325344" y="1102930"/>
                    <a:pt x="2221017" y="1084461"/>
                    <a:pt x="2021333" y="1084461"/>
                  </a:cubicBezTo>
                  <a:cubicBezTo>
                    <a:pt x="1747007" y="1084461"/>
                    <a:pt x="1544226" y="1124068"/>
                    <a:pt x="1367393" y="1174671"/>
                  </a:cubicBezTo>
                  <a:cubicBezTo>
                    <a:pt x="1358102" y="1177340"/>
                    <a:pt x="1358102" y="1186949"/>
                    <a:pt x="1367393" y="1189618"/>
                  </a:cubicBezTo>
                  <a:cubicBezTo>
                    <a:pt x="1544226" y="1240221"/>
                    <a:pt x="1757792" y="1279722"/>
                    <a:pt x="2032011" y="1279722"/>
                  </a:cubicBezTo>
                </a:path>
              </a:pathLst>
            </a:custGeom>
            <a:grpFill/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solidFill>
                  <a:schemeClr val="bg1"/>
                </a:solidFill>
                <a:latin typeface="BarmeniaGothaer Offc" panose="020B0503020204020204" pitchFamily="34" charset="0"/>
              </a:endParaRPr>
            </a:p>
          </p:txBody>
        </p:sp>
        <p:sp>
          <p:nvSpPr>
            <p:cNvPr id="41" name="Freihandform 40">
              <a:extLst>
                <a:ext uri="{FF2B5EF4-FFF2-40B4-BE49-F238E27FC236}">
                  <a16:creationId xmlns:a16="http://schemas.microsoft.com/office/drawing/2014/main" id="{C637941F-81A3-6B24-3C32-494382E933DA}"/>
                </a:ext>
              </a:extLst>
            </p:cNvPr>
            <p:cNvSpPr/>
            <p:nvPr/>
          </p:nvSpPr>
          <p:spPr>
            <a:xfrm>
              <a:off x="1757315" y="-1615483"/>
              <a:ext cx="899919" cy="180509"/>
            </a:xfrm>
            <a:custGeom>
              <a:avLst/>
              <a:gdLst>
                <a:gd name="connsiteX0" fmla="*/ 4330912 w 4673045"/>
                <a:gd name="connsiteY0" fmla="*/ 919189 h 937337"/>
                <a:gd name="connsiteX1" fmla="*/ 4478060 w 4673045"/>
                <a:gd name="connsiteY1" fmla="*/ 919189 h 937337"/>
                <a:gd name="connsiteX2" fmla="*/ 4478060 w 4673045"/>
                <a:gd name="connsiteY2" fmla="*/ 558986 h 937337"/>
                <a:gd name="connsiteX3" fmla="*/ 4640797 w 4673045"/>
                <a:gd name="connsiteY3" fmla="*/ 398849 h 937337"/>
                <a:gd name="connsiteX4" fmla="*/ 4673046 w 4673045"/>
                <a:gd name="connsiteY4" fmla="*/ 398849 h 937337"/>
                <a:gd name="connsiteX5" fmla="*/ 4673046 w 4673045"/>
                <a:gd name="connsiteY5" fmla="*/ 246505 h 937337"/>
                <a:gd name="connsiteX6" fmla="*/ 4658844 w 4673045"/>
                <a:gd name="connsiteY6" fmla="*/ 246505 h 937337"/>
                <a:gd name="connsiteX7" fmla="*/ 4478060 w 4673045"/>
                <a:gd name="connsiteY7" fmla="*/ 378138 h 937337"/>
                <a:gd name="connsiteX8" fmla="*/ 4478060 w 4673045"/>
                <a:gd name="connsiteY8" fmla="*/ 258035 h 937337"/>
                <a:gd name="connsiteX9" fmla="*/ 4330912 w 4673045"/>
                <a:gd name="connsiteY9" fmla="*/ 258035 h 937337"/>
                <a:gd name="connsiteX10" fmla="*/ 4330912 w 4673045"/>
                <a:gd name="connsiteY10" fmla="*/ 918975 h 937337"/>
                <a:gd name="connsiteX11" fmla="*/ 3753749 w 4673045"/>
                <a:gd name="connsiteY11" fmla="*/ 517671 h 937337"/>
                <a:gd name="connsiteX12" fmla="*/ 3925457 w 4673045"/>
                <a:gd name="connsiteY12" fmla="*/ 374401 h 937337"/>
                <a:gd name="connsiteX13" fmla="*/ 4094601 w 4673045"/>
                <a:gd name="connsiteY13" fmla="*/ 517671 h 937337"/>
                <a:gd name="connsiteX14" fmla="*/ 3753749 w 4673045"/>
                <a:gd name="connsiteY14" fmla="*/ 517671 h 937337"/>
                <a:gd name="connsiteX15" fmla="*/ 3598807 w 4673045"/>
                <a:gd name="connsiteY15" fmla="*/ 588665 h 937337"/>
                <a:gd name="connsiteX16" fmla="*/ 3937096 w 4673045"/>
                <a:gd name="connsiteY16" fmla="*/ 937231 h 937337"/>
                <a:gd name="connsiteX17" fmla="*/ 4225091 w 4673045"/>
                <a:gd name="connsiteY17" fmla="*/ 788730 h 937337"/>
                <a:gd name="connsiteX18" fmla="*/ 4124394 w 4673045"/>
                <a:gd name="connsiteY18" fmla="*/ 703537 h 937337"/>
                <a:gd name="connsiteX19" fmla="*/ 3937203 w 4673045"/>
                <a:gd name="connsiteY19" fmla="*/ 802929 h 937337"/>
                <a:gd name="connsiteX20" fmla="*/ 3750012 w 4673045"/>
                <a:gd name="connsiteY20" fmla="*/ 636386 h 937337"/>
                <a:gd name="connsiteX21" fmla="*/ 4244525 w 4673045"/>
                <a:gd name="connsiteY21" fmla="*/ 636386 h 937337"/>
                <a:gd name="connsiteX22" fmla="*/ 4248369 w 4673045"/>
                <a:gd name="connsiteY22" fmla="*/ 582153 h 937337"/>
                <a:gd name="connsiteX23" fmla="*/ 3925564 w 4673045"/>
                <a:gd name="connsiteY23" fmla="*/ 239993 h 937337"/>
                <a:gd name="connsiteX24" fmla="*/ 3598914 w 4673045"/>
                <a:gd name="connsiteY24" fmla="*/ 588558 h 937337"/>
                <a:gd name="connsiteX25" fmla="*/ 3173917 w 4673045"/>
                <a:gd name="connsiteY25" fmla="*/ 795242 h 937337"/>
                <a:gd name="connsiteX26" fmla="*/ 2981493 w 4673045"/>
                <a:gd name="connsiteY26" fmla="*/ 588665 h 937337"/>
                <a:gd name="connsiteX27" fmla="*/ 3173917 w 4673045"/>
                <a:gd name="connsiteY27" fmla="*/ 382088 h 937337"/>
                <a:gd name="connsiteX28" fmla="*/ 3366340 w 4673045"/>
                <a:gd name="connsiteY28" fmla="*/ 588665 h 937337"/>
                <a:gd name="connsiteX29" fmla="*/ 3173917 w 4673045"/>
                <a:gd name="connsiteY29" fmla="*/ 795242 h 937337"/>
                <a:gd name="connsiteX30" fmla="*/ 3366340 w 4673045"/>
                <a:gd name="connsiteY30" fmla="*/ 258248 h 937337"/>
                <a:gd name="connsiteX31" fmla="*/ 3366340 w 4673045"/>
                <a:gd name="connsiteY31" fmla="*/ 367996 h 937337"/>
                <a:gd name="connsiteX32" fmla="*/ 3144231 w 4673045"/>
                <a:gd name="connsiteY32" fmla="*/ 240206 h 937337"/>
                <a:gd name="connsiteX33" fmla="*/ 2829220 w 4673045"/>
                <a:gd name="connsiteY33" fmla="*/ 588772 h 937337"/>
                <a:gd name="connsiteX34" fmla="*/ 3144231 w 4673045"/>
                <a:gd name="connsiteY34" fmla="*/ 937338 h 937337"/>
                <a:gd name="connsiteX35" fmla="*/ 3366340 w 4673045"/>
                <a:gd name="connsiteY35" fmla="*/ 809548 h 937337"/>
                <a:gd name="connsiteX36" fmla="*/ 3366340 w 4673045"/>
                <a:gd name="connsiteY36" fmla="*/ 919295 h 937337"/>
                <a:gd name="connsiteX37" fmla="*/ 3513594 w 4673045"/>
                <a:gd name="connsiteY37" fmla="*/ 919295 h 937337"/>
                <a:gd name="connsiteX38" fmla="*/ 3513594 w 4673045"/>
                <a:gd name="connsiteY38" fmla="*/ 258355 h 937337"/>
                <a:gd name="connsiteX39" fmla="*/ 3366340 w 4673045"/>
                <a:gd name="connsiteY39" fmla="*/ 258355 h 937337"/>
                <a:gd name="connsiteX40" fmla="*/ 2188735 w 4673045"/>
                <a:gd name="connsiteY40" fmla="*/ 919189 h 937337"/>
                <a:gd name="connsiteX41" fmla="*/ 2335882 w 4673045"/>
                <a:gd name="connsiteY41" fmla="*/ 919189 h 937337"/>
                <a:gd name="connsiteX42" fmla="*/ 2335882 w 4673045"/>
                <a:gd name="connsiteY42" fmla="*/ 526746 h 937337"/>
                <a:gd name="connsiteX43" fmla="*/ 2472778 w 4673045"/>
                <a:gd name="connsiteY43" fmla="*/ 369277 h 937337"/>
                <a:gd name="connsiteX44" fmla="*/ 2601879 w 4673045"/>
                <a:gd name="connsiteY44" fmla="*/ 515109 h 937337"/>
                <a:gd name="connsiteX45" fmla="*/ 2601879 w 4673045"/>
                <a:gd name="connsiteY45" fmla="*/ 919189 h 937337"/>
                <a:gd name="connsiteX46" fmla="*/ 2749133 w 4673045"/>
                <a:gd name="connsiteY46" fmla="*/ 919189 h 937337"/>
                <a:gd name="connsiteX47" fmla="*/ 2749133 w 4673045"/>
                <a:gd name="connsiteY47" fmla="*/ 489273 h 937337"/>
                <a:gd name="connsiteX48" fmla="*/ 2533538 w 4673045"/>
                <a:gd name="connsiteY48" fmla="*/ 240100 h 937337"/>
                <a:gd name="connsiteX49" fmla="*/ 2335989 w 4673045"/>
                <a:gd name="connsiteY49" fmla="*/ 346004 h 937337"/>
                <a:gd name="connsiteX50" fmla="*/ 2335989 w 4673045"/>
                <a:gd name="connsiteY50" fmla="*/ 15480 h 937337"/>
                <a:gd name="connsiteX51" fmla="*/ 2188842 w 4673045"/>
                <a:gd name="connsiteY51" fmla="*/ 15480 h 937337"/>
                <a:gd name="connsiteX52" fmla="*/ 2188842 w 4673045"/>
                <a:gd name="connsiteY52" fmla="*/ 919189 h 937337"/>
                <a:gd name="connsiteX53" fmla="*/ 2090601 w 4673045"/>
                <a:gd name="connsiteY53" fmla="*/ 921751 h 937337"/>
                <a:gd name="connsiteX54" fmla="*/ 2090601 w 4673045"/>
                <a:gd name="connsiteY54" fmla="*/ 797805 h 937337"/>
                <a:gd name="connsiteX55" fmla="*/ 2035074 w 4673045"/>
                <a:gd name="connsiteY55" fmla="*/ 801648 h 937337"/>
                <a:gd name="connsiteX56" fmla="*/ 1929145 w 4673045"/>
                <a:gd name="connsiteY56" fmla="*/ 694463 h 937337"/>
                <a:gd name="connsiteX57" fmla="*/ 1929145 w 4673045"/>
                <a:gd name="connsiteY57" fmla="*/ 384650 h 937337"/>
                <a:gd name="connsiteX58" fmla="*/ 2090601 w 4673045"/>
                <a:gd name="connsiteY58" fmla="*/ 384650 h 937337"/>
                <a:gd name="connsiteX59" fmla="*/ 2090601 w 4673045"/>
                <a:gd name="connsiteY59" fmla="*/ 258142 h 937337"/>
                <a:gd name="connsiteX60" fmla="*/ 1929145 w 4673045"/>
                <a:gd name="connsiteY60" fmla="*/ 258142 h 937337"/>
                <a:gd name="connsiteX61" fmla="*/ 1929145 w 4673045"/>
                <a:gd name="connsiteY61" fmla="*/ 67044 h 937337"/>
                <a:gd name="connsiteX62" fmla="*/ 1781891 w 4673045"/>
                <a:gd name="connsiteY62" fmla="*/ 112203 h 937337"/>
                <a:gd name="connsiteX63" fmla="*/ 1781891 w 4673045"/>
                <a:gd name="connsiteY63" fmla="*/ 258035 h 937337"/>
                <a:gd name="connsiteX64" fmla="*/ 1654072 w 4673045"/>
                <a:gd name="connsiteY64" fmla="*/ 258035 h 937337"/>
                <a:gd name="connsiteX65" fmla="*/ 1654072 w 4673045"/>
                <a:gd name="connsiteY65" fmla="*/ 384543 h 937337"/>
                <a:gd name="connsiteX66" fmla="*/ 1781891 w 4673045"/>
                <a:gd name="connsiteY66" fmla="*/ 384543 h 937337"/>
                <a:gd name="connsiteX67" fmla="*/ 1781891 w 4673045"/>
                <a:gd name="connsiteY67" fmla="*/ 708555 h 937337"/>
                <a:gd name="connsiteX68" fmla="*/ 1994923 w 4673045"/>
                <a:gd name="connsiteY68" fmla="*/ 933174 h 937337"/>
                <a:gd name="connsiteX69" fmla="*/ 2090494 w 4673045"/>
                <a:gd name="connsiteY69" fmla="*/ 921537 h 937337"/>
                <a:gd name="connsiteX70" fmla="*/ 1293892 w 4673045"/>
                <a:gd name="connsiteY70" fmla="*/ 795242 h 937337"/>
                <a:gd name="connsiteX71" fmla="*/ 1101469 w 4673045"/>
                <a:gd name="connsiteY71" fmla="*/ 588665 h 937337"/>
                <a:gd name="connsiteX72" fmla="*/ 1293892 w 4673045"/>
                <a:gd name="connsiteY72" fmla="*/ 382088 h 937337"/>
                <a:gd name="connsiteX73" fmla="*/ 1486315 w 4673045"/>
                <a:gd name="connsiteY73" fmla="*/ 588665 h 937337"/>
                <a:gd name="connsiteX74" fmla="*/ 1293892 w 4673045"/>
                <a:gd name="connsiteY74" fmla="*/ 795242 h 937337"/>
                <a:gd name="connsiteX75" fmla="*/ 1293892 w 4673045"/>
                <a:gd name="connsiteY75" fmla="*/ 937231 h 937337"/>
                <a:gd name="connsiteX76" fmla="*/ 1638695 w 4673045"/>
                <a:gd name="connsiteY76" fmla="*/ 588665 h 937337"/>
                <a:gd name="connsiteX77" fmla="*/ 1293892 w 4673045"/>
                <a:gd name="connsiteY77" fmla="*/ 240100 h 937337"/>
                <a:gd name="connsiteX78" fmla="*/ 949089 w 4673045"/>
                <a:gd name="connsiteY78" fmla="*/ 588665 h 937337"/>
                <a:gd name="connsiteX79" fmla="*/ 1293892 w 4673045"/>
                <a:gd name="connsiteY79" fmla="*/ 937231 h 937337"/>
                <a:gd name="connsiteX80" fmla="*/ 454576 w 4673045"/>
                <a:gd name="connsiteY80" fmla="*/ 0 h 937337"/>
                <a:gd name="connsiteX81" fmla="*/ 0 w 4673045"/>
                <a:gd name="connsiteY81" fmla="*/ 468669 h 937337"/>
                <a:gd name="connsiteX82" fmla="*/ 435141 w 4673045"/>
                <a:gd name="connsiteY82" fmla="*/ 937338 h 937337"/>
                <a:gd name="connsiteX83" fmla="*/ 711496 w 4673045"/>
                <a:gd name="connsiteY83" fmla="*/ 803036 h 937337"/>
                <a:gd name="connsiteX84" fmla="*/ 711496 w 4673045"/>
                <a:gd name="connsiteY84" fmla="*/ 919189 h 937337"/>
                <a:gd name="connsiteX85" fmla="*/ 861313 w 4673045"/>
                <a:gd name="connsiteY85" fmla="*/ 919189 h 937337"/>
                <a:gd name="connsiteX86" fmla="*/ 861313 w 4673045"/>
                <a:gd name="connsiteY86" fmla="*/ 444114 h 937337"/>
                <a:gd name="connsiteX87" fmla="*/ 470060 w 4673045"/>
                <a:gd name="connsiteY87" fmla="*/ 444114 h 937337"/>
                <a:gd name="connsiteX88" fmla="*/ 470060 w 4673045"/>
                <a:gd name="connsiteY88" fmla="*/ 591334 h 937337"/>
                <a:gd name="connsiteX89" fmla="*/ 698576 w 4673045"/>
                <a:gd name="connsiteY89" fmla="*/ 591334 h 937337"/>
                <a:gd name="connsiteX90" fmla="*/ 454470 w 4673045"/>
                <a:gd name="connsiteY90" fmla="*/ 779869 h 937337"/>
                <a:gd name="connsiteX91" fmla="*/ 175552 w 4673045"/>
                <a:gd name="connsiteY91" fmla="*/ 468776 h 937337"/>
                <a:gd name="connsiteX92" fmla="*/ 454470 w 4673045"/>
                <a:gd name="connsiteY92" fmla="*/ 157682 h 937337"/>
                <a:gd name="connsiteX93" fmla="*/ 699857 w 4673045"/>
                <a:gd name="connsiteY93" fmla="*/ 298389 h 937337"/>
                <a:gd name="connsiteX94" fmla="*/ 839316 w 4673045"/>
                <a:gd name="connsiteY94" fmla="*/ 205403 h 937337"/>
                <a:gd name="connsiteX95" fmla="*/ 454470 w 4673045"/>
                <a:gd name="connsiteY95" fmla="*/ 107 h 937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673045" h="937337">
                  <a:moveTo>
                    <a:pt x="4330912" y="919189"/>
                  </a:moveTo>
                  <a:lnTo>
                    <a:pt x="4478060" y="919189"/>
                  </a:lnTo>
                  <a:lnTo>
                    <a:pt x="4478060" y="558986"/>
                  </a:lnTo>
                  <a:cubicBezTo>
                    <a:pt x="4478060" y="449239"/>
                    <a:pt x="4524510" y="398849"/>
                    <a:pt x="4640797" y="398849"/>
                  </a:cubicBezTo>
                  <a:lnTo>
                    <a:pt x="4673046" y="398849"/>
                  </a:lnTo>
                  <a:lnTo>
                    <a:pt x="4673046" y="246505"/>
                  </a:lnTo>
                  <a:lnTo>
                    <a:pt x="4658844" y="246505"/>
                  </a:lnTo>
                  <a:cubicBezTo>
                    <a:pt x="4561991" y="246505"/>
                    <a:pt x="4498776" y="300738"/>
                    <a:pt x="4478060" y="378138"/>
                  </a:cubicBezTo>
                  <a:lnTo>
                    <a:pt x="4478060" y="258035"/>
                  </a:lnTo>
                  <a:lnTo>
                    <a:pt x="4330912" y="258035"/>
                  </a:lnTo>
                  <a:lnTo>
                    <a:pt x="4330912" y="918975"/>
                  </a:lnTo>
                  <a:close/>
                  <a:moveTo>
                    <a:pt x="3753749" y="517671"/>
                  </a:moveTo>
                  <a:cubicBezTo>
                    <a:pt x="3774358" y="428635"/>
                    <a:pt x="3837681" y="374401"/>
                    <a:pt x="3925457" y="374401"/>
                  </a:cubicBezTo>
                  <a:cubicBezTo>
                    <a:pt x="4008107" y="374401"/>
                    <a:pt x="4075273" y="423510"/>
                    <a:pt x="4094601" y="517671"/>
                  </a:cubicBezTo>
                  <a:lnTo>
                    <a:pt x="3753749" y="517671"/>
                  </a:lnTo>
                  <a:close/>
                  <a:moveTo>
                    <a:pt x="3598807" y="588665"/>
                  </a:moveTo>
                  <a:cubicBezTo>
                    <a:pt x="3598807" y="790011"/>
                    <a:pt x="3742110" y="937231"/>
                    <a:pt x="3937096" y="937231"/>
                  </a:cubicBezTo>
                  <a:cubicBezTo>
                    <a:pt x="4057227" y="937231"/>
                    <a:pt x="4170844" y="877873"/>
                    <a:pt x="4225091" y="788730"/>
                  </a:cubicBezTo>
                  <a:lnTo>
                    <a:pt x="4124394" y="703537"/>
                  </a:lnTo>
                  <a:cubicBezTo>
                    <a:pt x="4086913" y="765564"/>
                    <a:pt x="4017183" y="802929"/>
                    <a:pt x="3937203" y="802929"/>
                  </a:cubicBezTo>
                  <a:cubicBezTo>
                    <a:pt x="3840350" y="802929"/>
                    <a:pt x="3768059" y="737059"/>
                    <a:pt x="3750012" y="636386"/>
                  </a:cubicBezTo>
                  <a:lnTo>
                    <a:pt x="4244525" y="636386"/>
                  </a:lnTo>
                  <a:cubicBezTo>
                    <a:pt x="4247088" y="619625"/>
                    <a:pt x="4248369" y="600195"/>
                    <a:pt x="4248369" y="582153"/>
                  </a:cubicBezTo>
                  <a:cubicBezTo>
                    <a:pt x="4248369" y="392337"/>
                    <a:pt x="4119268" y="239993"/>
                    <a:pt x="3925564" y="239993"/>
                  </a:cubicBezTo>
                  <a:cubicBezTo>
                    <a:pt x="3731859" y="239993"/>
                    <a:pt x="3598914" y="387212"/>
                    <a:pt x="3598914" y="588558"/>
                  </a:cubicBezTo>
                  <a:moveTo>
                    <a:pt x="3173917" y="795242"/>
                  </a:moveTo>
                  <a:cubicBezTo>
                    <a:pt x="3062862" y="795242"/>
                    <a:pt x="2981493" y="707487"/>
                    <a:pt x="2981493" y="588665"/>
                  </a:cubicBezTo>
                  <a:cubicBezTo>
                    <a:pt x="2981493" y="469843"/>
                    <a:pt x="3062862" y="382088"/>
                    <a:pt x="3173917" y="382088"/>
                  </a:cubicBezTo>
                  <a:cubicBezTo>
                    <a:pt x="3284971" y="382088"/>
                    <a:pt x="3366340" y="469843"/>
                    <a:pt x="3366340" y="588665"/>
                  </a:cubicBezTo>
                  <a:cubicBezTo>
                    <a:pt x="3366340" y="707487"/>
                    <a:pt x="3284971" y="795242"/>
                    <a:pt x="3173917" y="795242"/>
                  </a:cubicBezTo>
                  <a:moveTo>
                    <a:pt x="3366340" y="258248"/>
                  </a:moveTo>
                  <a:lnTo>
                    <a:pt x="3366340" y="367996"/>
                  </a:lnTo>
                  <a:cubicBezTo>
                    <a:pt x="3322452" y="284084"/>
                    <a:pt x="3246209" y="240206"/>
                    <a:pt x="3144231" y="240206"/>
                  </a:cubicBezTo>
                  <a:cubicBezTo>
                    <a:pt x="2971242" y="240206"/>
                    <a:pt x="2829220" y="386038"/>
                    <a:pt x="2829220" y="588772"/>
                  </a:cubicBezTo>
                  <a:cubicBezTo>
                    <a:pt x="2829220" y="791506"/>
                    <a:pt x="2971242" y="937338"/>
                    <a:pt x="3144231" y="937338"/>
                  </a:cubicBezTo>
                  <a:cubicBezTo>
                    <a:pt x="3246209" y="937338"/>
                    <a:pt x="3322452" y="893460"/>
                    <a:pt x="3366340" y="809548"/>
                  </a:cubicBezTo>
                  <a:lnTo>
                    <a:pt x="3366340" y="919295"/>
                  </a:lnTo>
                  <a:lnTo>
                    <a:pt x="3513594" y="919295"/>
                  </a:lnTo>
                  <a:lnTo>
                    <a:pt x="3513594" y="258355"/>
                  </a:lnTo>
                  <a:lnTo>
                    <a:pt x="3366340" y="258355"/>
                  </a:lnTo>
                  <a:close/>
                  <a:moveTo>
                    <a:pt x="2188735" y="919189"/>
                  </a:moveTo>
                  <a:lnTo>
                    <a:pt x="2335882" y="919189"/>
                  </a:lnTo>
                  <a:lnTo>
                    <a:pt x="2335882" y="526746"/>
                  </a:lnTo>
                  <a:cubicBezTo>
                    <a:pt x="2335882" y="424791"/>
                    <a:pt x="2390128" y="369277"/>
                    <a:pt x="2472778" y="369277"/>
                  </a:cubicBezTo>
                  <a:cubicBezTo>
                    <a:pt x="2555429" y="369277"/>
                    <a:pt x="2601879" y="424791"/>
                    <a:pt x="2601879" y="515109"/>
                  </a:cubicBezTo>
                  <a:lnTo>
                    <a:pt x="2601879" y="919189"/>
                  </a:lnTo>
                  <a:lnTo>
                    <a:pt x="2749133" y="919189"/>
                  </a:lnTo>
                  <a:lnTo>
                    <a:pt x="2749133" y="489273"/>
                  </a:lnTo>
                  <a:cubicBezTo>
                    <a:pt x="2749133" y="318887"/>
                    <a:pt x="2657407" y="240100"/>
                    <a:pt x="2533538" y="240100"/>
                  </a:cubicBezTo>
                  <a:cubicBezTo>
                    <a:pt x="2431560" y="240100"/>
                    <a:pt x="2364394" y="290489"/>
                    <a:pt x="2335989" y="346004"/>
                  </a:cubicBezTo>
                  <a:lnTo>
                    <a:pt x="2335989" y="15480"/>
                  </a:lnTo>
                  <a:lnTo>
                    <a:pt x="2188842" y="15480"/>
                  </a:lnTo>
                  <a:lnTo>
                    <a:pt x="2188842" y="919189"/>
                  </a:lnTo>
                  <a:close/>
                  <a:moveTo>
                    <a:pt x="2090601" y="921751"/>
                  </a:moveTo>
                  <a:lnTo>
                    <a:pt x="2090601" y="797805"/>
                  </a:lnTo>
                  <a:cubicBezTo>
                    <a:pt x="2073836" y="800367"/>
                    <a:pt x="2050558" y="801648"/>
                    <a:pt x="2035074" y="801648"/>
                  </a:cubicBezTo>
                  <a:cubicBezTo>
                    <a:pt x="1962782" y="801648"/>
                    <a:pt x="1929145" y="764176"/>
                    <a:pt x="1929145" y="694463"/>
                  </a:cubicBezTo>
                  <a:lnTo>
                    <a:pt x="1929145" y="384650"/>
                  </a:lnTo>
                  <a:lnTo>
                    <a:pt x="2090601" y="384650"/>
                  </a:lnTo>
                  <a:lnTo>
                    <a:pt x="2090601" y="258142"/>
                  </a:lnTo>
                  <a:lnTo>
                    <a:pt x="1929145" y="258142"/>
                  </a:lnTo>
                  <a:lnTo>
                    <a:pt x="1929145" y="67044"/>
                  </a:lnTo>
                  <a:lnTo>
                    <a:pt x="1781891" y="112203"/>
                  </a:lnTo>
                  <a:lnTo>
                    <a:pt x="1781891" y="258035"/>
                  </a:lnTo>
                  <a:lnTo>
                    <a:pt x="1654072" y="258035"/>
                  </a:lnTo>
                  <a:lnTo>
                    <a:pt x="1654072" y="384543"/>
                  </a:lnTo>
                  <a:lnTo>
                    <a:pt x="1781891" y="384543"/>
                  </a:lnTo>
                  <a:lnTo>
                    <a:pt x="1781891" y="708555"/>
                  </a:lnTo>
                  <a:cubicBezTo>
                    <a:pt x="1781891" y="851824"/>
                    <a:pt x="1860697" y="933174"/>
                    <a:pt x="1994923" y="933174"/>
                  </a:cubicBezTo>
                  <a:cubicBezTo>
                    <a:pt x="2032404" y="933174"/>
                    <a:pt x="2065934" y="929331"/>
                    <a:pt x="2090494" y="921537"/>
                  </a:cubicBezTo>
                  <a:moveTo>
                    <a:pt x="1293892" y="795242"/>
                  </a:moveTo>
                  <a:cubicBezTo>
                    <a:pt x="1182837" y="795242"/>
                    <a:pt x="1101469" y="707487"/>
                    <a:pt x="1101469" y="588665"/>
                  </a:cubicBezTo>
                  <a:cubicBezTo>
                    <a:pt x="1101469" y="469843"/>
                    <a:pt x="1182837" y="382088"/>
                    <a:pt x="1293892" y="382088"/>
                  </a:cubicBezTo>
                  <a:cubicBezTo>
                    <a:pt x="1404946" y="382088"/>
                    <a:pt x="1486315" y="469843"/>
                    <a:pt x="1486315" y="588665"/>
                  </a:cubicBezTo>
                  <a:cubicBezTo>
                    <a:pt x="1486315" y="707487"/>
                    <a:pt x="1404946" y="795242"/>
                    <a:pt x="1293892" y="795242"/>
                  </a:cubicBezTo>
                  <a:moveTo>
                    <a:pt x="1293892" y="937231"/>
                  </a:moveTo>
                  <a:cubicBezTo>
                    <a:pt x="1490160" y="937231"/>
                    <a:pt x="1638695" y="791399"/>
                    <a:pt x="1638695" y="588665"/>
                  </a:cubicBezTo>
                  <a:cubicBezTo>
                    <a:pt x="1638695" y="385931"/>
                    <a:pt x="1490160" y="240100"/>
                    <a:pt x="1293892" y="240100"/>
                  </a:cubicBezTo>
                  <a:cubicBezTo>
                    <a:pt x="1097625" y="240100"/>
                    <a:pt x="949089" y="385931"/>
                    <a:pt x="949089" y="588665"/>
                  </a:cubicBezTo>
                  <a:cubicBezTo>
                    <a:pt x="949089" y="791399"/>
                    <a:pt x="1097625" y="937231"/>
                    <a:pt x="1293892" y="937231"/>
                  </a:cubicBezTo>
                  <a:moveTo>
                    <a:pt x="454576" y="0"/>
                  </a:moveTo>
                  <a:cubicBezTo>
                    <a:pt x="194986" y="0"/>
                    <a:pt x="0" y="196222"/>
                    <a:pt x="0" y="468669"/>
                  </a:cubicBezTo>
                  <a:cubicBezTo>
                    <a:pt x="0" y="741116"/>
                    <a:pt x="194986" y="937338"/>
                    <a:pt x="435141" y="937338"/>
                  </a:cubicBezTo>
                  <a:cubicBezTo>
                    <a:pt x="546196" y="937338"/>
                    <a:pt x="650737" y="885667"/>
                    <a:pt x="711496" y="803036"/>
                  </a:cubicBezTo>
                  <a:lnTo>
                    <a:pt x="711496" y="919189"/>
                  </a:lnTo>
                  <a:lnTo>
                    <a:pt x="861313" y="919189"/>
                  </a:lnTo>
                  <a:lnTo>
                    <a:pt x="861313" y="444114"/>
                  </a:lnTo>
                  <a:lnTo>
                    <a:pt x="470060" y="444114"/>
                  </a:lnTo>
                  <a:lnTo>
                    <a:pt x="470060" y="591334"/>
                  </a:lnTo>
                  <a:lnTo>
                    <a:pt x="698576" y="591334"/>
                  </a:lnTo>
                  <a:cubicBezTo>
                    <a:pt x="676579" y="702363"/>
                    <a:pt x="578445" y="779869"/>
                    <a:pt x="454470" y="779869"/>
                  </a:cubicBezTo>
                  <a:cubicBezTo>
                    <a:pt x="291732" y="779869"/>
                    <a:pt x="175552" y="648236"/>
                    <a:pt x="175552" y="468776"/>
                  </a:cubicBezTo>
                  <a:cubicBezTo>
                    <a:pt x="175552" y="289315"/>
                    <a:pt x="291732" y="157682"/>
                    <a:pt x="454470" y="157682"/>
                  </a:cubicBezTo>
                  <a:cubicBezTo>
                    <a:pt x="570649" y="157682"/>
                    <a:pt x="654581" y="215759"/>
                    <a:pt x="699857" y="298389"/>
                  </a:cubicBezTo>
                  <a:lnTo>
                    <a:pt x="839316" y="205403"/>
                  </a:lnTo>
                  <a:cubicBezTo>
                    <a:pt x="770868" y="76332"/>
                    <a:pt x="626284" y="107"/>
                    <a:pt x="454470" y="107"/>
                  </a:cubicBezTo>
                </a:path>
              </a:pathLst>
            </a:custGeom>
            <a:grpFill/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solidFill>
                  <a:schemeClr val="bg1"/>
                </a:solidFill>
                <a:latin typeface="BarmeniaGothaer Offc" panose="020B0503020204020204" pitchFamily="34" charset="0"/>
              </a:endParaRPr>
            </a:p>
          </p:txBody>
        </p:sp>
        <p:sp>
          <p:nvSpPr>
            <p:cNvPr id="42" name="Freihandform 41">
              <a:extLst>
                <a:ext uri="{FF2B5EF4-FFF2-40B4-BE49-F238E27FC236}">
                  <a16:creationId xmlns:a16="http://schemas.microsoft.com/office/drawing/2014/main" id="{7DD08E80-73E1-D920-65C2-14F61E75A2B9}"/>
                </a:ext>
              </a:extLst>
            </p:cNvPr>
            <p:cNvSpPr/>
            <p:nvPr/>
          </p:nvSpPr>
          <p:spPr>
            <a:xfrm>
              <a:off x="1768255" y="-1865975"/>
              <a:ext cx="1032722" cy="182257"/>
            </a:xfrm>
            <a:custGeom>
              <a:avLst/>
              <a:gdLst>
                <a:gd name="connsiteX0" fmla="*/ 5023081 w 5362651"/>
                <a:gd name="connsiteY0" fmla="*/ 804316 h 946411"/>
                <a:gd name="connsiteX1" fmla="*/ 4830658 w 5362651"/>
                <a:gd name="connsiteY1" fmla="*/ 597740 h 946411"/>
                <a:gd name="connsiteX2" fmla="*/ 5023081 w 5362651"/>
                <a:gd name="connsiteY2" fmla="*/ 391162 h 946411"/>
                <a:gd name="connsiteX3" fmla="*/ 5215504 w 5362651"/>
                <a:gd name="connsiteY3" fmla="*/ 597740 h 946411"/>
                <a:gd name="connsiteX4" fmla="*/ 5023081 w 5362651"/>
                <a:gd name="connsiteY4" fmla="*/ 804316 h 946411"/>
                <a:gd name="connsiteX5" fmla="*/ 5215504 w 5362651"/>
                <a:gd name="connsiteY5" fmla="*/ 267323 h 946411"/>
                <a:gd name="connsiteX6" fmla="*/ 5215504 w 5362651"/>
                <a:gd name="connsiteY6" fmla="*/ 377070 h 946411"/>
                <a:gd name="connsiteX7" fmla="*/ 4993395 w 5362651"/>
                <a:gd name="connsiteY7" fmla="*/ 249280 h 946411"/>
                <a:gd name="connsiteX8" fmla="*/ 4678278 w 5362651"/>
                <a:gd name="connsiteY8" fmla="*/ 597846 h 946411"/>
                <a:gd name="connsiteX9" fmla="*/ 4993395 w 5362651"/>
                <a:gd name="connsiteY9" fmla="*/ 946412 h 946411"/>
                <a:gd name="connsiteX10" fmla="*/ 5215504 w 5362651"/>
                <a:gd name="connsiteY10" fmla="*/ 818622 h 946411"/>
                <a:gd name="connsiteX11" fmla="*/ 5215504 w 5362651"/>
                <a:gd name="connsiteY11" fmla="*/ 928370 h 946411"/>
                <a:gd name="connsiteX12" fmla="*/ 5362651 w 5362651"/>
                <a:gd name="connsiteY12" fmla="*/ 928370 h 946411"/>
                <a:gd name="connsiteX13" fmla="*/ 5362651 w 5362651"/>
                <a:gd name="connsiteY13" fmla="*/ 267429 h 946411"/>
                <a:gd name="connsiteX14" fmla="*/ 5215504 w 5362651"/>
                <a:gd name="connsiteY14" fmla="*/ 267429 h 946411"/>
                <a:gd name="connsiteX15" fmla="*/ 4611218 w 5362651"/>
                <a:gd name="connsiteY15" fmla="*/ 91705 h 946411"/>
                <a:gd name="connsiteX16" fmla="*/ 4519492 w 5362651"/>
                <a:gd name="connsiteY16" fmla="*/ 183411 h 946411"/>
                <a:gd name="connsiteX17" fmla="*/ 4427765 w 5362651"/>
                <a:gd name="connsiteY17" fmla="*/ 91705 h 946411"/>
                <a:gd name="connsiteX18" fmla="*/ 4519492 w 5362651"/>
                <a:gd name="connsiteY18" fmla="*/ 0 h 946411"/>
                <a:gd name="connsiteX19" fmla="*/ 4611218 w 5362651"/>
                <a:gd name="connsiteY19" fmla="*/ 91705 h 946411"/>
                <a:gd name="connsiteX20" fmla="*/ 4445918 w 5362651"/>
                <a:gd name="connsiteY20" fmla="*/ 928263 h 946411"/>
                <a:gd name="connsiteX21" fmla="*/ 4593172 w 5362651"/>
                <a:gd name="connsiteY21" fmla="*/ 928263 h 946411"/>
                <a:gd name="connsiteX22" fmla="*/ 4593172 w 5362651"/>
                <a:gd name="connsiteY22" fmla="*/ 267323 h 946411"/>
                <a:gd name="connsiteX23" fmla="*/ 4445918 w 5362651"/>
                <a:gd name="connsiteY23" fmla="*/ 267323 h 946411"/>
                <a:gd name="connsiteX24" fmla="*/ 4445918 w 5362651"/>
                <a:gd name="connsiteY24" fmla="*/ 928263 h 946411"/>
                <a:gd name="connsiteX25" fmla="*/ 3777028 w 5362651"/>
                <a:gd name="connsiteY25" fmla="*/ 928263 h 946411"/>
                <a:gd name="connsiteX26" fmla="*/ 3924176 w 5362651"/>
                <a:gd name="connsiteY26" fmla="*/ 928263 h 946411"/>
                <a:gd name="connsiteX27" fmla="*/ 3924176 w 5362651"/>
                <a:gd name="connsiteY27" fmla="*/ 535820 h 946411"/>
                <a:gd name="connsiteX28" fmla="*/ 4061071 w 5362651"/>
                <a:gd name="connsiteY28" fmla="*/ 378351 h 946411"/>
                <a:gd name="connsiteX29" fmla="*/ 4190172 w 5362651"/>
                <a:gd name="connsiteY29" fmla="*/ 524183 h 946411"/>
                <a:gd name="connsiteX30" fmla="*/ 4190172 w 5362651"/>
                <a:gd name="connsiteY30" fmla="*/ 928263 h 946411"/>
                <a:gd name="connsiteX31" fmla="*/ 4337426 w 5362651"/>
                <a:gd name="connsiteY31" fmla="*/ 928263 h 946411"/>
                <a:gd name="connsiteX32" fmla="*/ 4337426 w 5362651"/>
                <a:gd name="connsiteY32" fmla="*/ 498348 h 946411"/>
                <a:gd name="connsiteX33" fmla="*/ 4121831 w 5362651"/>
                <a:gd name="connsiteY33" fmla="*/ 249174 h 946411"/>
                <a:gd name="connsiteX34" fmla="*/ 3924282 w 5362651"/>
                <a:gd name="connsiteY34" fmla="*/ 355078 h 946411"/>
                <a:gd name="connsiteX35" fmla="*/ 3924282 w 5362651"/>
                <a:gd name="connsiteY35" fmla="*/ 267323 h 946411"/>
                <a:gd name="connsiteX36" fmla="*/ 3777135 w 5362651"/>
                <a:gd name="connsiteY36" fmla="*/ 267323 h 946411"/>
                <a:gd name="connsiteX37" fmla="*/ 3777135 w 5362651"/>
                <a:gd name="connsiteY37" fmla="*/ 928263 h 946411"/>
                <a:gd name="connsiteX38" fmla="*/ 3199865 w 5362651"/>
                <a:gd name="connsiteY38" fmla="*/ 526745 h 946411"/>
                <a:gd name="connsiteX39" fmla="*/ 3371573 w 5362651"/>
                <a:gd name="connsiteY39" fmla="*/ 383476 h 946411"/>
                <a:gd name="connsiteX40" fmla="*/ 3540717 w 5362651"/>
                <a:gd name="connsiteY40" fmla="*/ 526745 h 946411"/>
                <a:gd name="connsiteX41" fmla="*/ 3199865 w 5362651"/>
                <a:gd name="connsiteY41" fmla="*/ 526745 h 946411"/>
                <a:gd name="connsiteX42" fmla="*/ 3044923 w 5362651"/>
                <a:gd name="connsiteY42" fmla="*/ 597740 h 946411"/>
                <a:gd name="connsiteX43" fmla="*/ 3383212 w 5362651"/>
                <a:gd name="connsiteY43" fmla="*/ 946305 h 946411"/>
                <a:gd name="connsiteX44" fmla="*/ 3671206 w 5362651"/>
                <a:gd name="connsiteY44" fmla="*/ 797804 h 946411"/>
                <a:gd name="connsiteX45" fmla="*/ 3570509 w 5362651"/>
                <a:gd name="connsiteY45" fmla="*/ 712611 h 946411"/>
                <a:gd name="connsiteX46" fmla="*/ 3383318 w 5362651"/>
                <a:gd name="connsiteY46" fmla="*/ 812003 h 946411"/>
                <a:gd name="connsiteX47" fmla="*/ 3196127 w 5362651"/>
                <a:gd name="connsiteY47" fmla="*/ 645460 h 946411"/>
                <a:gd name="connsiteX48" fmla="*/ 3690640 w 5362651"/>
                <a:gd name="connsiteY48" fmla="*/ 645460 h 946411"/>
                <a:gd name="connsiteX49" fmla="*/ 3694485 w 5362651"/>
                <a:gd name="connsiteY49" fmla="*/ 591227 h 946411"/>
                <a:gd name="connsiteX50" fmla="*/ 3371679 w 5362651"/>
                <a:gd name="connsiteY50" fmla="*/ 249174 h 946411"/>
                <a:gd name="connsiteX51" fmla="*/ 3044923 w 5362651"/>
                <a:gd name="connsiteY51" fmla="*/ 597740 h 946411"/>
                <a:gd name="connsiteX52" fmla="*/ 2032511 w 5362651"/>
                <a:gd name="connsiteY52" fmla="*/ 928263 h 946411"/>
                <a:gd name="connsiteX53" fmla="*/ 2179765 w 5362651"/>
                <a:gd name="connsiteY53" fmla="*/ 928263 h 946411"/>
                <a:gd name="connsiteX54" fmla="*/ 2179765 w 5362651"/>
                <a:gd name="connsiteY54" fmla="*/ 535820 h 946411"/>
                <a:gd name="connsiteX55" fmla="*/ 2306304 w 5362651"/>
                <a:gd name="connsiteY55" fmla="*/ 378351 h 946411"/>
                <a:gd name="connsiteX56" fmla="*/ 2425153 w 5362651"/>
                <a:gd name="connsiteY56" fmla="*/ 524183 h 946411"/>
                <a:gd name="connsiteX57" fmla="*/ 2425153 w 5362651"/>
                <a:gd name="connsiteY57" fmla="*/ 928263 h 946411"/>
                <a:gd name="connsiteX58" fmla="*/ 2572300 w 5362651"/>
                <a:gd name="connsiteY58" fmla="*/ 928263 h 946411"/>
                <a:gd name="connsiteX59" fmla="*/ 2572300 w 5362651"/>
                <a:gd name="connsiteY59" fmla="*/ 521621 h 946411"/>
                <a:gd name="connsiteX60" fmla="*/ 2698839 w 5362651"/>
                <a:gd name="connsiteY60" fmla="*/ 378351 h 946411"/>
                <a:gd name="connsiteX61" fmla="*/ 2817688 w 5362651"/>
                <a:gd name="connsiteY61" fmla="*/ 524183 h 946411"/>
                <a:gd name="connsiteX62" fmla="*/ 2817688 w 5362651"/>
                <a:gd name="connsiteY62" fmla="*/ 928263 h 946411"/>
                <a:gd name="connsiteX63" fmla="*/ 2964942 w 5362651"/>
                <a:gd name="connsiteY63" fmla="*/ 928263 h 946411"/>
                <a:gd name="connsiteX64" fmla="*/ 2964942 w 5362651"/>
                <a:gd name="connsiteY64" fmla="*/ 498348 h 946411"/>
                <a:gd name="connsiteX65" fmla="*/ 2746677 w 5362651"/>
                <a:gd name="connsiteY65" fmla="*/ 249174 h 946411"/>
                <a:gd name="connsiteX66" fmla="*/ 2547847 w 5362651"/>
                <a:gd name="connsiteY66" fmla="*/ 362764 h 946411"/>
                <a:gd name="connsiteX67" fmla="*/ 2367063 w 5362651"/>
                <a:gd name="connsiteY67" fmla="*/ 249174 h 946411"/>
                <a:gd name="connsiteX68" fmla="*/ 2179872 w 5362651"/>
                <a:gd name="connsiteY68" fmla="*/ 355078 h 946411"/>
                <a:gd name="connsiteX69" fmla="*/ 2179872 w 5362651"/>
                <a:gd name="connsiteY69" fmla="*/ 267323 h 946411"/>
                <a:gd name="connsiteX70" fmla="*/ 2032618 w 5362651"/>
                <a:gd name="connsiteY70" fmla="*/ 267323 h 946411"/>
                <a:gd name="connsiteX71" fmla="*/ 2032618 w 5362651"/>
                <a:gd name="connsiteY71" fmla="*/ 928263 h 946411"/>
                <a:gd name="connsiteX72" fmla="*/ 1612854 w 5362651"/>
                <a:gd name="connsiteY72" fmla="*/ 928263 h 946411"/>
                <a:gd name="connsiteX73" fmla="*/ 1760107 w 5362651"/>
                <a:gd name="connsiteY73" fmla="*/ 928263 h 946411"/>
                <a:gd name="connsiteX74" fmla="*/ 1760107 w 5362651"/>
                <a:gd name="connsiteY74" fmla="*/ 568061 h 946411"/>
                <a:gd name="connsiteX75" fmla="*/ 1922845 w 5362651"/>
                <a:gd name="connsiteY75" fmla="*/ 408030 h 946411"/>
                <a:gd name="connsiteX76" fmla="*/ 1955093 w 5362651"/>
                <a:gd name="connsiteY76" fmla="*/ 408030 h 946411"/>
                <a:gd name="connsiteX77" fmla="*/ 1955093 w 5362651"/>
                <a:gd name="connsiteY77" fmla="*/ 255686 h 946411"/>
                <a:gd name="connsiteX78" fmla="*/ 1940891 w 5362651"/>
                <a:gd name="connsiteY78" fmla="*/ 255686 h 946411"/>
                <a:gd name="connsiteX79" fmla="*/ 1760107 w 5362651"/>
                <a:gd name="connsiteY79" fmla="*/ 387426 h 946411"/>
                <a:gd name="connsiteX80" fmla="*/ 1760107 w 5362651"/>
                <a:gd name="connsiteY80" fmla="*/ 267323 h 946411"/>
                <a:gd name="connsiteX81" fmla="*/ 1612854 w 5362651"/>
                <a:gd name="connsiteY81" fmla="*/ 267323 h 946411"/>
                <a:gd name="connsiteX82" fmla="*/ 1612854 w 5362651"/>
                <a:gd name="connsiteY82" fmla="*/ 928263 h 946411"/>
                <a:gd name="connsiteX83" fmla="*/ 1159666 w 5362651"/>
                <a:gd name="connsiteY83" fmla="*/ 804316 h 946411"/>
                <a:gd name="connsiteX84" fmla="*/ 967242 w 5362651"/>
                <a:gd name="connsiteY84" fmla="*/ 597740 h 946411"/>
                <a:gd name="connsiteX85" fmla="*/ 1159666 w 5362651"/>
                <a:gd name="connsiteY85" fmla="*/ 391162 h 946411"/>
                <a:gd name="connsiteX86" fmla="*/ 1352089 w 5362651"/>
                <a:gd name="connsiteY86" fmla="*/ 597740 h 946411"/>
                <a:gd name="connsiteX87" fmla="*/ 1159666 w 5362651"/>
                <a:gd name="connsiteY87" fmla="*/ 804316 h 946411"/>
                <a:gd name="connsiteX88" fmla="*/ 1351982 w 5362651"/>
                <a:gd name="connsiteY88" fmla="*/ 267323 h 946411"/>
                <a:gd name="connsiteX89" fmla="*/ 1351982 w 5362651"/>
                <a:gd name="connsiteY89" fmla="*/ 377070 h 946411"/>
                <a:gd name="connsiteX90" fmla="*/ 1129873 w 5362651"/>
                <a:gd name="connsiteY90" fmla="*/ 249280 h 946411"/>
                <a:gd name="connsiteX91" fmla="*/ 814756 w 5362651"/>
                <a:gd name="connsiteY91" fmla="*/ 597846 h 946411"/>
                <a:gd name="connsiteX92" fmla="*/ 1129873 w 5362651"/>
                <a:gd name="connsiteY92" fmla="*/ 946412 h 946411"/>
                <a:gd name="connsiteX93" fmla="*/ 1351982 w 5362651"/>
                <a:gd name="connsiteY93" fmla="*/ 818622 h 946411"/>
                <a:gd name="connsiteX94" fmla="*/ 1351982 w 5362651"/>
                <a:gd name="connsiteY94" fmla="*/ 928370 h 946411"/>
                <a:gd name="connsiteX95" fmla="*/ 1499129 w 5362651"/>
                <a:gd name="connsiteY95" fmla="*/ 928370 h 946411"/>
                <a:gd name="connsiteX96" fmla="*/ 1499129 w 5362651"/>
                <a:gd name="connsiteY96" fmla="*/ 267429 h 946411"/>
                <a:gd name="connsiteX97" fmla="*/ 1351982 w 5362651"/>
                <a:gd name="connsiteY97" fmla="*/ 267429 h 946411"/>
                <a:gd name="connsiteX98" fmla="*/ 418376 w 5362651"/>
                <a:gd name="connsiteY98" fmla="*/ 386038 h 946411"/>
                <a:gd name="connsiteX99" fmla="*/ 167863 w 5362651"/>
                <a:gd name="connsiteY99" fmla="*/ 386038 h 946411"/>
                <a:gd name="connsiteX100" fmla="*/ 167863 w 5362651"/>
                <a:gd name="connsiteY100" fmla="*/ 176898 h 946411"/>
                <a:gd name="connsiteX101" fmla="*/ 418376 w 5362651"/>
                <a:gd name="connsiteY101" fmla="*/ 176898 h 946411"/>
                <a:gd name="connsiteX102" fmla="*/ 544915 w 5362651"/>
                <a:gd name="connsiteY102" fmla="*/ 281415 h 946411"/>
                <a:gd name="connsiteX103" fmla="*/ 418376 w 5362651"/>
                <a:gd name="connsiteY103" fmla="*/ 386038 h 946411"/>
                <a:gd name="connsiteX104" fmla="*/ 426172 w 5362651"/>
                <a:gd name="connsiteY104" fmla="*/ 775919 h 946411"/>
                <a:gd name="connsiteX105" fmla="*/ 167863 w 5362651"/>
                <a:gd name="connsiteY105" fmla="*/ 775919 h 946411"/>
                <a:gd name="connsiteX106" fmla="*/ 167863 w 5362651"/>
                <a:gd name="connsiteY106" fmla="*/ 538382 h 946411"/>
                <a:gd name="connsiteX107" fmla="*/ 426172 w 5362651"/>
                <a:gd name="connsiteY107" fmla="*/ 538382 h 946411"/>
                <a:gd name="connsiteX108" fmla="*/ 566912 w 5362651"/>
                <a:gd name="connsiteY108" fmla="*/ 657204 h 946411"/>
                <a:gd name="connsiteX109" fmla="*/ 426172 w 5362651"/>
                <a:gd name="connsiteY109" fmla="*/ 776026 h 946411"/>
                <a:gd name="connsiteX110" fmla="*/ 0 w 5362651"/>
                <a:gd name="connsiteY110" fmla="*/ 928263 h 946411"/>
                <a:gd name="connsiteX111" fmla="*/ 445500 w 5362651"/>
                <a:gd name="connsiteY111" fmla="*/ 928263 h 946411"/>
                <a:gd name="connsiteX112" fmla="*/ 742464 w 5362651"/>
                <a:gd name="connsiteY112" fmla="*/ 673965 h 946411"/>
                <a:gd name="connsiteX113" fmla="*/ 584959 w 5362651"/>
                <a:gd name="connsiteY113" fmla="*/ 458420 h 946411"/>
                <a:gd name="connsiteX114" fmla="*/ 720573 w 5362651"/>
                <a:gd name="connsiteY114" fmla="*/ 259636 h 946411"/>
                <a:gd name="connsiteX115" fmla="*/ 441656 w 5362651"/>
                <a:gd name="connsiteY115" fmla="*/ 24661 h 946411"/>
                <a:gd name="connsiteX116" fmla="*/ 0 w 5362651"/>
                <a:gd name="connsiteY116" fmla="*/ 24661 h 946411"/>
                <a:gd name="connsiteX117" fmla="*/ 0 w 5362651"/>
                <a:gd name="connsiteY117" fmla="*/ 928370 h 946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5362651" h="946411">
                  <a:moveTo>
                    <a:pt x="5023081" y="804316"/>
                  </a:moveTo>
                  <a:cubicBezTo>
                    <a:pt x="4912026" y="804316"/>
                    <a:pt x="4830658" y="716561"/>
                    <a:pt x="4830658" y="597740"/>
                  </a:cubicBezTo>
                  <a:cubicBezTo>
                    <a:pt x="4830658" y="478918"/>
                    <a:pt x="4912026" y="391162"/>
                    <a:pt x="5023081" y="391162"/>
                  </a:cubicBezTo>
                  <a:cubicBezTo>
                    <a:pt x="5134136" y="391162"/>
                    <a:pt x="5215504" y="478918"/>
                    <a:pt x="5215504" y="597740"/>
                  </a:cubicBezTo>
                  <a:cubicBezTo>
                    <a:pt x="5215504" y="716561"/>
                    <a:pt x="5134136" y="804316"/>
                    <a:pt x="5023081" y="804316"/>
                  </a:cubicBezTo>
                  <a:moveTo>
                    <a:pt x="5215504" y="267323"/>
                  </a:moveTo>
                  <a:lnTo>
                    <a:pt x="5215504" y="377070"/>
                  </a:lnTo>
                  <a:cubicBezTo>
                    <a:pt x="5171616" y="293158"/>
                    <a:pt x="5095373" y="249280"/>
                    <a:pt x="4993395" y="249280"/>
                  </a:cubicBezTo>
                  <a:cubicBezTo>
                    <a:pt x="4820407" y="249280"/>
                    <a:pt x="4678278" y="395112"/>
                    <a:pt x="4678278" y="597846"/>
                  </a:cubicBezTo>
                  <a:cubicBezTo>
                    <a:pt x="4678278" y="800580"/>
                    <a:pt x="4820300" y="946412"/>
                    <a:pt x="4993395" y="946412"/>
                  </a:cubicBezTo>
                  <a:cubicBezTo>
                    <a:pt x="5095373" y="946412"/>
                    <a:pt x="5171616" y="902534"/>
                    <a:pt x="5215504" y="818622"/>
                  </a:cubicBezTo>
                  <a:lnTo>
                    <a:pt x="5215504" y="928370"/>
                  </a:lnTo>
                  <a:lnTo>
                    <a:pt x="5362651" y="928370"/>
                  </a:lnTo>
                  <a:lnTo>
                    <a:pt x="5362651" y="267429"/>
                  </a:lnTo>
                  <a:lnTo>
                    <a:pt x="5215504" y="267429"/>
                  </a:lnTo>
                  <a:close/>
                  <a:moveTo>
                    <a:pt x="4611218" y="91705"/>
                  </a:moveTo>
                  <a:cubicBezTo>
                    <a:pt x="4611218" y="142095"/>
                    <a:pt x="4569893" y="183411"/>
                    <a:pt x="4519492" y="183411"/>
                  </a:cubicBezTo>
                  <a:cubicBezTo>
                    <a:pt x="4469090" y="183411"/>
                    <a:pt x="4427765" y="142095"/>
                    <a:pt x="4427765" y="91705"/>
                  </a:cubicBezTo>
                  <a:cubicBezTo>
                    <a:pt x="4427765" y="41315"/>
                    <a:pt x="4469090" y="0"/>
                    <a:pt x="4519492" y="0"/>
                  </a:cubicBezTo>
                  <a:cubicBezTo>
                    <a:pt x="4569893" y="0"/>
                    <a:pt x="4611218" y="41315"/>
                    <a:pt x="4611218" y="91705"/>
                  </a:cubicBezTo>
                  <a:moveTo>
                    <a:pt x="4445918" y="928263"/>
                  </a:moveTo>
                  <a:lnTo>
                    <a:pt x="4593172" y="928263"/>
                  </a:lnTo>
                  <a:lnTo>
                    <a:pt x="4593172" y="267323"/>
                  </a:lnTo>
                  <a:lnTo>
                    <a:pt x="4445918" y="267323"/>
                  </a:lnTo>
                  <a:lnTo>
                    <a:pt x="4445918" y="928263"/>
                  </a:lnTo>
                  <a:close/>
                  <a:moveTo>
                    <a:pt x="3777028" y="928263"/>
                  </a:moveTo>
                  <a:lnTo>
                    <a:pt x="3924176" y="928263"/>
                  </a:lnTo>
                  <a:lnTo>
                    <a:pt x="3924176" y="535820"/>
                  </a:lnTo>
                  <a:cubicBezTo>
                    <a:pt x="3924176" y="433866"/>
                    <a:pt x="3978421" y="378351"/>
                    <a:pt x="4061071" y="378351"/>
                  </a:cubicBezTo>
                  <a:cubicBezTo>
                    <a:pt x="4143722" y="378351"/>
                    <a:pt x="4190172" y="433866"/>
                    <a:pt x="4190172" y="524183"/>
                  </a:cubicBezTo>
                  <a:lnTo>
                    <a:pt x="4190172" y="928263"/>
                  </a:lnTo>
                  <a:lnTo>
                    <a:pt x="4337426" y="928263"/>
                  </a:lnTo>
                  <a:lnTo>
                    <a:pt x="4337426" y="498348"/>
                  </a:lnTo>
                  <a:cubicBezTo>
                    <a:pt x="4337426" y="327961"/>
                    <a:pt x="4245700" y="249174"/>
                    <a:pt x="4121831" y="249174"/>
                  </a:cubicBezTo>
                  <a:cubicBezTo>
                    <a:pt x="4019853" y="249174"/>
                    <a:pt x="3952686" y="299563"/>
                    <a:pt x="3924282" y="355078"/>
                  </a:cubicBezTo>
                  <a:lnTo>
                    <a:pt x="3924282" y="267323"/>
                  </a:lnTo>
                  <a:lnTo>
                    <a:pt x="3777135" y="267323"/>
                  </a:lnTo>
                  <a:lnTo>
                    <a:pt x="3777135" y="928263"/>
                  </a:lnTo>
                  <a:close/>
                  <a:moveTo>
                    <a:pt x="3199865" y="526745"/>
                  </a:moveTo>
                  <a:cubicBezTo>
                    <a:pt x="3220474" y="437709"/>
                    <a:pt x="3283796" y="383476"/>
                    <a:pt x="3371573" y="383476"/>
                  </a:cubicBezTo>
                  <a:cubicBezTo>
                    <a:pt x="3454223" y="383476"/>
                    <a:pt x="3521389" y="432584"/>
                    <a:pt x="3540717" y="526745"/>
                  </a:cubicBezTo>
                  <a:lnTo>
                    <a:pt x="3199865" y="526745"/>
                  </a:lnTo>
                  <a:close/>
                  <a:moveTo>
                    <a:pt x="3044923" y="597740"/>
                  </a:moveTo>
                  <a:cubicBezTo>
                    <a:pt x="3044923" y="799085"/>
                    <a:pt x="3188225" y="946305"/>
                    <a:pt x="3383212" y="946305"/>
                  </a:cubicBezTo>
                  <a:cubicBezTo>
                    <a:pt x="3503343" y="946305"/>
                    <a:pt x="3616960" y="886948"/>
                    <a:pt x="3671206" y="797804"/>
                  </a:cubicBezTo>
                  <a:lnTo>
                    <a:pt x="3570509" y="712611"/>
                  </a:lnTo>
                  <a:cubicBezTo>
                    <a:pt x="3533029" y="774531"/>
                    <a:pt x="3463299" y="812003"/>
                    <a:pt x="3383318" y="812003"/>
                  </a:cubicBezTo>
                  <a:cubicBezTo>
                    <a:pt x="3286466" y="812003"/>
                    <a:pt x="3214174" y="746133"/>
                    <a:pt x="3196127" y="645460"/>
                  </a:cubicBezTo>
                  <a:lnTo>
                    <a:pt x="3690640" y="645460"/>
                  </a:lnTo>
                  <a:cubicBezTo>
                    <a:pt x="3693203" y="628699"/>
                    <a:pt x="3694485" y="609269"/>
                    <a:pt x="3694485" y="591227"/>
                  </a:cubicBezTo>
                  <a:cubicBezTo>
                    <a:pt x="3694485" y="401411"/>
                    <a:pt x="3565384" y="249174"/>
                    <a:pt x="3371679" y="249174"/>
                  </a:cubicBezTo>
                  <a:cubicBezTo>
                    <a:pt x="3177975" y="249174"/>
                    <a:pt x="3044923" y="396286"/>
                    <a:pt x="3044923" y="597740"/>
                  </a:cubicBezTo>
                  <a:moveTo>
                    <a:pt x="2032511" y="928263"/>
                  </a:moveTo>
                  <a:lnTo>
                    <a:pt x="2179765" y="928263"/>
                  </a:lnTo>
                  <a:lnTo>
                    <a:pt x="2179765" y="535820"/>
                  </a:lnTo>
                  <a:cubicBezTo>
                    <a:pt x="2179765" y="433866"/>
                    <a:pt x="2230167" y="378351"/>
                    <a:pt x="2306304" y="378351"/>
                  </a:cubicBezTo>
                  <a:cubicBezTo>
                    <a:pt x="2382440" y="378351"/>
                    <a:pt x="2425153" y="433866"/>
                    <a:pt x="2425153" y="524183"/>
                  </a:cubicBezTo>
                  <a:lnTo>
                    <a:pt x="2425153" y="928263"/>
                  </a:lnTo>
                  <a:lnTo>
                    <a:pt x="2572300" y="928263"/>
                  </a:lnTo>
                  <a:lnTo>
                    <a:pt x="2572300" y="521621"/>
                  </a:lnTo>
                  <a:cubicBezTo>
                    <a:pt x="2572300" y="433866"/>
                    <a:pt x="2622702" y="378351"/>
                    <a:pt x="2698839" y="378351"/>
                  </a:cubicBezTo>
                  <a:cubicBezTo>
                    <a:pt x="2774974" y="378351"/>
                    <a:pt x="2817688" y="433866"/>
                    <a:pt x="2817688" y="524183"/>
                  </a:cubicBezTo>
                  <a:lnTo>
                    <a:pt x="2817688" y="928263"/>
                  </a:lnTo>
                  <a:lnTo>
                    <a:pt x="2964942" y="928263"/>
                  </a:lnTo>
                  <a:lnTo>
                    <a:pt x="2964942" y="498348"/>
                  </a:lnTo>
                  <a:cubicBezTo>
                    <a:pt x="2964942" y="327961"/>
                    <a:pt x="2877166" y="249174"/>
                    <a:pt x="2746677" y="249174"/>
                  </a:cubicBezTo>
                  <a:cubicBezTo>
                    <a:pt x="2658901" y="249174"/>
                    <a:pt x="2590453" y="287927"/>
                    <a:pt x="2547847" y="362764"/>
                  </a:cubicBezTo>
                  <a:cubicBezTo>
                    <a:pt x="2513036" y="285258"/>
                    <a:pt x="2447151" y="249174"/>
                    <a:pt x="2367063" y="249174"/>
                  </a:cubicBezTo>
                  <a:cubicBezTo>
                    <a:pt x="2271492" y="249174"/>
                    <a:pt x="2208277" y="299563"/>
                    <a:pt x="2179872" y="355078"/>
                  </a:cubicBezTo>
                  <a:lnTo>
                    <a:pt x="2179872" y="267323"/>
                  </a:lnTo>
                  <a:lnTo>
                    <a:pt x="2032618" y="267323"/>
                  </a:lnTo>
                  <a:lnTo>
                    <a:pt x="2032618" y="928263"/>
                  </a:lnTo>
                  <a:close/>
                  <a:moveTo>
                    <a:pt x="1612854" y="928263"/>
                  </a:moveTo>
                  <a:lnTo>
                    <a:pt x="1760107" y="928263"/>
                  </a:lnTo>
                  <a:lnTo>
                    <a:pt x="1760107" y="568061"/>
                  </a:lnTo>
                  <a:cubicBezTo>
                    <a:pt x="1760107" y="458313"/>
                    <a:pt x="1806558" y="408030"/>
                    <a:pt x="1922845" y="408030"/>
                  </a:cubicBezTo>
                  <a:lnTo>
                    <a:pt x="1955093" y="408030"/>
                  </a:lnTo>
                  <a:lnTo>
                    <a:pt x="1955093" y="255686"/>
                  </a:lnTo>
                  <a:lnTo>
                    <a:pt x="1940891" y="255686"/>
                  </a:lnTo>
                  <a:cubicBezTo>
                    <a:pt x="1844039" y="255686"/>
                    <a:pt x="1780823" y="309919"/>
                    <a:pt x="1760107" y="387426"/>
                  </a:cubicBezTo>
                  <a:lnTo>
                    <a:pt x="1760107" y="267323"/>
                  </a:lnTo>
                  <a:lnTo>
                    <a:pt x="1612854" y="267323"/>
                  </a:lnTo>
                  <a:lnTo>
                    <a:pt x="1612854" y="928263"/>
                  </a:lnTo>
                  <a:close/>
                  <a:moveTo>
                    <a:pt x="1159666" y="804316"/>
                  </a:moveTo>
                  <a:cubicBezTo>
                    <a:pt x="1048611" y="804316"/>
                    <a:pt x="967242" y="716561"/>
                    <a:pt x="967242" y="597740"/>
                  </a:cubicBezTo>
                  <a:cubicBezTo>
                    <a:pt x="967242" y="478918"/>
                    <a:pt x="1048611" y="391162"/>
                    <a:pt x="1159666" y="391162"/>
                  </a:cubicBezTo>
                  <a:cubicBezTo>
                    <a:pt x="1270720" y="391162"/>
                    <a:pt x="1352089" y="478918"/>
                    <a:pt x="1352089" y="597740"/>
                  </a:cubicBezTo>
                  <a:cubicBezTo>
                    <a:pt x="1352089" y="716561"/>
                    <a:pt x="1270720" y="804316"/>
                    <a:pt x="1159666" y="804316"/>
                  </a:cubicBezTo>
                  <a:moveTo>
                    <a:pt x="1351982" y="267323"/>
                  </a:moveTo>
                  <a:lnTo>
                    <a:pt x="1351982" y="377070"/>
                  </a:lnTo>
                  <a:cubicBezTo>
                    <a:pt x="1308094" y="293158"/>
                    <a:pt x="1231851" y="249280"/>
                    <a:pt x="1129873" y="249280"/>
                  </a:cubicBezTo>
                  <a:cubicBezTo>
                    <a:pt x="956885" y="249280"/>
                    <a:pt x="814756" y="395112"/>
                    <a:pt x="814756" y="597846"/>
                  </a:cubicBezTo>
                  <a:cubicBezTo>
                    <a:pt x="814756" y="800580"/>
                    <a:pt x="956778" y="946412"/>
                    <a:pt x="1129873" y="946412"/>
                  </a:cubicBezTo>
                  <a:cubicBezTo>
                    <a:pt x="1231851" y="946412"/>
                    <a:pt x="1308094" y="902534"/>
                    <a:pt x="1351982" y="818622"/>
                  </a:cubicBezTo>
                  <a:lnTo>
                    <a:pt x="1351982" y="928370"/>
                  </a:lnTo>
                  <a:lnTo>
                    <a:pt x="1499129" y="928370"/>
                  </a:lnTo>
                  <a:lnTo>
                    <a:pt x="1499129" y="267429"/>
                  </a:lnTo>
                  <a:lnTo>
                    <a:pt x="1351982" y="267429"/>
                  </a:lnTo>
                  <a:close/>
                  <a:moveTo>
                    <a:pt x="418376" y="386038"/>
                  </a:moveTo>
                  <a:lnTo>
                    <a:pt x="167863" y="386038"/>
                  </a:lnTo>
                  <a:lnTo>
                    <a:pt x="167863" y="176898"/>
                  </a:lnTo>
                  <a:lnTo>
                    <a:pt x="418376" y="176898"/>
                  </a:lnTo>
                  <a:cubicBezTo>
                    <a:pt x="498464" y="176898"/>
                    <a:pt x="544915" y="215652"/>
                    <a:pt x="544915" y="281415"/>
                  </a:cubicBezTo>
                  <a:cubicBezTo>
                    <a:pt x="544915" y="347178"/>
                    <a:pt x="498464" y="386038"/>
                    <a:pt x="418376" y="386038"/>
                  </a:cubicBezTo>
                  <a:moveTo>
                    <a:pt x="426172" y="775919"/>
                  </a:moveTo>
                  <a:lnTo>
                    <a:pt x="167863" y="775919"/>
                  </a:lnTo>
                  <a:lnTo>
                    <a:pt x="167863" y="538382"/>
                  </a:lnTo>
                  <a:lnTo>
                    <a:pt x="426172" y="538382"/>
                  </a:lnTo>
                  <a:cubicBezTo>
                    <a:pt x="515229" y="538382"/>
                    <a:pt x="566912" y="582259"/>
                    <a:pt x="566912" y="657204"/>
                  </a:cubicBezTo>
                  <a:cubicBezTo>
                    <a:pt x="566912" y="732148"/>
                    <a:pt x="515229" y="776026"/>
                    <a:pt x="426172" y="776026"/>
                  </a:cubicBezTo>
                  <a:moveTo>
                    <a:pt x="0" y="928263"/>
                  </a:moveTo>
                  <a:lnTo>
                    <a:pt x="445500" y="928263"/>
                  </a:lnTo>
                  <a:cubicBezTo>
                    <a:pt x="632690" y="928263"/>
                    <a:pt x="742464" y="833995"/>
                    <a:pt x="742464" y="673965"/>
                  </a:cubicBezTo>
                  <a:cubicBezTo>
                    <a:pt x="742464" y="564217"/>
                    <a:pt x="681811" y="490661"/>
                    <a:pt x="584959" y="458420"/>
                  </a:cubicBezTo>
                  <a:cubicBezTo>
                    <a:pt x="668890" y="426179"/>
                    <a:pt x="720573" y="351235"/>
                    <a:pt x="720573" y="259636"/>
                  </a:cubicBezTo>
                  <a:cubicBezTo>
                    <a:pt x="720573" y="112416"/>
                    <a:pt x="617314" y="24661"/>
                    <a:pt x="441656" y="24661"/>
                  </a:cubicBezTo>
                  <a:lnTo>
                    <a:pt x="0" y="24661"/>
                  </a:lnTo>
                  <a:lnTo>
                    <a:pt x="0" y="928370"/>
                  </a:lnTo>
                  <a:close/>
                </a:path>
              </a:pathLst>
            </a:custGeom>
            <a:grpFill/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solidFill>
                  <a:schemeClr val="bg1"/>
                </a:solidFill>
                <a:latin typeface="BarmeniaGothaer Offc" panose="020B0503020204020204" pitchFamily="34" charset="0"/>
              </a:endParaRPr>
            </a:p>
          </p:txBody>
        </p:sp>
      </p:grp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C095DD5-10F4-A894-D8D8-E36B886DE9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52560" y="220751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E5D4375-D9C6-4A42-7E97-4CF101FBC5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2560" y="1744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5FAA8ED5-72FF-EE39-5B5C-7F99B9CCCE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374167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CC75DA60-7867-FA1D-74D8-24FBB7B8F2D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327882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D1DD36AE-3D11-A960-03AF-A23705F237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52560" y="374167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E49E640C-8351-5827-FD55-959B5E7F88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52560" y="327882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F44AB4F5-FFBA-1B4F-E437-C3D203A11F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525551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0F650E20-83CE-724B-969F-A3EC2162BA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0" y="4792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28" name="Textplatzhalter 10">
            <a:extLst>
              <a:ext uri="{FF2B5EF4-FFF2-40B4-BE49-F238E27FC236}">
                <a16:creationId xmlns:a16="http://schemas.microsoft.com/office/drawing/2014/main" id="{48AC3F31-1DAD-820A-7449-6CB561C4C3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52560" y="525551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28C8F1B1-F524-BE31-20BE-15710C8750A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52560" y="4792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06</a:t>
            </a:r>
          </a:p>
        </p:txBody>
      </p:sp>
      <p:sp>
        <p:nvSpPr>
          <p:cNvPr id="30" name="Textplatzhalter 10">
            <a:extLst>
              <a:ext uri="{FF2B5EF4-FFF2-40B4-BE49-F238E27FC236}">
                <a16:creationId xmlns:a16="http://schemas.microsoft.com/office/drawing/2014/main" id="{7266D109-BE0D-E910-56C3-B1A90D8BCBB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207514"/>
            <a:ext cx="266382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A041B2B9-9C5F-A118-C16D-62C876A196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1744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" name="Textplatzhalter 10">
            <a:extLst>
              <a:ext uri="{FF2B5EF4-FFF2-40B4-BE49-F238E27FC236}">
                <a16:creationId xmlns:a16="http://schemas.microsoft.com/office/drawing/2014/main" id="{E5A05A90-4197-DC80-E4FC-DC696CC33E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3763" y="4105723"/>
            <a:ext cx="4420965" cy="2120143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Inhalt</a:t>
            </a:r>
          </a:p>
        </p:txBody>
      </p:sp>
    </p:spTree>
    <p:extLst>
      <p:ext uri="{BB962C8B-B14F-4D97-AF65-F5344CB8AC3E}">
        <p14:creationId xmlns:p14="http://schemas.microsoft.com/office/powerpoint/2010/main" val="371881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3er Dunk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ihandform 52">
            <a:extLst>
              <a:ext uri="{FF2B5EF4-FFF2-40B4-BE49-F238E27FC236}">
                <a16:creationId xmlns:a16="http://schemas.microsoft.com/office/drawing/2014/main" id="{D1792CB6-2AC9-938B-DED7-737B9E07C942}"/>
              </a:ext>
            </a:extLst>
          </p:cNvPr>
          <p:cNvSpPr/>
          <p:nvPr userDrawn="1"/>
        </p:nvSpPr>
        <p:spPr>
          <a:xfrm rot="20098344">
            <a:off x="202261" y="-1736835"/>
            <a:ext cx="7825388" cy="3559216"/>
          </a:xfrm>
          <a:custGeom>
            <a:avLst/>
            <a:gdLst>
              <a:gd name="connsiteX0" fmla="*/ 202213 w 7825388"/>
              <a:gd name="connsiteY0" fmla="*/ 0 h 3559216"/>
              <a:gd name="connsiteX1" fmla="*/ 7825388 w 7825388"/>
              <a:gd name="connsiteY1" fmla="*/ 3559216 h 3559216"/>
              <a:gd name="connsiteX2" fmla="*/ 273048 w 7825388"/>
              <a:gd name="connsiteY2" fmla="*/ 3559216 h 3559216"/>
              <a:gd name="connsiteX3" fmla="*/ 0 w 7825388"/>
              <a:gd name="connsiteY3" fmla="*/ 3286168 h 3559216"/>
              <a:gd name="connsiteX4" fmla="*/ 0 w 7825388"/>
              <a:gd name="connsiteY4" fmla="*/ 433101 h 3559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5388" h="3559216">
                <a:moveTo>
                  <a:pt x="202213" y="0"/>
                </a:moveTo>
                <a:lnTo>
                  <a:pt x="7825388" y="3559216"/>
                </a:lnTo>
                <a:lnTo>
                  <a:pt x="273048" y="3559216"/>
                </a:lnTo>
                <a:cubicBezTo>
                  <a:pt x="122247" y="3559216"/>
                  <a:pt x="0" y="3436968"/>
                  <a:pt x="0" y="3286168"/>
                </a:cubicBezTo>
                <a:lnTo>
                  <a:pt x="0" y="433101"/>
                </a:lnTo>
                <a:close/>
              </a:path>
            </a:pathLst>
          </a:custGeom>
          <a:solidFill>
            <a:srgbClr val="00A6F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37" name="Freihandform 36">
            <a:extLst>
              <a:ext uri="{FF2B5EF4-FFF2-40B4-BE49-F238E27FC236}">
                <a16:creationId xmlns:a16="http://schemas.microsoft.com/office/drawing/2014/main" id="{8F408F0C-D60A-1D5A-DC82-D60300887FBB}"/>
              </a:ext>
            </a:extLst>
          </p:cNvPr>
          <p:cNvSpPr/>
          <p:nvPr userDrawn="1"/>
        </p:nvSpPr>
        <p:spPr>
          <a:xfrm rot="19858879">
            <a:off x="-59379" y="-1639612"/>
            <a:ext cx="6948171" cy="3547551"/>
          </a:xfrm>
          <a:custGeom>
            <a:avLst/>
            <a:gdLst>
              <a:gd name="connsiteX0" fmla="*/ 553139 w 6948171"/>
              <a:gd name="connsiteY0" fmla="*/ 0 h 3547551"/>
              <a:gd name="connsiteX1" fmla="*/ 6948171 w 6948171"/>
              <a:gd name="connsiteY1" fmla="*/ 3547551 h 3547551"/>
              <a:gd name="connsiteX2" fmla="*/ 273080 w 6948171"/>
              <a:gd name="connsiteY2" fmla="*/ 3547551 h 3547551"/>
              <a:gd name="connsiteX3" fmla="*/ 0 w 6948171"/>
              <a:gd name="connsiteY3" fmla="*/ 3274471 h 3547551"/>
              <a:gd name="connsiteX4" fmla="*/ 0 w 6948171"/>
              <a:gd name="connsiteY4" fmla="*/ 997121 h 3547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48171" h="3547551">
                <a:moveTo>
                  <a:pt x="553139" y="0"/>
                </a:moveTo>
                <a:lnTo>
                  <a:pt x="6948171" y="3547551"/>
                </a:lnTo>
                <a:lnTo>
                  <a:pt x="273080" y="3547551"/>
                </a:lnTo>
                <a:cubicBezTo>
                  <a:pt x="122262" y="3547551"/>
                  <a:pt x="0" y="3425289"/>
                  <a:pt x="0" y="3274471"/>
                </a:cubicBezTo>
                <a:lnTo>
                  <a:pt x="0" y="997121"/>
                </a:lnTo>
                <a:close/>
              </a:path>
            </a:pathLst>
          </a:custGeom>
          <a:solidFill>
            <a:schemeClr val="bg1"/>
          </a:solidFill>
          <a:ln w="6351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B8CEA6C-9D10-2143-89BB-EDC7EBF5F20F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041164B-854A-338B-8D4F-CDA72DB2FA19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A278856-5807-16E1-6C90-59283DB3A9A8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F0CD5AAF-B922-A417-C7A4-5EAC44CC0333}"/>
              </a:ext>
            </a:extLst>
          </p:cNvPr>
          <p:cNvGrpSpPr/>
          <p:nvPr userDrawn="1"/>
        </p:nvGrpSpPr>
        <p:grpSpPr>
          <a:xfrm>
            <a:off x="479425" y="436603"/>
            <a:ext cx="1714242" cy="471447"/>
            <a:chOff x="1144935" y="-1876113"/>
            <a:chExt cx="1656042" cy="455441"/>
          </a:xfrm>
          <a:solidFill>
            <a:schemeClr val="tx1"/>
          </a:solidFill>
        </p:grpSpPr>
        <p:sp>
          <p:nvSpPr>
            <p:cNvPr id="40" name="Freihandform 39">
              <a:extLst>
                <a:ext uri="{FF2B5EF4-FFF2-40B4-BE49-F238E27FC236}">
                  <a16:creationId xmlns:a16="http://schemas.microsoft.com/office/drawing/2014/main" id="{7F75C1CE-DA71-38A4-B1E4-4CB9F237A402}"/>
                </a:ext>
              </a:extLst>
            </p:cNvPr>
            <p:cNvSpPr/>
            <p:nvPr/>
          </p:nvSpPr>
          <p:spPr>
            <a:xfrm>
              <a:off x="1144935" y="-1876113"/>
              <a:ext cx="457053" cy="455441"/>
            </a:xfrm>
            <a:custGeom>
              <a:avLst/>
              <a:gdLst>
                <a:gd name="connsiteX0" fmla="*/ 1077263 w 2373356"/>
                <a:gd name="connsiteY0" fmla="*/ 1296696 h 2364985"/>
                <a:gd name="connsiteX1" fmla="*/ 1072778 w 2373356"/>
                <a:gd name="connsiteY1" fmla="*/ 1293921 h 2364985"/>
                <a:gd name="connsiteX2" fmla="*/ 461444 w 2373356"/>
                <a:gd name="connsiteY2" fmla="*/ 1203710 h 2364985"/>
                <a:gd name="connsiteX3" fmla="*/ 191603 w 2373356"/>
                <a:gd name="connsiteY3" fmla="*/ 1301393 h 2364985"/>
                <a:gd name="connsiteX4" fmla="*/ 461444 w 2373356"/>
                <a:gd name="connsiteY4" fmla="*/ 1399077 h 2364985"/>
                <a:gd name="connsiteX5" fmla="*/ 984361 w 2373356"/>
                <a:gd name="connsiteY5" fmla="*/ 1334168 h 2364985"/>
                <a:gd name="connsiteX6" fmla="*/ 256741 w 2373356"/>
                <a:gd name="connsiteY6" fmla="*/ 1958704 h 2364985"/>
                <a:gd name="connsiteX7" fmla="*/ 19682 w 2373356"/>
                <a:gd name="connsiteY7" fmla="*/ 2344101 h 2364985"/>
                <a:gd name="connsiteX8" fmla="*/ 409227 w 2373356"/>
                <a:gd name="connsiteY8" fmla="*/ 2109554 h 2364985"/>
                <a:gd name="connsiteX9" fmla="*/ 1040422 w 2373356"/>
                <a:gd name="connsiteY9" fmla="*/ 1389683 h 2364985"/>
                <a:gd name="connsiteX10" fmla="*/ 975391 w 2373356"/>
                <a:gd name="connsiteY10" fmla="*/ 1912905 h 2364985"/>
                <a:gd name="connsiteX11" fmla="*/ 1073098 w 2373356"/>
                <a:gd name="connsiteY11" fmla="*/ 2182576 h 2364985"/>
                <a:gd name="connsiteX12" fmla="*/ 1170805 w 2373356"/>
                <a:gd name="connsiteY12" fmla="*/ 1912905 h 2364985"/>
                <a:gd name="connsiteX13" fmla="*/ 1080573 w 2373356"/>
                <a:gd name="connsiteY13" fmla="*/ 1301714 h 2364985"/>
                <a:gd name="connsiteX14" fmla="*/ 1077369 w 2373356"/>
                <a:gd name="connsiteY14" fmla="*/ 1296803 h 2364985"/>
                <a:gd name="connsiteX15" fmla="*/ 1051955 w 2373356"/>
                <a:gd name="connsiteY15" fmla="*/ 1052967 h 2364985"/>
                <a:gd name="connsiteX16" fmla="*/ 1064128 w 2373356"/>
                <a:gd name="connsiteY16" fmla="*/ 1040797 h 2364985"/>
                <a:gd name="connsiteX17" fmla="*/ 425992 w 2373356"/>
                <a:gd name="connsiteY17" fmla="*/ 255590 h 2364985"/>
                <a:gd name="connsiteX18" fmla="*/ 32176 w 2373356"/>
                <a:gd name="connsiteY18" fmla="*/ 21149 h 2364985"/>
                <a:gd name="connsiteX19" fmla="*/ 266565 w 2373356"/>
                <a:gd name="connsiteY19" fmla="*/ 414873 h 2364985"/>
                <a:gd name="connsiteX20" fmla="*/ 1051955 w 2373356"/>
                <a:gd name="connsiteY20" fmla="*/ 1052860 h 2364985"/>
                <a:gd name="connsiteX21" fmla="*/ 1194297 w 2373356"/>
                <a:gd name="connsiteY21" fmla="*/ 143173 h 2364985"/>
                <a:gd name="connsiteX22" fmla="*/ 1096697 w 2373356"/>
                <a:gd name="connsiteY22" fmla="*/ 408361 h 2364985"/>
                <a:gd name="connsiteX23" fmla="*/ 1186929 w 2373356"/>
                <a:gd name="connsiteY23" fmla="*/ 1009196 h 2364985"/>
                <a:gd name="connsiteX24" fmla="*/ 1201772 w 2373356"/>
                <a:gd name="connsiteY24" fmla="*/ 1009196 h 2364985"/>
                <a:gd name="connsiteX25" fmla="*/ 1292004 w 2373356"/>
                <a:gd name="connsiteY25" fmla="*/ 408361 h 2364985"/>
                <a:gd name="connsiteX26" fmla="*/ 1194297 w 2373356"/>
                <a:gd name="connsiteY26" fmla="*/ 143173 h 2364985"/>
                <a:gd name="connsiteX27" fmla="*/ 1331300 w 2373356"/>
                <a:gd name="connsiteY27" fmla="*/ 1312069 h 2364985"/>
                <a:gd name="connsiteX28" fmla="*/ 1319126 w 2373356"/>
                <a:gd name="connsiteY28" fmla="*/ 1324240 h 2364985"/>
                <a:gd name="connsiteX29" fmla="*/ 1957263 w 2373356"/>
                <a:gd name="connsiteY29" fmla="*/ 2109447 h 2364985"/>
                <a:gd name="connsiteX30" fmla="*/ 2351079 w 2373356"/>
                <a:gd name="connsiteY30" fmla="*/ 2343781 h 2364985"/>
                <a:gd name="connsiteX31" fmla="*/ 2116583 w 2373356"/>
                <a:gd name="connsiteY31" fmla="*/ 1950057 h 2364985"/>
                <a:gd name="connsiteX32" fmla="*/ 1331193 w 2373356"/>
                <a:gd name="connsiteY32" fmla="*/ 1312069 h 2364985"/>
                <a:gd name="connsiteX33" fmla="*/ 1958331 w 2373356"/>
                <a:gd name="connsiteY33" fmla="*/ 259219 h 2364985"/>
                <a:gd name="connsiteX34" fmla="*/ 1320194 w 2373356"/>
                <a:gd name="connsiteY34" fmla="*/ 1044427 h 2364985"/>
                <a:gd name="connsiteX35" fmla="*/ 1332368 w 2373356"/>
                <a:gd name="connsiteY35" fmla="*/ 1056597 h 2364985"/>
                <a:gd name="connsiteX36" fmla="*/ 2117758 w 2373356"/>
                <a:gd name="connsiteY36" fmla="*/ 418609 h 2364985"/>
                <a:gd name="connsiteX37" fmla="*/ 2352147 w 2373356"/>
                <a:gd name="connsiteY37" fmla="*/ 24885 h 2364985"/>
                <a:gd name="connsiteX38" fmla="*/ 1958331 w 2373356"/>
                <a:gd name="connsiteY38" fmla="*/ 259219 h 2364985"/>
                <a:gd name="connsiteX39" fmla="*/ 2032011 w 2373356"/>
                <a:gd name="connsiteY39" fmla="*/ 1279722 h 2364985"/>
                <a:gd name="connsiteX40" fmla="*/ 2325344 w 2373356"/>
                <a:gd name="connsiteY40" fmla="*/ 1182145 h 2364985"/>
                <a:gd name="connsiteX41" fmla="*/ 2021333 w 2373356"/>
                <a:gd name="connsiteY41" fmla="*/ 1084461 h 2364985"/>
                <a:gd name="connsiteX42" fmla="*/ 1367393 w 2373356"/>
                <a:gd name="connsiteY42" fmla="*/ 1174671 h 2364985"/>
                <a:gd name="connsiteX43" fmla="*/ 1367393 w 2373356"/>
                <a:gd name="connsiteY43" fmla="*/ 1189618 h 2364985"/>
                <a:gd name="connsiteX44" fmla="*/ 2032011 w 2373356"/>
                <a:gd name="connsiteY44" fmla="*/ 1279722 h 236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373356" h="2364985">
                  <a:moveTo>
                    <a:pt x="1077263" y="1296696"/>
                  </a:moveTo>
                  <a:cubicBezTo>
                    <a:pt x="1076195" y="1295522"/>
                    <a:pt x="1074700" y="1294561"/>
                    <a:pt x="1072778" y="1293921"/>
                  </a:cubicBezTo>
                  <a:cubicBezTo>
                    <a:pt x="910040" y="1243317"/>
                    <a:pt x="713773" y="1203710"/>
                    <a:pt x="461444" y="1203710"/>
                  </a:cubicBezTo>
                  <a:cubicBezTo>
                    <a:pt x="277777" y="1203710"/>
                    <a:pt x="191603" y="1222072"/>
                    <a:pt x="191603" y="1301393"/>
                  </a:cubicBezTo>
                  <a:cubicBezTo>
                    <a:pt x="191603" y="1380715"/>
                    <a:pt x="277670" y="1399077"/>
                    <a:pt x="461444" y="1399077"/>
                  </a:cubicBezTo>
                  <a:cubicBezTo>
                    <a:pt x="669671" y="1399077"/>
                    <a:pt x="839777" y="1372067"/>
                    <a:pt x="984361" y="1334168"/>
                  </a:cubicBezTo>
                  <a:cubicBezTo>
                    <a:pt x="768446" y="1481174"/>
                    <a:pt x="528611" y="1689780"/>
                    <a:pt x="256741" y="1958704"/>
                  </a:cubicBezTo>
                  <a:cubicBezTo>
                    <a:pt x="43388" y="2169765"/>
                    <a:pt x="-42252" y="2282822"/>
                    <a:pt x="19682" y="2344101"/>
                  </a:cubicBezTo>
                  <a:cubicBezTo>
                    <a:pt x="81616" y="2405381"/>
                    <a:pt x="195874" y="2320615"/>
                    <a:pt x="409227" y="2109554"/>
                  </a:cubicBezTo>
                  <a:cubicBezTo>
                    <a:pt x="681097" y="1840523"/>
                    <a:pt x="891887" y="1603306"/>
                    <a:pt x="1040422" y="1389683"/>
                  </a:cubicBezTo>
                  <a:cubicBezTo>
                    <a:pt x="1002514" y="1534233"/>
                    <a:pt x="975391" y="1704406"/>
                    <a:pt x="975391" y="1912905"/>
                  </a:cubicBezTo>
                  <a:cubicBezTo>
                    <a:pt x="975391" y="2096529"/>
                    <a:pt x="993758" y="2182576"/>
                    <a:pt x="1073098" y="2182576"/>
                  </a:cubicBezTo>
                  <a:cubicBezTo>
                    <a:pt x="1152438" y="2182576"/>
                    <a:pt x="1170805" y="2096529"/>
                    <a:pt x="1170805" y="1912905"/>
                  </a:cubicBezTo>
                  <a:cubicBezTo>
                    <a:pt x="1170805" y="1660635"/>
                    <a:pt x="1131295" y="1464307"/>
                    <a:pt x="1080573" y="1301714"/>
                  </a:cubicBezTo>
                  <a:cubicBezTo>
                    <a:pt x="1079932" y="1299472"/>
                    <a:pt x="1078758" y="1297871"/>
                    <a:pt x="1077369" y="1296803"/>
                  </a:cubicBezTo>
                  <a:moveTo>
                    <a:pt x="1051955" y="1052967"/>
                  </a:moveTo>
                  <a:cubicBezTo>
                    <a:pt x="1064128" y="1060761"/>
                    <a:pt x="1071923" y="1052967"/>
                    <a:pt x="1064128" y="1040797"/>
                  </a:cubicBezTo>
                  <a:cubicBezTo>
                    <a:pt x="916020" y="810092"/>
                    <a:pt x="719752" y="549282"/>
                    <a:pt x="425992" y="255590"/>
                  </a:cubicBezTo>
                  <a:cubicBezTo>
                    <a:pt x="212212" y="41753"/>
                    <a:pt x="96886" y="-43547"/>
                    <a:pt x="32176" y="21149"/>
                  </a:cubicBezTo>
                  <a:cubicBezTo>
                    <a:pt x="-32535" y="85844"/>
                    <a:pt x="52785" y="201036"/>
                    <a:pt x="266565" y="414873"/>
                  </a:cubicBezTo>
                  <a:cubicBezTo>
                    <a:pt x="560325" y="708565"/>
                    <a:pt x="821196" y="904893"/>
                    <a:pt x="1051955" y="1052860"/>
                  </a:cubicBezTo>
                  <a:moveTo>
                    <a:pt x="1194297" y="143173"/>
                  </a:moveTo>
                  <a:cubicBezTo>
                    <a:pt x="1115064" y="143173"/>
                    <a:pt x="1096697" y="227833"/>
                    <a:pt x="1096697" y="408361"/>
                  </a:cubicBezTo>
                  <a:cubicBezTo>
                    <a:pt x="1096697" y="656360"/>
                    <a:pt x="1136207" y="849379"/>
                    <a:pt x="1186929" y="1009196"/>
                  </a:cubicBezTo>
                  <a:cubicBezTo>
                    <a:pt x="1189598" y="1017630"/>
                    <a:pt x="1199102" y="1017630"/>
                    <a:pt x="1201772" y="1009196"/>
                  </a:cubicBezTo>
                  <a:cubicBezTo>
                    <a:pt x="1252387" y="849272"/>
                    <a:pt x="1292004" y="656360"/>
                    <a:pt x="1292004" y="408361"/>
                  </a:cubicBezTo>
                  <a:cubicBezTo>
                    <a:pt x="1292004" y="227833"/>
                    <a:pt x="1273637" y="143173"/>
                    <a:pt x="1194297" y="143173"/>
                  </a:cubicBezTo>
                  <a:moveTo>
                    <a:pt x="1331300" y="1312069"/>
                  </a:moveTo>
                  <a:cubicBezTo>
                    <a:pt x="1319126" y="1304169"/>
                    <a:pt x="1311331" y="1312069"/>
                    <a:pt x="1319126" y="1324240"/>
                  </a:cubicBezTo>
                  <a:cubicBezTo>
                    <a:pt x="1467235" y="1554944"/>
                    <a:pt x="1663502" y="1815755"/>
                    <a:pt x="1957263" y="2109447"/>
                  </a:cubicBezTo>
                  <a:cubicBezTo>
                    <a:pt x="2171149" y="2323283"/>
                    <a:pt x="2286369" y="2408584"/>
                    <a:pt x="2351079" y="2343781"/>
                  </a:cubicBezTo>
                  <a:cubicBezTo>
                    <a:pt x="2415790" y="2279086"/>
                    <a:pt x="2330470" y="2163893"/>
                    <a:pt x="2116583" y="1950057"/>
                  </a:cubicBezTo>
                  <a:cubicBezTo>
                    <a:pt x="1822823" y="1656365"/>
                    <a:pt x="1561952" y="1460036"/>
                    <a:pt x="1331193" y="1312069"/>
                  </a:cubicBezTo>
                  <a:moveTo>
                    <a:pt x="1958331" y="259219"/>
                  </a:moveTo>
                  <a:cubicBezTo>
                    <a:pt x="1664570" y="552912"/>
                    <a:pt x="1468196" y="813722"/>
                    <a:pt x="1320194" y="1044427"/>
                  </a:cubicBezTo>
                  <a:cubicBezTo>
                    <a:pt x="1312399" y="1056597"/>
                    <a:pt x="1320194" y="1064390"/>
                    <a:pt x="1332368" y="1056597"/>
                  </a:cubicBezTo>
                  <a:cubicBezTo>
                    <a:pt x="1563126" y="908523"/>
                    <a:pt x="1823997" y="712302"/>
                    <a:pt x="2117758" y="418609"/>
                  </a:cubicBezTo>
                  <a:cubicBezTo>
                    <a:pt x="2331645" y="204773"/>
                    <a:pt x="2416964" y="89581"/>
                    <a:pt x="2352147" y="24885"/>
                  </a:cubicBezTo>
                  <a:cubicBezTo>
                    <a:pt x="2287437" y="-39810"/>
                    <a:pt x="2172217" y="45490"/>
                    <a:pt x="1958331" y="259219"/>
                  </a:cubicBezTo>
                  <a:moveTo>
                    <a:pt x="2032011" y="1279722"/>
                  </a:moveTo>
                  <a:cubicBezTo>
                    <a:pt x="2231696" y="1279722"/>
                    <a:pt x="2325344" y="1261359"/>
                    <a:pt x="2325344" y="1182145"/>
                  </a:cubicBezTo>
                  <a:cubicBezTo>
                    <a:pt x="2325344" y="1102930"/>
                    <a:pt x="2221017" y="1084461"/>
                    <a:pt x="2021333" y="1084461"/>
                  </a:cubicBezTo>
                  <a:cubicBezTo>
                    <a:pt x="1747007" y="1084461"/>
                    <a:pt x="1544226" y="1124068"/>
                    <a:pt x="1367393" y="1174671"/>
                  </a:cubicBezTo>
                  <a:cubicBezTo>
                    <a:pt x="1358102" y="1177340"/>
                    <a:pt x="1358102" y="1186949"/>
                    <a:pt x="1367393" y="1189618"/>
                  </a:cubicBezTo>
                  <a:cubicBezTo>
                    <a:pt x="1544226" y="1240221"/>
                    <a:pt x="1757792" y="1279722"/>
                    <a:pt x="2032011" y="1279722"/>
                  </a:cubicBezTo>
                </a:path>
              </a:pathLst>
            </a:custGeom>
            <a:grpFill/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solidFill>
                  <a:schemeClr val="bg1"/>
                </a:solidFill>
                <a:latin typeface="BarmeniaGothaer Offc" panose="020B0503020204020204" pitchFamily="34" charset="0"/>
              </a:endParaRPr>
            </a:p>
          </p:txBody>
        </p:sp>
        <p:sp>
          <p:nvSpPr>
            <p:cNvPr id="41" name="Freihandform 40">
              <a:extLst>
                <a:ext uri="{FF2B5EF4-FFF2-40B4-BE49-F238E27FC236}">
                  <a16:creationId xmlns:a16="http://schemas.microsoft.com/office/drawing/2014/main" id="{C637941F-81A3-6B24-3C32-494382E933DA}"/>
                </a:ext>
              </a:extLst>
            </p:cNvPr>
            <p:cNvSpPr/>
            <p:nvPr/>
          </p:nvSpPr>
          <p:spPr>
            <a:xfrm>
              <a:off x="1757315" y="-1615483"/>
              <a:ext cx="899919" cy="180509"/>
            </a:xfrm>
            <a:custGeom>
              <a:avLst/>
              <a:gdLst>
                <a:gd name="connsiteX0" fmla="*/ 4330912 w 4673045"/>
                <a:gd name="connsiteY0" fmla="*/ 919189 h 937337"/>
                <a:gd name="connsiteX1" fmla="*/ 4478060 w 4673045"/>
                <a:gd name="connsiteY1" fmla="*/ 919189 h 937337"/>
                <a:gd name="connsiteX2" fmla="*/ 4478060 w 4673045"/>
                <a:gd name="connsiteY2" fmla="*/ 558986 h 937337"/>
                <a:gd name="connsiteX3" fmla="*/ 4640797 w 4673045"/>
                <a:gd name="connsiteY3" fmla="*/ 398849 h 937337"/>
                <a:gd name="connsiteX4" fmla="*/ 4673046 w 4673045"/>
                <a:gd name="connsiteY4" fmla="*/ 398849 h 937337"/>
                <a:gd name="connsiteX5" fmla="*/ 4673046 w 4673045"/>
                <a:gd name="connsiteY5" fmla="*/ 246505 h 937337"/>
                <a:gd name="connsiteX6" fmla="*/ 4658844 w 4673045"/>
                <a:gd name="connsiteY6" fmla="*/ 246505 h 937337"/>
                <a:gd name="connsiteX7" fmla="*/ 4478060 w 4673045"/>
                <a:gd name="connsiteY7" fmla="*/ 378138 h 937337"/>
                <a:gd name="connsiteX8" fmla="*/ 4478060 w 4673045"/>
                <a:gd name="connsiteY8" fmla="*/ 258035 h 937337"/>
                <a:gd name="connsiteX9" fmla="*/ 4330912 w 4673045"/>
                <a:gd name="connsiteY9" fmla="*/ 258035 h 937337"/>
                <a:gd name="connsiteX10" fmla="*/ 4330912 w 4673045"/>
                <a:gd name="connsiteY10" fmla="*/ 918975 h 937337"/>
                <a:gd name="connsiteX11" fmla="*/ 3753749 w 4673045"/>
                <a:gd name="connsiteY11" fmla="*/ 517671 h 937337"/>
                <a:gd name="connsiteX12" fmla="*/ 3925457 w 4673045"/>
                <a:gd name="connsiteY12" fmla="*/ 374401 h 937337"/>
                <a:gd name="connsiteX13" fmla="*/ 4094601 w 4673045"/>
                <a:gd name="connsiteY13" fmla="*/ 517671 h 937337"/>
                <a:gd name="connsiteX14" fmla="*/ 3753749 w 4673045"/>
                <a:gd name="connsiteY14" fmla="*/ 517671 h 937337"/>
                <a:gd name="connsiteX15" fmla="*/ 3598807 w 4673045"/>
                <a:gd name="connsiteY15" fmla="*/ 588665 h 937337"/>
                <a:gd name="connsiteX16" fmla="*/ 3937096 w 4673045"/>
                <a:gd name="connsiteY16" fmla="*/ 937231 h 937337"/>
                <a:gd name="connsiteX17" fmla="*/ 4225091 w 4673045"/>
                <a:gd name="connsiteY17" fmla="*/ 788730 h 937337"/>
                <a:gd name="connsiteX18" fmla="*/ 4124394 w 4673045"/>
                <a:gd name="connsiteY18" fmla="*/ 703537 h 937337"/>
                <a:gd name="connsiteX19" fmla="*/ 3937203 w 4673045"/>
                <a:gd name="connsiteY19" fmla="*/ 802929 h 937337"/>
                <a:gd name="connsiteX20" fmla="*/ 3750012 w 4673045"/>
                <a:gd name="connsiteY20" fmla="*/ 636386 h 937337"/>
                <a:gd name="connsiteX21" fmla="*/ 4244525 w 4673045"/>
                <a:gd name="connsiteY21" fmla="*/ 636386 h 937337"/>
                <a:gd name="connsiteX22" fmla="*/ 4248369 w 4673045"/>
                <a:gd name="connsiteY22" fmla="*/ 582153 h 937337"/>
                <a:gd name="connsiteX23" fmla="*/ 3925564 w 4673045"/>
                <a:gd name="connsiteY23" fmla="*/ 239993 h 937337"/>
                <a:gd name="connsiteX24" fmla="*/ 3598914 w 4673045"/>
                <a:gd name="connsiteY24" fmla="*/ 588558 h 937337"/>
                <a:gd name="connsiteX25" fmla="*/ 3173917 w 4673045"/>
                <a:gd name="connsiteY25" fmla="*/ 795242 h 937337"/>
                <a:gd name="connsiteX26" fmla="*/ 2981493 w 4673045"/>
                <a:gd name="connsiteY26" fmla="*/ 588665 h 937337"/>
                <a:gd name="connsiteX27" fmla="*/ 3173917 w 4673045"/>
                <a:gd name="connsiteY27" fmla="*/ 382088 h 937337"/>
                <a:gd name="connsiteX28" fmla="*/ 3366340 w 4673045"/>
                <a:gd name="connsiteY28" fmla="*/ 588665 h 937337"/>
                <a:gd name="connsiteX29" fmla="*/ 3173917 w 4673045"/>
                <a:gd name="connsiteY29" fmla="*/ 795242 h 937337"/>
                <a:gd name="connsiteX30" fmla="*/ 3366340 w 4673045"/>
                <a:gd name="connsiteY30" fmla="*/ 258248 h 937337"/>
                <a:gd name="connsiteX31" fmla="*/ 3366340 w 4673045"/>
                <a:gd name="connsiteY31" fmla="*/ 367996 h 937337"/>
                <a:gd name="connsiteX32" fmla="*/ 3144231 w 4673045"/>
                <a:gd name="connsiteY32" fmla="*/ 240206 h 937337"/>
                <a:gd name="connsiteX33" fmla="*/ 2829220 w 4673045"/>
                <a:gd name="connsiteY33" fmla="*/ 588772 h 937337"/>
                <a:gd name="connsiteX34" fmla="*/ 3144231 w 4673045"/>
                <a:gd name="connsiteY34" fmla="*/ 937338 h 937337"/>
                <a:gd name="connsiteX35" fmla="*/ 3366340 w 4673045"/>
                <a:gd name="connsiteY35" fmla="*/ 809548 h 937337"/>
                <a:gd name="connsiteX36" fmla="*/ 3366340 w 4673045"/>
                <a:gd name="connsiteY36" fmla="*/ 919295 h 937337"/>
                <a:gd name="connsiteX37" fmla="*/ 3513594 w 4673045"/>
                <a:gd name="connsiteY37" fmla="*/ 919295 h 937337"/>
                <a:gd name="connsiteX38" fmla="*/ 3513594 w 4673045"/>
                <a:gd name="connsiteY38" fmla="*/ 258355 h 937337"/>
                <a:gd name="connsiteX39" fmla="*/ 3366340 w 4673045"/>
                <a:gd name="connsiteY39" fmla="*/ 258355 h 937337"/>
                <a:gd name="connsiteX40" fmla="*/ 2188735 w 4673045"/>
                <a:gd name="connsiteY40" fmla="*/ 919189 h 937337"/>
                <a:gd name="connsiteX41" fmla="*/ 2335882 w 4673045"/>
                <a:gd name="connsiteY41" fmla="*/ 919189 h 937337"/>
                <a:gd name="connsiteX42" fmla="*/ 2335882 w 4673045"/>
                <a:gd name="connsiteY42" fmla="*/ 526746 h 937337"/>
                <a:gd name="connsiteX43" fmla="*/ 2472778 w 4673045"/>
                <a:gd name="connsiteY43" fmla="*/ 369277 h 937337"/>
                <a:gd name="connsiteX44" fmla="*/ 2601879 w 4673045"/>
                <a:gd name="connsiteY44" fmla="*/ 515109 h 937337"/>
                <a:gd name="connsiteX45" fmla="*/ 2601879 w 4673045"/>
                <a:gd name="connsiteY45" fmla="*/ 919189 h 937337"/>
                <a:gd name="connsiteX46" fmla="*/ 2749133 w 4673045"/>
                <a:gd name="connsiteY46" fmla="*/ 919189 h 937337"/>
                <a:gd name="connsiteX47" fmla="*/ 2749133 w 4673045"/>
                <a:gd name="connsiteY47" fmla="*/ 489273 h 937337"/>
                <a:gd name="connsiteX48" fmla="*/ 2533538 w 4673045"/>
                <a:gd name="connsiteY48" fmla="*/ 240100 h 937337"/>
                <a:gd name="connsiteX49" fmla="*/ 2335989 w 4673045"/>
                <a:gd name="connsiteY49" fmla="*/ 346004 h 937337"/>
                <a:gd name="connsiteX50" fmla="*/ 2335989 w 4673045"/>
                <a:gd name="connsiteY50" fmla="*/ 15480 h 937337"/>
                <a:gd name="connsiteX51" fmla="*/ 2188842 w 4673045"/>
                <a:gd name="connsiteY51" fmla="*/ 15480 h 937337"/>
                <a:gd name="connsiteX52" fmla="*/ 2188842 w 4673045"/>
                <a:gd name="connsiteY52" fmla="*/ 919189 h 937337"/>
                <a:gd name="connsiteX53" fmla="*/ 2090601 w 4673045"/>
                <a:gd name="connsiteY53" fmla="*/ 921751 h 937337"/>
                <a:gd name="connsiteX54" fmla="*/ 2090601 w 4673045"/>
                <a:gd name="connsiteY54" fmla="*/ 797805 h 937337"/>
                <a:gd name="connsiteX55" fmla="*/ 2035074 w 4673045"/>
                <a:gd name="connsiteY55" fmla="*/ 801648 h 937337"/>
                <a:gd name="connsiteX56" fmla="*/ 1929145 w 4673045"/>
                <a:gd name="connsiteY56" fmla="*/ 694463 h 937337"/>
                <a:gd name="connsiteX57" fmla="*/ 1929145 w 4673045"/>
                <a:gd name="connsiteY57" fmla="*/ 384650 h 937337"/>
                <a:gd name="connsiteX58" fmla="*/ 2090601 w 4673045"/>
                <a:gd name="connsiteY58" fmla="*/ 384650 h 937337"/>
                <a:gd name="connsiteX59" fmla="*/ 2090601 w 4673045"/>
                <a:gd name="connsiteY59" fmla="*/ 258142 h 937337"/>
                <a:gd name="connsiteX60" fmla="*/ 1929145 w 4673045"/>
                <a:gd name="connsiteY60" fmla="*/ 258142 h 937337"/>
                <a:gd name="connsiteX61" fmla="*/ 1929145 w 4673045"/>
                <a:gd name="connsiteY61" fmla="*/ 67044 h 937337"/>
                <a:gd name="connsiteX62" fmla="*/ 1781891 w 4673045"/>
                <a:gd name="connsiteY62" fmla="*/ 112203 h 937337"/>
                <a:gd name="connsiteX63" fmla="*/ 1781891 w 4673045"/>
                <a:gd name="connsiteY63" fmla="*/ 258035 h 937337"/>
                <a:gd name="connsiteX64" fmla="*/ 1654072 w 4673045"/>
                <a:gd name="connsiteY64" fmla="*/ 258035 h 937337"/>
                <a:gd name="connsiteX65" fmla="*/ 1654072 w 4673045"/>
                <a:gd name="connsiteY65" fmla="*/ 384543 h 937337"/>
                <a:gd name="connsiteX66" fmla="*/ 1781891 w 4673045"/>
                <a:gd name="connsiteY66" fmla="*/ 384543 h 937337"/>
                <a:gd name="connsiteX67" fmla="*/ 1781891 w 4673045"/>
                <a:gd name="connsiteY67" fmla="*/ 708555 h 937337"/>
                <a:gd name="connsiteX68" fmla="*/ 1994923 w 4673045"/>
                <a:gd name="connsiteY68" fmla="*/ 933174 h 937337"/>
                <a:gd name="connsiteX69" fmla="*/ 2090494 w 4673045"/>
                <a:gd name="connsiteY69" fmla="*/ 921537 h 937337"/>
                <a:gd name="connsiteX70" fmla="*/ 1293892 w 4673045"/>
                <a:gd name="connsiteY70" fmla="*/ 795242 h 937337"/>
                <a:gd name="connsiteX71" fmla="*/ 1101469 w 4673045"/>
                <a:gd name="connsiteY71" fmla="*/ 588665 h 937337"/>
                <a:gd name="connsiteX72" fmla="*/ 1293892 w 4673045"/>
                <a:gd name="connsiteY72" fmla="*/ 382088 h 937337"/>
                <a:gd name="connsiteX73" fmla="*/ 1486315 w 4673045"/>
                <a:gd name="connsiteY73" fmla="*/ 588665 h 937337"/>
                <a:gd name="connsiteX74" fmla="*/ 1293892 w 4673045"/>
                <a:gd name="connsiteY74" fmla="*/ 795242 h 937337"/>
                <a:gd name="connsiteX75" fmla="*/ 1293892 w 4673045"/>
                <a:gd name="connsiteY75" fmla="*/ 937231 h 937337"/>
                <a:gd name="connsiteX76" fmla="*/ 1638695 w 4673045"/>
                <a:gd name="connsiteY76" fmla="*/ 588665 h 937337"/>
                <a:gd name="connsiteX77" fmla="*/ 1293892 w 4673045"/>
                <a:gd name="connsiteY77" fmla="*/ 240100 h 937337"/>
                <a:gd name="connsiteX78" fmla="*/ 949089 w 4673045"/>
                <a:gd name="connsiteY78" fmla="*/ 588665 h 937337"/>
                <a:gd name="connsiteX79" fmla="*/ 1293892 w 4673045"/>
                <a:gd name="connsiteY79" fmla="*/ 937231 h 937337"/>
                <a:gd name="connsiteX80" fmla="*/ 454576 w 4673045"/>
                <a:gd name="connsiteY80" fmla="*/ 0 h 937337"/>
                <a:gd name="connsiteX81" fmla="*/ 0 w 4673045"/>
                <a:gd name="connsiteY81" fmla="*/ 468669 h 937337"/>
                <a:gd name="connsiteX82" fmla="*/ 435141 w 4673045"/>
                <a:gd name="connsiteY82" fmla="*/ 937338 h 937337"/>
                <a:gd name="connsiteX83" fmla="*/ 711496 w 4673045"/>
                <a:gd name="connsiteY83" fmla="*/ 803036 h 937337"/>
                <a:gd name="connsiteX84" fmla="*/ 711496 w 4673045"/>
                <a:gd name="connsiteY84" fmla="*/ 919189 h 937337"/>
                <a:gd name="connsiteX85" fmla="*/ 861313 w 4673045"/>
                <a:gd name="connsiteY85" fmla="*/ 919189 h 937337"/>
                <a:gd name="connsiteX86" fmla="*/ 861313 w 4673045"/>
                <a:gd name="connsiteY86" fmla="*/ 444114 h 937337"/>
                <a:gd name="connsiteX87" fmla="*/ 470060 w 4673045"/>
                <a:gd name="connsiteY87" fmla="*/ 444114 h 937337"/>
                <a:gd name="connsiteX88" fmla="*/ 470060 w 4673045"/>
                <a:gd name="connsiteY88" fmla="*/ 591334 h 937337"/>
                <a:gd name="connsiteX89" fmla="*/ 698576 w 4673045"/>
                <a:gd name="connsiteY89" fmla="*/ 591334 h 937337"/>
                <a:gd name="connsiteX90" fmla="*/ 454470 w 4673045"/>
                <a:gd name="connsiteY90" fmla="*/ 779869 h 937337"/>
                <a:gd name="connsiteX91" fmla="*/ 175552 w 4673045"/>
                <a:gd name="connsiteY91" fmla="*/ 468776 h 937337"/>
                <a:gd name="connsiteX92" fmla="*/ 454470 w 4673045"/>
                <a:gd name="connsiteY92" fmla="*/ 157682 h 937337"/>
                <a:gd name="connsiteX93" fmla="*/ 699857 w 4673045"/>
                <a:gd name="connsiteY93" fmla="*/ 298389 h 937337"/>
                <a:gd name="connsiteX94" fmla="*/ 839316 w 4673045"/>
                <a:gd name="connsiteY94" fmla="*/ 205403 h 937337"/>
                <a:gd name="connsiteX95" fmla="*/ 454470 w 4673045"/>
                <a:gd name="connsiteY95" fmla="*/ 107 h 937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673045" h="937337">
                  <a:moveTo>
                    <a:pt x="4330912" y="919189"/>
                  </a:moveTo>
                  <a:lnTo>
                    <a:pt x="4478060" y="919189"/>
                  </a:lnTo>
                  <a:lnTo>
                    <a:pt x="4478060" y="558986"/>
                  </a:lnTo>
                  <a:cubicBezTo>
                    <a:pt x="4478060" y="449239"/>
                    <a:pt x="4524510" y="398849"/>
                    <a:pt x="4640797" y="398849"/>
                  </a:cubicBezTo>
                  <a:lnTo>
                    <a:pt x="4673046" y="398849"/>
                  </a:lnTo>
                  <a:lnTo>
                    <a:pt x="4673046" y="246505"/>
                  </a:lnTo>
                  <a:lnTo>
                    <a:pt x="4658844" y="246505"/>
                  </a:lnTo>
                  <a:cubicBezTo>
                    <a:pt x="4561991" y="246505"/>
                    <a:pt x="4498776" y="300738"/>
                    <a:pt x="4478060" y="378138"/>
                  </a:cubicBezTo>
                  <a:lnTo>
                    <a:pt x="4478060" y="258035"/>
                  </a:lnTo>
                  <a:lnTo>
                    <a:pt x="4330912" y="258035"/>
                  </a:lnTo>
                  <a:lnTo>
                    <a:pt x="4330912" y="918975"/>
                  </a:lnTo>
                  <a:close/>
                  <a:moveTo>
                    <a:pt x="3753749" y="517671"/>
                  </a:moveTo>
                  <a:cubicBezTo>
                    <a:pt x="3774358" y="428635"/>
                    <a:pt x="3837681" y="374401"/>
                    <a:pt x="3925457" y="374401"/>
                  </a:cubicBezTo>
                  <a:cubicBezTo>
                    <a:pt x="4008107" y="374401"/>
                    <a:pt x="4075273" y="423510"/>
                    <a:pt x="4094601" y="517671"/>
                  </a:cubicBezTo>
                  <a:lnTo>
                    <a:pt x="3753749" y="517671"/>
                  </a:lnTo>
                  <a:close/>
                  <a:moveTo>
                    <a:pt x="3598807" y="588665"/>
                  </a:moveTo>
                  <a:cubicBezTo>
                    <a:pt x="3598807" y="790011"/>
                    <a:pt x="3742110" y="937231"/>
                    <a:pt x="3937096" y="937231"/>
                  </a:cubicBezTo>
                  <a:cubicBezTo>
                    <a:pt x="4057227" y="937231"/>
                    <a:pt x="4170844" y="877873"/>
                    <a:pt x="4225091" y="788730"/>
                  </a:cubicBezTo>
                  <a:lnTo>
                    <a:pt x="4124394" y="703537"/>
                  </a:lnTo>
                  <a:cubicBezTo>
                    <a:pt x="4086913" y="765564"/>
                    <a:pt x="4017183" y="802929"/>
                    <a:pt x="3937203" y="802929"/>
                  </a:cubicBezTo>
                  <a:cubicBezTo>
                    <a:pt x="3840350" y="802929"/>
                    <a:pt x="3768059" y="737059"/>
                    <a:pt x="3750012" y="636386"/>
                  </a:cubicBezTo>
                  <a:lnTo>
                    <a:pt x="4244525" y="636386"/>
                  </a:lnTo>
                  <a:cubicBezTo>
                    <a:pt x="4247088" y="619625"/>
                    <a:pt x="4248369" y="600195"/>
                    <a:pt x="4248369" y="582153"/>
                  </a:cubicBezTo>
                  <a:cubicBezTo>
                    <a:pt x="4248369" y="392337"/>
                    <a:pt x="4119268" y="239993"/>
                    <a:pt x="3925564" y="239993"/>
                  </a:cubicBezTo>
                  <a:cubicBezTo>
                    <a:pt x="3731859" y="239993"/>
                    <a:pt x="3598914" y="387212"/>
                    <a:pt x="3598914" y="588558"/>
                  </a:cubicBezTo>
                  <a:moveTo>
                    <a:pt x="3173917" y="795242"/>
                  </a:moveTo>
                  <a:cubicBezTo>
                    <a:pt x="3062862" y="795242"/>
                    <a:pt x="2981493" y="707487"/>
                    <a:pt x="2981493" y="588665"/>
                  </a:cubicBezTo>
                  <a:cubicBezTo>
                    <a:pt x="2981493" y="469843"/>
                    <a:pt x="3062862" y="382088"/>
                    <a:pt x="3173917" y="382088"/>
                  </a:cubicBezTo>
                  <a:cubicBezTo>
                    <a:pt x="3284971" y="382088"/>
                    <a:pt x="3366340" y="469843"/>
                    <a:pt x="3366340" y="588665"/>
                  </a:cubicBezTo>
                  <a:cubicBezTo>
                    <a:pt x="3366340" y="707487"/>
                    <a:pt x="3284971" y="795242"/>
                    <a:pt x="3173917" y="795242"/>
                  </a:cubicBezTo>
                  <a:moveTo>
                    <a:pt x="3366340" y="258248"/>
                  </a:moveTo>
                  <a:lnTo>
                    <a:pt x="3366340" y="367996"/>
                  </a:lnTo>
                  <a:cubicBezTo>
                    <a:pt x="3322452" y="284084"/>
                    <a:pt x="3246209" y="240206"/>
                    <a:pt x="3144231" y="240206"/>
                  </a:cubicBezTo>
                  <a:cubicBezTo>
                    <a:pt x="2971242" y="240206"/>
                    <a:pt x="2829220" y="386038"/>
                    <a:pt x="2829220" y="588772"/>
                  </a:cubicBezTo>
                  <a:cubicBezTo>
                    <a:pt x="2829220" y="791506"/>
                    <a:pt x="2971242" y="937338"/>
                    <a:pt x="3144231" y="937338"/>
                  </a:cubicBezTo>
                  <a:cubicBezTo>
                    <a:pt x="3246209" y="937338"/>
                    <a:pt x="3322452" y="893460"/>
                    <a:pt x="3366340" y="809548"/>
                  </a:cubicBezTo>
                  <a:lnTo>
                    <a:pt x="3366340" y="919295"/>
                  </a:lnTo>
                  <a:lnTo>
                    <a:pt x="3513594" y="919295"/>
                  </a:lnTo>
                  <a:lnTo>
                    <a:pt x="3513594" y="258355"/>
                  </a:lnTo>
                  <a:lnTo>
                    <a:pt x="3366340" y="258355"/>
                  </a:lnTo>
                  <a:close/>
                  <a:moveTo>
                    <a:pt x="2188735" y="919189"/>
                  </a:moveTo>
                  <a:lnTo>
                    <a:pt x="2335882" y="919189"/>
                  </a:lnTo>
                  <a:lnTo>
                    <a:pt x="2335882" y="526746"/>
                  </a:lnTo>
                  <a:cubicBezTo>
                    <a:pt x="2335882" y="424791"/>
                    <a:pt x="2390128" y="369277"/>
                    <a:pt x="2472778" y="369277"/>
                  </a:cubicBezTo>
                  <a:cubicBezTo>
                    <a:pt x="2555429" y="369277"/>
                    <a:pt x="2601879" y="424791"/>
                    <a:pt x="2601879" y="515109"/>
                  </a:cubicBezTo>
                  <a:lnTo>
                    <a:pt x="2601879" y="919189"/>
                  </a:lnTo>
                  <a:lnTo>
                    <a:pt x="2749133" y="919189"/>
                  </a:lnTo>
                  <a:lnTo>
                    <a:pt x="2749133" y="489273"/>
                  </a:lnTo>
                  <a:cubicBezTo>
                    <a:pt x="2749133" y="318887"/>
                    <a:pt x="2657407" y="240100"/>
                    <a:pt x="2533538" y="240100"/>
                  </a:cubicBezTo>
                  <a:cubicBezTo>
                    <a:pt x="2431560" y="240100"/>
                    <a:pt x="2364394" y="290489"/>
                    <a:pt x="2335989" y="346004"/>
                  </a:cubicBezTo>
                  <a:lnTo>
                    <a:pt x="2335989" y="15480"/>
                  </a:lnTo>
                  <a:lnTo>
                    <a:pt x="2188842" y="15480"/>
                  </a:lnTo>
                  <a:lnTo>
                    <a:pt x="2188842" y="919189"/>
                  </a:lnTo>
                  <a:close/>
                  <a:moveTo>
                    <a:pt x="2090601" y="921751"/>
                  </a:moveTo>
                  <a:lnTo>
                    <a:pt x="2090601" y="797805"/>
                  </a:lnTo>
                  <a:cubicBezTo>
                    <a:pt x="2073836" y="800367"/>
                    <a:pt x="2050558" y="801648"/>
                    <a:pt x="2035074" y="801648"/>
                  </a:cubicBezTo>
                  <a:cubicBezTo>
                    <a:pt x="1962782" y="801648"/>
                    <a:pt x="1929145" y="764176"/>
                    <a:pt x="1929145" y="694463"/>
                  </a:cubicBezTo>
                  <a:lnTo>
                    <a:pt x="1929145" y="384650"/>
                  </a:lnTo>
                  <a:lnTo>
                    <a:pt x="2090601" y="384650"/>
                  </a:lnTo>
                  <a:lnTo>
                    <a:pt x="2090601" y="258142"/>
                  </a:lnTo>
                  <a:lnTo>
                    <a:pt x="1929145" y="258142"/>
                  </a:lnTo>
                  <a:lnTo>
                    <a:pt x="1929145" y="67044"/>
                  </a:lnTo>
                  <a:lnTo>
                    <a:pt x="1781891" y="112203"/>
                  </a:lnTo>
                  <a:lnTo>
                    <a:pt x="1781891" y="258035"/>
                  </a:lnTo>
                  <a:lnTo>
                    <a:pt x="1654072" y="258035"/>
                  </a:lnTo>
                  <a:lnTo>
                    <a:pt x="1654072" y="384543"/>
                  </a:lnTo>
                  <a:lnTo>
                    <a:pt x="1781891" y="384543"/>
                  </a:lnTo>
                  <a:lnTo>
                    <a:pt x="1781891" y="708555"/>
                  </a:lnTo>
                  <a:cubicBezTo>
                    <a:pt x="1781891" y="851824"/>
                    <a:pt x="1860697" y="933174"/>
                    <a:pt x="1994923" y="933174"/>
                  </a:cubicBezTo>
                  <a:cubicBezTo>
                    <a:pt x="2032404" y="933174"/>
                    <a:pt x="2065934" y="929331"/>
                    <a:pt x="2090494" y="921537"/>
                  </a:cubicBezTo>
                  <a:moveTo>
                    <a:pt x="1293892" y="795242"/>
                  </a:moveTo>
                  <a:cubicBezTo>
                    <a:pt x="1182837" y="795242"/>
                    <a:pt x="1101469" y="707487"/>
                    <a:pt x="1101469" y="588665"/>
                  </a:cubicBezTo>
                  <a:cubicBezTo>
                    <a:pt x="1101469" y="469843"/>
                    <a:pt x="1182837" y="382088"/>
                    <a:pt x="1293892" y="382088"/>
                  </a:cubicBezTo>
                  <a:cubicBezTo>
                    <a:pt x="1404946" y="382088"/>
                    <a:pt x="1486315" y="469843"/>
                    <a:pt x="1486315" y="588665"/>
                  </a:cubicBezTo>
                  <a:cubicBezTo>
                    <a:pt x="1486315" y="707487"/>
                    <a:pt x="1404946" y="795242"/>
                    <a:pt x="1293892" y="795242"/>
                  </a:cubicBezTo>
                  <a:moveTo>
                    <a:pt x="1293892" y="937231"/>
                  </a:moveTo>
                  <a:cubicBezTo>
                    <a:pt x="1490160" y="937231"/>
                    <a:pt x="1638695" y="791399"/>
                    <a:pt x="1638695" y="588665"/>
                  </a:cubicBezTo>
                  <a:cubicBezTo>
                    <a:pt x="1638695" y="385931"/>
                    <a:pt x="1490160" y="240100"/>
                    <a:pt x="1293892" y="240100"/>
                  </a:cubicBezTo>
                  <a:cubicBezTo>
                    <a:pt x="1097625" y="240100"/>
                    <a:pt x="949089" y="385931"/>
                    <a:pt x="949089" y="588665"/>
                  </a:cubicBezTo>
                  <a:cubicBezTo>
                    <a:pt x="949089" y="791399"/>
                    <a:pt x="1097625" y="937231"/>
                    <a:pt x="1293892" y="937231"/>
                  </a:cubicBezTo>
                  <a:moveTo>
                    <a:pt x="454576" y="0"/>
                  </a:moveTo>
                  <a:cubicBezTo>
                    <a:pt x="194986" y="0"/>
                    <a:pt x="0" y="196222"/>
                    <a:pt x="0" y="468669"/>
                  </a:cubicBezTo>
                  <a:cubicBezTo>
                    <a:pt x="0" y="741116"/>
                    <a:pt x="194986" y="937338"/>
                    <a:pt x="435141" y="937338"/>
                  </a:cubicBezTo>
                  <a:cubicBezTo>
                    <a:pt x="546196" y="937338"/>
                    <a:pt x="650737" y="885667"/>
                    <a:pt x="711496" y="803036"/>
                  </a:cubicBezTo>
                  <a:lnTo>
                    <a:pt x="711496" y="919189"/>
                  </a:lnTo>
                  <a:lnTo>
                    <a:pt x="861313" y="919189"/>
                  </a:lnTo>
                  <a:lnTo>
                    <a:pt x="861313" y="444114"/>
                  </a:lnTo>
                  <a:lnTo>
                    <a:pt x="470060" y="444114"/>
                  </a:lnTo>
                  <a:lnTo>
                    <a:pt x="470060" y="591334"/>
                  </a:lnTo>
                  <a:lnTo>
                    <a:pt x="698576" y="591334"/>
                  </a:lnTo>
                  <a:cubicBezTo>
                    <a:pt x="676579" y="702363"/>
                    <a:pt x="578445" y="779869"/>
                    <a:pt x="454470" y="779869"/>
                  </a:cubicBezTo>
                  <a:cubicBezTo>
                    <a:pt x="291732" y="779869"/>
                    <a:pt x="175552" y="648236"/>
                    <a:pt x="175552" y="468776"/>
                  </a:cubicBezTo>
                  <a:cubicBezTo>
                    <a:pt x="175552" y="289315"/>
                    <a:pt x="291732" y="157682"/>
                    <a:pt x="454470" y="157682"/>
                  </a:cubicBezTo>
                  <a:cubicBezTo>
                    <a:pt x="570649" y="157682"/>
                    <a:pt x="654581" y="215759"/>
                    <a:pt x="699857" y="298389"/>
                  </a:cubicBezTo>
                  <a:lnTo>
                    <a:pt x="839316" y="205403"/>
                  </a:lnTo>
                  <a:cubicBezTo>
                    <a:pt x="770868" y="76332"/>
                    <a:pt x="626284" y="107"/>
                    <a:pt x="454470" y="107"/>
                  </a:cubicBezTo>
                </a:path>
              </a:pathLst>
            </a:custGeom>
            <a:grpFill/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solidFill>
                  <a:schemeClr val="bg1"/>
                </a:solidFill>
                <a:latin typeface="BarmeniaGothaer Offc" panose="020B0503020204020204" pitchFamily="34" charset="0"/>
              </a:endParaRPr>
            </a:p>
          </p:txBody>
        </p:sp>
        <p:sp>
          <p:nvSpPr>
            <p:cNvPr id="42" name="Freihandform 41">
              <a:extLst>
                <a:ext uri="{FF2B5EF4-FFF2-40B4-BE49-F238E27FC236}">
                  <a16:creationId xmlns:a16="http://schemas.microsoft.com/office/drawing/2014/main" id="{7DD08E80-73E1-D920-65C2-14F61E75A2B9}"/>
                </a:ext>
              </a:extLst>
            </p:cNvPr>
            <p:cNvSpPr/>
            <p:nvPr/>
          </p:nvSpPr>
          <p:spPr>
            <a:xfrm>
              <a:off x="1768255" y="-1865975"/>
              <a:ext cx="1032722" cy="182257"/>
            </a:xfrm>
            <a:custGeom>
              <a:avLst/>
              <a:gdLst>
                <a:gd name="connsiteX0" fmla="*/ 5023081 w 5362651"/>
                <a:gd name="connsiteY0" fmla="*/ 804316 h 946411"/>
                <a:gd name="connsiteX1" fmla="*/ 4830658 w 5362651"/>
                <a:gd name="connsiteY1" fmla="*/ 597740 h 946411"/>
                <a:gd name="connsiteX2" fmla="*/ 5023081 w 5362651"/>
                <a:gd name="connsiteY2" fmla="*/ 391162 h 946411"/>
                <a:gd name="connsiteX3" fmla="*/ 5215504 w 5362651"/>
                <a:gd name="connsiteY3" fmla="*/ 597740 h 946411"/>
                <a:gd name="connsiteX4" fmla="*/ 5023081 w 5362651"/>
                <a:gd name="connsiteY4" fmla="*/ 804316 h 946411"/>
                <a:gd name="connsiteX5" fmla="*/ 5215504 w 5362651"/>
                <a:gd name="connsiteY5" fmla="*/ 267323 h 946411"/>
                <a:gd name="connsiteX6" fmla="*/ 5215504 w 5362651"/>
                <a:gd name="connsiteY6" fmla="*/ 377070 h 946411"/>
                <a:gd name="connsiteX7" fmla="*/ 4993395 w 5362651"/>
                <a:gd name="connsiteY7" fmla="*/ 249280 h 946411"/>
                <a:gd name="connsiteX8" fmla="*/ 4678278 w 5362651"/>
                <a:gd name="connsiteY8" fmla="*/ 597846 h 946411"/>
                <a:gd name="connsiteX9" fmla="*/ 4993395 w 5362651"/>
                <a:gd name="connsiteY9" fmla="*/ 946412 h 946411"/>
                <a:gd name="connsiteX10" fmla="*/ 5215504 w 5362651"/>
                <a:gd name="connsiteY10" fmla="*/ 818622 h 946411"/>
                <a:gd name="connsiteX11" fmla="*/ 5215504 w 5362651"/>
                <a:gd name="connsiteY11" fmla="*/ 928370 h 946411"/>
                <a:gd name="connsiteX12" fmla="*/ 5362651 w 5362651"/>
                <a:gd name="connsiteY12" fmla="*/ 928370 h 946411"/>
                <a:gd name="connsiteX13" fmla="*/ 5362651 w 5362651"/>
                <a:gd name="connsiteY13" fmla="*/ 267429 h 946411"/>
                <a:gd name="connsiteX14" fmla="*/ 5215504 w 5362651"/>
                <a:gd name="connsiteY14" fmla="*/ 267429 h 946411"/>
                <a:gd name="connsiteX15" fmla="*/ 4611218 w 5362651"/>
                <a:gd name="connsiteY15" fmla="*/ 91705 h 946411"/>
                <a:gd name="connsiteX16" fmla="*/ 4519492 w 5362651"/>
                <a:gd name="connsiteY16" fmla="*/ 183411 h 946411"/>
                <a:gd name="connsiteX17" fmla="*/ 4427765 w 5362651"/>
                <a:gd name="connsiteY17" fmla="*/ 91705 h 946411"/>
                <a:gd name="connsiteX18" fmla="*/ 4519492 w 5362651"/>
                <a:gd name="connsiteY18" fmla="*/ 0 h 946411"/>
                <a:gd name="connsiteX19" fmla="*/ 4611218 w 5362651"/>
                <a:gd name="connsiteY19" fmla="*/ 91705 h 946411"/>
                <a:gd name="connsiteX20" fmla="*/ 4445918 w 5362651"/>
                <a:gd name="connsiteY20" fmla="*/ 928263 h 946411"/>
                <a:gd name="connsiteX21" fmla="*/ 4593172 w 5362651"/>
                <a:gd name="connsiteY21" fmla="*/ 928263 h 946411"/>
                <a:gd name="connsiteX22" fmla="*/ 4593172 w 5362651"/>
                <a:gd name="connsiteY22" fmla="*/ 267323 h 946411"/>
                <a:gd name="connsiteX23" fmla="*/ 4445918 w 5362651"/>
                <a:gd name="connsiteY23" fmla="*/ 267323 h 946411"/>
                <a:gd name="connsiteX24" fmla="*/ 4445918 w 5362651"/>
                <a:gd name="connsiteY24" fmla="*/ 928263 h 946411"/>
                <a:gd name="connsiteX25" fmla="*/ 3777028 w 5362651"/>
                <a:gd name="connsiteY25" fmla="*/ 928263 h 946411"/>
                <a:gd name="connsiteX26" fmla="*/ 3924176 w 5362651"/>
                <a:gd name="connsiteY26" fmla="*/ 928263 h 946411"/>
                <a:gd name="connsiteX27" fmla="*/ 3924176 w 5362651"/>
                <a:gd name="connsiteY27" fmla="*/ 535820 h 946411"/>
                <a:gd name="connsiteX28" fmla="*/ 4061071 w 5362651"/>
                <a:gd name="connsiteY28" fmla="*/ 378351 h 946411"/>
                <a:gd name="connsiteX29" fmla="*/ 4190172 w 5362651"/>
                <a:gd name="connsiteY29" fmla="*/ 524183 h 946411"/>
                <a:gd name="connsiteX30" fmla="*/ 4190172 w 5362651"/>
                <a:gd name="connsiteY30" fmla="*/ 928263 h 946411"/>
                <a:gd name="connsiteX31" fmla="*/ 4337426 w 5362651"/>
                <a:gd name="connsiteY31" fmla="*/ 928263 h 946411"/>
                <a:gd name="connsiteX32" fmla="*/ 4337426 w 5362651"/>
                <a:gd name="connsiteY32" fmla="*/ 498348 h 946411"/>
                <a:gd name="connsiteX33" fmla="*/ 4121831 w 5362651"/>
                <a:gd name="connsiteY33" fmla="*/ 249174 h 946411"/>
                <a:gd name="connsiteX34" fmla="*/ 3924282 w 5362651"/>
                <a:gd name="connsiteY34" fmla="*/ 355078 h 946411"/>
                <a:gd name="connsiteX35" fmla="*/ 3924282 w 5362651"/>
                <a:gd name="connsiteY35" fmla="*/ 267323 h 946411"/>
                <a:gd name="connsiteX36" fmla="*/ 3777135 w 5362651"/>
                <a:gd name="connsiteY36" fmla="*/ 267323 h 946411"/>
                <a:gd name="connsiteX37" fmla="*/ 3777135 w 5362651"/>
                <a:gd name="connsiteY37" fmla="*/ 928263 h 946411"/>
                <a:gd name="connsiteX38" fmla="*/ 3199865 w 5362651"/>
                <a:gd name="connsiteY38" fmla="*/ 526745 h 946411"/>
                <a:gd name="connsiteX39" fmla="*/ 3371573 w 5362651"/>
                <a:gd name="connsiteY39" fmla="*/ 383476 h 946411"/>
                <a:gd name="connsiteX40" fmla="*/ 3540717 w 5362651"/>
                <a:gd name="connsiteY40" fmla="*/ 526745 h 946411"/>
                <a:gd name="connsiteX41" fmla="*/ 3199865 w 5362651"/>
                <a:gd name="connsiteY41" fmla="*/ 526745 h 946411"/>
                <a:gd name="connsiteX42" fmla="*/ 3044923 w 5362651"/>
                <a:gd name="connsiteY42" fmla="*/ 597740 h 946411"/>
                <a:gd name="connsiteX43" fmla="*/ 3383212 w 5362651"/>
                <a:gd name="connsiteY43" fmla="*/ 946305 h 946411"/>
                <a:gd name="connsiteX44" fmla="*/ 3671206 w 5362651"/>
                <a:gd name="connsiteY44" fmla="*/ 797804 h 946411"/>
                <a:gd name="connsiteX45" fmla="*/ 3570509 w 5362651"/>
                <a:gd name="connsiteY45" fmla="*/ 712611 h 946411"/>
                <a:gd name="connsiteX46" fmla="*/ 3383318 w 5362651"/>
                <a:gd name="connsiteY46" fmla="*/ 812003 h 946411"/>
                <a:gd name="connsiteX47" fmla="*/ 3196127 w 5362651"/>
                <a:gd name="connsiteY47" fmla="*/ 645460 h 946411"/>
                <a:gd name="connsiteX48" fmla="*/ 3690640 w 5362651"/>
                <a:gd name="connsiteY48" fmla="*/ 645460 h 946411"/>
                <a:gd name="connsiteX49" fmla="*/ 3694485 w 5362651"/>
                <a:gd name="connsiteY49" fmla="*/ 591227 h 946411"/>
                <a:gd name="connsiteX50" fmla="*/ 3371679 w 5362651"/>
                <a:gd name="connsiteY50" fmla="*/ 249174 h 946411"/>
                <a:gd name="connsiteX51" fmla="*/ 3044923 w 5362651"/>
                <a:gd name="connsiteY51" fmla="*/ 597740 h 946411"/>
                <a:gd name="connsiteX52" fmla="*/ 2032511 w 5362651"/>
                <a:gd name="connsiteY52" fmla="*/ 928263 h 946411"/>
                <a:gd name="connsiteX53" fmla="*/ 2179765 w 5362651"/>
                <a:gd name="connsiteY53" fmla="*/ 928263 h 946411"/>
                <a:gd name="connsiteX54" fmla="*/ 2179765 w 5362651"/>
                <a:gd name="connsiteY54" fmla="*/ 535820 h 946411"/>
                <a:gd name="connsiteX55" fmla="*/ 2306304 w 5362651"/>
                <a:gd name="connsiteY55" fmla="*/ 378351 h 946411"/>
                <a:gd name="connsiteX56" fmla="*/ 2425153 w 5362651"/>
                <a:gd name="connsiteY56" fmla="*/ 524183 h 946411"/>
                <a:gd name="connsiteX57" fmla="*/ 2425153 w 5362651"/>
                <a:gd name="connsiteY57" fmla="*/ 928263 h 946411"/>
                <a:gd name="connsiteX58" fmla="*/ 2572300 w 5362651"/>
                <a:gd name="connsiteY58" fmla="*/ 928263 h 946411"/>
                <a:gd name="connsiteX59" fmla="*/ 2572300 w 5362651"/>
                <a:gd name="connsiteY59" fmla="*/ 521621 h 946411"/>
                <a:gd name="connsiteX60" fmla="*/ 2698839 w 5362651"/>
                <a:gd name="connsiteY60" fmla="*/ 378351 h 946411"/>
                <a:gd name="connsiteX61" fmla="*/ 2817688 w 5362651"/>
                <a:gd name="connsiteY61" fmla="*/ 524183 h 946411"/>
                <a:gd name="connsiteX62" fmla="*/ 2817688 w 5362651"/>
                <a:gd name="connsiteY62" fmla="*/ 928263 h 946411"/>
                <a:gd name="connsiteX63" fmla="*/ 2964942 w 5362651"/>
                <a:gd name="connsiteY63" fmla="*/ 928263 h 946411"/>
                <a:gd name="connsiteX64" fmla="*/ 2964942 w 5362651"/>
                <a:gd name="connsiteY64" fmla="*/ 498348 h 946411"/>
                <a:gd name="connsiteX65" fmla="*/ 2746677 w 5362651"/>
                <a:gd name="connsiteY65" fmla="*/ 249174 h 946411"/>
                <a:gd name="connsiteX66" fmla="*/ 2547847 w 5362651"/>
                <a:gd name="connsiteY66" fmla="*/ 362764 h 946411"/>
                <a:gd name="connsiteX67" fmla="*/ 2367063 w 5362651"/>
                <a:gd name="connsiteY67" fmla="*/ 249174 h 946411"/>
                <a:gd name="connsiteX68" fmla="*/ 2179872 w 5362651"/>
                <a:gd name="connsiteY68" fmla="*/ 355078 h 946411"/>
                <a:gd name="connsiteX69" fmla="*/ 2179872 w 5362651"/>
                <a:gd name="connsiteY69" fmla="*/ 267323 h 946411"/>
                <a:gd name="connsiteX70" fmla="*/ 2032618 w 5362651"/>
                <a:gd name="connsiteY70" fmla="*/ 267323 h 946411"/>
                <a:gd name="connsiteX71" fmla="*/ 2032618 w 5362651"/>
                <a:gd name="connsiteY71" fmla="*/ 928263 h 946411"/>
                <a:gd name="connsiteX72" fmla="*/ 1612854 w 5362651"/>
                <a:gd name="connsiteY72" fmla="*/ 928263 h 946411"/>
                <a:gd name="connsiteX73" fmla="*/ 1760107 w 5362651"/>
                <a:gd name="connsiteY73" fmla="*/ 928263 h 946411"/>
                <a:gd name="connsiteX74" fmla="*/ 1760107 w 5362651"/>
                <a:gd name="connsiteY74" fmla="*/ 568061 h 946411"/>
                <a:gd name="connsiteX75" fmla="*/ 1922845 w 5362651"/>
                <a:gd name="connsiteY75" fmla="*/ 408030 h 946411"/>
                <a:gd name="connsiteX76" fmla="*/ 1955093 w 5362651"/>
                <a:gd name="connsiteY76" fmla="*/ 408030 h 946411"/>
                <a:gd name="connsiteX77" fmla="*/ 1955093 w 5362651"/>
                <a:gd name="connsiteY77" fmla="*/ 255686 h 946411"/>
                <a:gd name="connsiteX78" fmla="*/ 1940891 w 5362651"/>
                <a:gd name="connsiteY78" fmla="*/ 255686 h 946411"/>
                <a:gd name="connsiteX79" fmla="*/ 1760107 w 5362651"/>
                <a:gd name="connsiteY79" fmla="*/ 387426 h 946411"/>
                <a:gd name="connsiteX80" fmla="*/ 1760107 w 5362651"/>
                <a:gd name="connsiteY80" fmla="*/ 267323 h 946411"/>
                <a:gd name="connsiteX81" fmla="*/ 1612854 w 5362651"/>
                <a:gd name="connsiteY81" fmla="*/ 267323 h 946411"/>
                <a:gd name="connsiteX82" fmla="*/ 1612854 w 5362651"/>
                <a:gd name="connsiteY82" fmla="*/ 928263 h 946411"/>
                <a:gd name="connsiteX83" fmla="*/ 1159666 w 5362651"/>
                <a:gd name="connsiteY83" fmla="*/ 804316 h 946411"/>
                <a:gd name="connsiteX84" fmla="*/ 967242 w 5362651"/>
                <a:gd name="connsiteY84" fmla="*/ 597740 h 946411"/>
                <a:gd name="connsiteX85" fmla="*/ 1159666 w 5362651"/>
                <a:gd name="connsiteY85" fmla="*/ 391162 h 946411"/>
                <a:gd name="connsiteX86" fmla="*/ 1352089 w 5362651"/>
                <a:gd name="connsiteY86" fmla="*/ 597740 h 946411"/>
                <a:gd name="connsiteX87" fmla="*/ 1159666 w 5362651"/>
                <a:gd name="connsiteY87" fmla="*/ 804316 h 946411"/>
                <a:gd name="connsiteX88" fmla="*/ 1351982 w 5362651"/>
                <a:gd name="connsiteY88" fmla="*/ 267323 h 946411"/>
                <a:gd name="connsiteX89" fmla="*/ 1351982 w 5362651"/>
                <a:gd name="connsiteY89" fmla="*/ 377070 h 946411"/>
                <a:gd name="connsiteX90" fmla="*/ 1129873 w 5362651"/>
                <a:gd name="connsiteY90" fmla="*/ 249280 h 946411"/>
                <a:gd name="connsiteX91" fmla="*/ 814756 w 5362651"/>
                <a:gd name="connsiteY91" fmla="*/ 597846 h 946411"/>
                <a:gd name="connsiteX92" fmla="*/ 1129873 w 5362651"/>
                <a:gd name="connsiteY92" fmla="*/ 946412 h 946411"/>
                <a:gd name="connsiteX93" fmla="*/ 1351982 w 5362651"/>
                <a:gd name="connsiteY93" fmla="*/ 818622 h 946411"/>
                <a:gd name="connsiteX94" fmla="*/ 1351982 w 5362651"/>
                <a:gd name="connsiteY94" fmla="*/ 928370 h 946411"/>
                <a:gd name="connsiteX95" fmla="*/ 1499129 w 5362651"/>
                <a:gd name="connsiteY95" fmla="*/ 928370 h 946411"/>
                <a:gd name="connsiteX96" fmla="*/ 1499129 w 5362651"/>
                <a:gd name="connsiteY96" fmla="*/ 267429 h 946411"/>
                <a:gd name="connsiteX97" fmla="*/ 1351982 w 5362651"/>
                <a:gd name="connsiteY97" fmla="*/ 267429 h 946411"/>
                <a:gd name="connsiteX98" fmla="*/ 418376 w 5362651"/>
                <a:gd name="connsiteY98" fmla="*/ 386038 h 946411"/>
                <a:gd name="connsiteX99" fmla="*/ 167863 w 5362651"/>
                <a:gd name="connsiteY99" fmla="*/ 386038 h 946411"/>
                <a:gd name="connsiteX100" fmla="*/ 167863 w 5362651"/>
                <a:gd name="connsiteY100" fmla="*/ 176898 h 946411"/>
                <a:gd name="connsiteX101" fmla="*/ 418376 w 5362651"/>
                <a:gd name="connsiteY101" fmla="*/ 176898 h 946411"/>
                <a:gd name="connsiteX102" fmla="*/ 544915 w 5362651"/>
                <a:gd name="connsiteY102" fmla="*/ 281415 h 946411"/>
                <a:gd name="connsiteX103" fmla="*/ 418376 w 5362651"/>
                <a:gd name="connsiteY103" fmla="*/ 386038 h 946411"/>
                <a:gd name="connsiteX104" fmla="*/ 426172 w 5362651"/>
                <a:gd name="connsiteY104" fmla="*/ 775919 h 946411"/>
                <a:gd name="connsiteX105" fmla="*/ 167863 w 5362651"/>
                <a:gd name="connsiteY105" fmla="*/ 775919 h 946411"/>
                <a:gd name="connsiteX106" fmla="*/ 167863 w 5362651"/>
                <a:gd name="connsiteY106" fmla="*/ 538382 h 946411"/>
                <a:gd name="connsiteX107" fmla="*/ 426172 w 5362651"/>
                <a:gd name="connsiteY107" fmla="*/ 538382 h 946411"/>
                <a:gd name="connsiteX108" fmla="*/ 566912 w 5362651"/>
                <a:gd name="connsiteY108" fmla="*/ 657204 h 946411"/>
                <a:gd name="connsiteX109" fmla="*/ 426172 w 5362651"/>
                <a:gd name="connsiteY109" fmla="*/ 776026 h 946411"/>
                <a:gd name="connsiteX110" fmla="*/ 0 w 5362651"/>
                <a:gd name="connsiteY110" fmla="*/ 928263 h 946411"/>
                <a:gd name="connsiteX111" fmla="*/ 445500 w 5362651"/>
                <a:gd name="connsiteY111" fmla="*/ 928263 h 946411"/>
                <a:gd name="connsiteX112" fmla="*/ 742464 w 5362651"/>
                <a:gd name="connsiteY112" fmla="*/ 673965 h 946411"/>
                <a:gd name="connsiteX113" fmla="*/ 584959 w 5362651"/>
                <a:gd name="connsiteY113" fmla="*/ 458420 h 946411"/>
                <a:gd name="connsiteX114" fmla="*/ 720573 w 5362651"/>
                <a:gd name="connsiteY114" fmla="*/ 259636 h 946411"/>
                <a:gd name="connsiteX115" fmla="*/ 441656 w 5362651"/>
                <a:gd name="connsiteY115" fmla="*/ 24661 h 946411"/>
                <a:gd name="connsiteX116" fmla="*/ 0 w 5362651"/>
                <a:gd name="connsiteY116" fmla="*/ 24661 h 946411"/>
                <a:gd name="connsiteX117" fmla="*/ 0 w 5362651"/>
                <a:gd name="connsiteY117" fmla="*/ 928370 h 946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5362651" h="946411">
                  <a:moveTo>
                    <a:pt x="5023081" y="804316"/>
                  </a:moveTo>
                  <a:cubicBezTo>
                    <a:pt x="4912026" y="804316"/>
                    <a:pt x="4830658" y="716561"/>
                    <a:pt x="4830658" y="597740"/>
                  </a:cubicBezTo>
                  <a:cubicBezTo>
                    <a:pt x="4830658" y="478918"/>
                    <a:pt x="4912026" y="391162"/>
                    <a:pt x="5023081" y="391162"/>
                  </a:cubicBezTo>
                  <a:cubicBezTo>
                    <a:pt x="5134136" y="391162"/>
                    <a:pt x="5215504" y="478918"/>
                    <a:pt x="5215504" y="597740"/>
                  </a:cubicBezTo>
                  <a:cubicBezTo>
                    <a:pt x="5215504" y="716561"/>
                    <a:pt x="5134136" y="804316"/>
                    <a:pt x="5023081" y="804316"/>
                  </a:cubicBezTo>
                  <a:moveTo>
                    <a:pt x="5215504" y="267323"/>
                  </a:moveTo>
                  <a:lnTo>
                    <a:pt x="5215504" y="377070"/>
                  </a:lnTo>
                  <a:cubicBezTo>
                    <a:pt x="5171616" y="293158"/>
                    <a:pt x="5095373" y="249280"/>
                    <a:pt x="4993395" y="249280"/>
                  </a:cubicBezTo>
                  <a:cubicBezTo>
                    <a:pt x="4820407" y="249280"/>
                    <a:pt x="4678278" y="395112"/>
                    <a:pt x="4678278" y="597846"/>
                  </a:cubicBezTo>
                  <a:cubicBezTo>
                    <a:pt x="4678278" y="800580"/>
                    <a:pt x="4820300" y="946412"/>
                    <a:pt x="4993395" y="946412"/>
                  </a:cubicBezTo>
                  <a:cubicBezTo>
                    <a:pt x="5095373" y="946412"/>
                    <a:pt x="5171616" y="902534"/>
                    <a:pt x="5215504" y="818622"/>
                  </a:cubicBezTo>
                  <a:lnTo>
                    <a:pt x="5215504" y="928370"/>
                  </a:lnTo>
                  <a:lnTo>
                    <a:pt x="5362651" y="928370"/>
                  </a:lnTo>
                  <a:lnTo>
                    <a:pt x="5362651" y="267429"/>
                  </a:lnTo>
                  <a:lnTo>
                    <a:pt x="5215504" y="267429"/>
                  </a:lnTo>
                  <a:close/>
                  <a:moveTo>
                    <a:pt x="4611218" y="91705"/>
                  </a:moveTo>
                  <a:cubicBezTo>
                    <a:pt x="4611218" y="142095"/>
                    <a:pt x="4569893" y="183411"/>
                    <a:pt x="4519492" y="183411"/>
                  </a:cubicBezTo>
                  <a:cubicBezTo>
                    <a:pt x="4469090" y="183411"/>
                    <a:pt x="4427765" y="142095"/>
                    <a:pt x="4427765" y="91705"/>
                  </a:cubicBezTo>
                  <a:cubicBezTo>
                    <a:pt x="4427765" y="41315"/>
                    <a:pt x="4469090" y="0"/>
                    <a:pt x="4519492" y="0"/>
                  </a:cubicBezTo>
                  <a:cubicBezTo>
                    <a:pt x="4569893" y="0"/>
                    <a:pt x="4611218" y="41315"/>
                    <a:pt x="4611218" y="91705"/>
                  </a:cubicBezTo>
                  <a:moveTo>
                    <a:pt x="4445918" y="928263"/>
                  </a:moveTo>
                  <a:lnTo>
                    <a:pt x="4593172" y="928263"/>
                  </a:lnTo>
                  <a:lnTo>
                    <a:pt x="4593172" y="267323"/>
                  </a:lnTo>
                  <a:lnTo>
                    <a:pt x="4445918" y="267323"/>
                  </a:lnTo>
                  <a:lnTo>
                    <a:pt x="4445918" y="928263"/>
                  </a:lnTo>
                  <a:close/>
                  <a:moveTo>
                    <a:pt x="3777028" y="928263"/>
                  </a:moveTo>
                  <a:lnTo>
                    <a:pt x="3924176" y="928263"/>
                  </a:lnTo>
                  <a:lnTo>
                    <a:pt x="3924176" y="535820"/>
                  </a:lnTo>
                  <a:cubicBezTo>
                    <a:pt x="3924176" y="433866"/>
                    <a:pt x="3978421" y="378351"/>
                    <a:pt x="4061071" y="378351"/>
                  </a:cubicBezTo>
                  <a:cubicBezTo>
                    <a:pt x="4143722" y="378351"/>
                    <a:pt x="4190172" y="433866"/>
                    <a:pt x="4190172" y="524183"/>
                  </a:cubicBezTo>
                  <a:lnTo>
                    <a:pt x="4190172" y="928263"/>
                  </a:lnTo>
                  <a:lnTo>
                    <a:pt x="4337426" y="928263"/>
                  </a:lnTo>
                  <a:lnTo>
                    <a:pt x="4337426" y="498348"/>
                  </a:lnTo>
                  <a:cubicBezTo>
                    <a:pt x="4337426" y="327961"/>
                    <a:pt x="4245700" y="249174"/>
                    <a:pt x="4121831" y="249174"/>
                  </a:cubicBezTo>
                  <a:cubicBezTo>
                    <a:pt x="4019853" y="249174"/>
                    <a:pt x="3952686" y="299563"/>
                    <a:pt x="3924282" y="355078"/>
                  </a:cubicBezTo>
                  <a:lnTo>
                    <a:pt x="3924282" y="267323"/>
                  </a:lnTo>
                  <a:lnTo>
                    <a:pt x="3777135" y="267323"/>
                  </a:lnTo>
                  <a:lnTo>
                    <a:pt x="3777135" y="928263"/>
                  </a:lnTo>
                  <a:close/>
                  <a:moveTo>
                    <a:pt x="3199865" y="526745"/>
                  </a:moveTo>
                  <a:cubicBezTo>
                    <a:pt x="3220474" y="437709"/>
                    <a:pt x="3283796" y="383476"/>
                    <a:pt x="3371573" y="383476"/>
                  </a:cubicBezTo>
                  <a:cubicBezTo>
                    <a:pt x="3454223" y="383476"/>
                    <a:pt x="3521389" y="432584"/>
                    <a:pt x="3540717" y="526745"/>
                  </a:cubicBezTo>
                  <a:lnTo>
                    <a:pt x="3199865" y="526745"/>
                  </a:lnTo>
                  <a:close/>
                  <a:moveTo>
                    <a:pt x="3044923" y="597740"/>
                  </a:moveTo>
                  <a:cubicBezTo>
                    <a:pt x="3044923" y="799085"/>
                    <a:pt x="3188225" y="946305"/>
                    <a:pt x="3383212" y="946305"/>
                  </a:cubicBezTo>
                  <a:cubicBezTo>
                    <a:pt x="3503343" y="946305"/>
                    <a:pt x="3616960" y="886948"/>
                    <a:pt x="3671206" y="797804"/>
                  </a:cubicBezTo>
                  <a:lnTo>
                    <a:pt x="3570509" y="712611"/>
                  </a:lnTo>
                  <a:cubicBezTo>
                    <a:pt x="3533029" y="774531"/>
                    <a:pt x="3463299" y="812003"/>
                    <a:pt x="3383318" y="812003"/>
                  </a:cubicBezTo>
                  <a:cubicBezTo>
                    <a:pt x="3286466" y="812003"/>
                    <a:pt x="3214174" y="746133"/>
                    <a:pt x="3196127" y="645460"/>
                  </a:cubicBezTo>
                  <a:lnTo>
                    <a:pt x="3690640" y="645460"/>
                  </a:lnTo>
                  <a:cubicBezTo>
                    <a:pt x="3693203" y="628699"/>
                    <a:pt x="3694485" y="609269"/>
                    <a:pt x="3694485" y="591227"/>
                  </a:cubicBezTo>
                  <a:cubicBezTo>
                    <a:pt x="3694485" y="401411"/>
                    <a:pt x="3565384" y="249174"/>
                    <a:pt x="3371679" y="249174"/>
                  </a:cubicBezTo>
                  <a:cubicBezTo>
                    <a:pt x="3177975" y="249174"/>
                    <a:pt x="3044923" y="396286"/>
                    <a:pt x="3044923" y="597740"/>
                  </a:cubicBezTo>
                  <a:moveTo>
                    <a:pt x="2032511" y="928263"/>
                  </a:moveTo>
                  <a:lnTo>
                    <a:pt x="2179765" y="928263"/>
                  </a:lnTo>
                  <a:lnTo>
                    <a:pt x="2179765" y="535820"/>
                  </a:lnTo>
                  <a:cubicBezTo>
                    <a:pt x="2179765" y="433866"/>
                    <a:pt x="2230167" y="378351"/>
                    <a:pt x="2306304" y="378351"/>
                  </a:cubicBezTo>
                  <a:cubicBezTo>
                    <a:pt x="2382440" y="378351"/>
                    <a:pt x="2425153" y="433866"/>
                    <a:pt x="2425153" y="524183"/>
                  </a:cubicBezTo>
                  <a:lnTo>
                    <a:pt x="2425153" y="928263"/>
                  </a:lnTo>
                  <a:lnTo>
                    <a:pt x="2572300" y="928263"/>
                  </a:lnTo>
                  <a:lnTo>
                    <a:pt x="2572300" y="521621"/>
                  </a:lnTo>
                  <a:cubicBezTo>
                    <a:pt x="2572300" y="433866"/>
                    <a:pt x="2622702" y="378351"/>
                    <a:pt x="2698839" y="378351"/>
                  </a:cubicBezTo>
                  <a:cubicBezTo>
                    <a:pt x="2774974" y="378351"/>
                    <a:pt x="2817688" y="433866"/>
                    <a:pt x="2817688" y="524183"/>
                  </a:cubicBezTo>
                  <a:lnTo>
                    <a:pt x="2817688" y="928263"/>
                  </a:lnTo>
                  <a:lnTo>
                    <a:pt x="2964942" y="928263"/>
                  </a:lnTo>
                  <a:lnTo>
                    <a:pt x="2964942" y="498348"/>
                  </a:lnTo>
                  <a:cubicBezTo>
                    <a:pt x="2964942" y="327961"/>
                    <a:pt x="2877166" y="249174"/>
                    <a:pt x="2746677" y="249174"/>
                  </a:cubicBezTo>
                  <a:cubicBezTo>
                    <a:pt x="2658901" y="249174"/>
                    <a:pt x="2590453" y="287927"/>
                    <a:pt x="2547847" y="362764"/>
                  </a:cubicBezTo>
                  <a:cubicBezTo>
                    <a:pt x="2513036" y="285258"/>
                    <a:pt x="2447151" y="249174"/>
                    <a:pt x="2367063" y="249174"/>
                  </a:cubicBezTo>
                  <a:cubicBezTo>
                    <a:pt x="2271492" y="249174"/>
                    <a:pt x="2208277" y="299563"/>
                    <a:pt x="2179872" y="355078"/>
                  </a:cubicBezTo>
                  <a:lnTo>
                    <a:pt x="2179872" y="267323"/>
                  </a:lnTo>
                  <a:lnTo>
                    <a:pt x="2032618" y="267323"/>
                  </a:lnTo>
                  <a:lnTo>
                    <a:pt x="2032618" y="928263"/>
                  </a:lnTo>
                  <a:close/>
                  <a:moveTo>
                    <a:pt x="1612854" y="928263"/>
                  </a:moveTo>
                  <a:lnTo>
                    <a:pt x="1760107" y="928263"/>
                  </a:lnTo>
                  <a:lnTo>
                    <a:pt x="1760107" y="568061"/>
                  </a:lnTo>
                  <a:cubicBezTo>
                    <a:pt x="1760107" y="458313"/>
                    <a:pt x="1806558" y="408030"/>
                    <a:pt x="1922845" y="408030"/>
                  </a:cubicBezTo>
                  <a:lnTo>
                    <a:pt x="1955093" y="408030"/>
                  </a:lnTo>
                  <a:lnTo>
                    <a:pt x="1955093" y="255686"/>
                  </a:lnTo>
                  <a:lnTo>
                    <a:pt x="1940891" y="255686"/>
                  </a:lnTo>
                  <a:cubicBezTo>
                    <a:pt x="1844039" y="255686"/>
                    <a:pt x="1780823" y="309919"/>
                    <a:pt x="1760107" y="387426"/>
                  </a:cubicBezTo>
                  <a:lnTo>
                    <a:pt x="1760107" y="267323"/>
                  </a:lnTo>
                  <a:lnTo>
                    <a:pt x="1612854" y="267323"/>
                  </a:lnTo>
                  <a:lnTo>
                    <a:pt x="1612854" y="928263"/>
                  </a:lnTo>
                  <a:close/>
                  <a:moveTo>
                    <a:pt x="1159666" y="804316"/>
                  </a:moveTo>
                  <a:cubicBezTo>
                    <a:pt x="1048611" y="804316"/>
                    <a:pt x="967242" y="716561"/>
                    <a:pt x="967242" y="597740"/>
                  </a:cubicBezTo>
                  <a:cubicBezTo>
                    <a:pt x="967242" y="478918"/>
                    <a:pt x="1048611" y="391162"/>
                    <a:pt x="1159666" y="391162"/>
                  </a:cubicBezTo>
                  <a:cubicBezTo>
                    <a:pt x="1270720" y="391162"/>
                    <a:pt x="1352089" y="478918"/>
                    <a:pt x="1352089" y="597740"/>
                  </a:cubicBezTo>
                  <a:cubicBezTo>
                    <a:pt x="1352089" y="716561"/>
                    <a:pt x="1270720" y="804316"/>
                    <a:pt x="1159666" y="804316"/>
                  </a:cubicBezTo>
                  <a:moveTo>
                    <a:pt x="1351982" y="267323"/>
                  </a:moveTo>
                  <a:lnTo>
                    <a:pt x="1351982" y="377070"/>
                  </a:lnTo>
                  <a:cubicBezTo>
                    <a:pt x="1308094" y="293158"/>
                    <a:pt x="1231851" y="249280"/>
                    <a:pt x="1129873" y="249280"/>
                  </a:cubicBezTo>
                  <a:cubicBezTo>
                    <a:pt x="956885" y="249280"/>
                    <a:pt x="814756" y="395112"/>
                    <a:pt x="814756" y="597846"/>
                  </a:cubicBezTo>
                  <a:cubicBezTo>
                    <a:pt x="814756" y="800580"/>
                    <a:pt x="956778" y="946412"/>
                    <a:pt x="1129873" y="946412"/>
                  </a:cubicBezTo>
                  <a:cubicBezTo>
                    <a:pt x="1231851" y="946412"/>
                    <a:pt x="1308094" y="902534"/>
                    <a:pt x="1351982" y="818622"/>
                  </a:cubicBezTo>
                  <a:lnTo>
                    <a:pt x="1351982" y="928370"/>
                  </a:lnTo>
                  <a:lnTo>
                    <a:pt x="1499129" y="928370"/>
                  </a:lnTo>
                  <a:lnTo>
                    <a:pt x="1499129" y="267429"/>
                  </a:lnTo>
                  <a:lnTo>
                    <a:pt x="1351982" y="267429"/>
                  </a:lnTo>
                  <a:close/>
                  <a:moveTo>
                    <a:pt x="418376" y="386038"/>
                  </a:moveTo>
                  <a:lnTo>
                    <a:pt x="167863" y="386038"/>
                  </a:lnTo>
                  <a:lnTo>
                    <a:pt x="167863" y="176898"/>
                  </a:lnTo>
                  <a:lnTo>
                    <a:pt x="418376" y="176898"/>
                  </a:lnTo>
                  <a:cubicBezTo>
                    <a:pt x="498464" y="176898"/>
                    <a:pt x="544915" y="215652"/>
                    <a:pt x="544915" y="281415"/>
                  </a:cubicBezTo>
                  <a:cubicBezTo>
                    <a:pt x="544915" y="347178"/>
                    <a:pt x="498464" y="386038"/>
                    <a:pt x="418376" y="386038"/>
                  </a:cubicBezTo>
                  <a:moveTo>
                    <a:pt x="426172" y="775919"/>
                  </a:moveTo>
                  <a:lnTo>
                    <a:pt x="167863" y="775919"/>
                  </a:lnTo>
                  <a:lnTo>
                    <a:pt x="167863" y="538382"/>
                  </a:lnTo>
                  <a:lnTo>
                    <a:pt x="426172" y="538382"/>
                  </a:lnTo>
                  <a:cubicBezTo>
                    <a:pt x="515229" y="538382"/>
                    <a:pt x="566912" y="582259"/>
                    <a:pt x="566912" y="657204"/>
                  </a:cubicBezTo>
                  <a:cubicBezTo>
                    <a:pt x="566912" y="732148"/>
                    <a:pt x="515229" y="776026"/>
                    <a:pt x="426172" y="776026"/>
                  </a:cubicBezTo>
                  <a:moveTo>
                    <a:pt x="0" y="928263"/>
                  </a:moveTo>
                  <a:lnTo>
                    <a:pt x="445500" y="928263"/>
                  </a:lnTo>
                  <a:cubicBezTo>
                    <a:pt x="632690" y="928263"/>
                    <a:pt x="742464" y="833995"/>
                    <a:pt x="742464" y="673965"/>
                  </a:cubicBezTo>
                  <a:cubicBezTo>
                    <a:pt x="742464" y="564217"/>
                    <a:pt x="681811" y="490661"/>
                    <a:pt x="584959" y="458420"/>
                  </a:cubicBezTo>
                  <a:cubicBezTo>
                    <a:pt x="668890" y="426179"/>
                    <a:pt x="720573" y="351235"/>
                    <a:pt x="720573" y="259636"/>
                  </a:cubicBezTo>
                  <a:cubicBezTo>
                    <a:pt x="720573" y="112416"/>
                    <a:pt x="617314" y="24661"/>
                    <a:pt x="441656" y="24661"/>
                  </a:cubicBezTo>
                  <a:lnTo>
                    <a:pt x="0" y="24661"/>
                  </a:lnTo>
                  <a:lnTo>
                    <a:pt x="0" y="928370"/>
                  </a:lnTo>
                  <a:close/>
                </a:path>
              </a:pathLst>
            </a:custGeom>
            <a:grpFill/>
            <a:ln w="10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>
                <a:solidFill>
                  <a:schemeClr val="bg1"/>
                </a:solidFill>
                <a:latin typeface="BarmeniaGothaer Offc" panose="020B0503020204020204" pitchFamily="34" charset="0"/>
              </a:endParaRPr>
            </a:p>
          </p:txBody>
        </p:sp>
      </p:grp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5FAA8ED5-72FF-EE39-5B5C-7F99B9CCCE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3741674"/>
            <a:ext cx="561657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CC75DA60-7867-FA1D-74D8-24FBB7B8F2D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327882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F44AB4F5-FFBA-1B4F-E437-C3D203A11F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5255514"/>
            <a:ext cx="561657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0F650E20-83CE-724B-969F-A3EC2162BA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0" y="4792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30" name="Textplatzhalter 10">
            <a:extLst>
              <a:ext uri="{FF2B5EF4-FFF2-40B4-BE49-F238E27FC236}">
                <a16:creationId xmlns:a16="http://schemas.microsoft.com/office/drawing/2014/main" id="{7266D109-BE0D-E910-56C3-B1A90D8BCBB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207514"/>
            <a:ext cx="5616575" cy="387798"/>
          </a:xfr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Kapitelname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A041B2B9-9C5F-A118-C16D-62C876A196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1744663"/>
            <a:ext cx="473075" cy="479106"/>
          </a:xfrm>
        </p:spPr>
        <p:txBody>
          <a:bodyPr/>
          <a:lstStyle>
            <a:lvl1pPr>
              <a:defRPr sz="28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" name="Textplatzhalter 10">
            <a:extLst>
              <a:ext uri="{FF2B5EF4-FFF2-40B4-BE49-F238E27FC236}">
                <a16:creationId xmlns:a16="http://schemas.microsoft.com/office/drawing/2014/main" id="{2CF1BC2D-FA1F-1777-4C31-EF2381C0DD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3763" y="4105723"/>
            <a:ext cx="4420965" cy="2120143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Inhalt</a:t>
            </a:r>
          </a:p>
        </p:txBody>
      </p:sp>
    </p:spTree>
    <p:extLst>
      <p:ext uri="{BB962C8B-B14F-4D97-AF65-F5344CB8AC3E}">
        <p14:creationId xmlns:p14="http://schemas.microsoft.com/office/powerpoint/2010/main" val="419993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mt Beschreibu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>
            <a:extLst>
              <a:ext uri="{FF2B5EF4-FFF2-40B4-BE49-F238E27FC236}">
                <a16:creationId xmlns:a16="http://schemas.microsoft.com/office/drawing/2014/main" id="{8EDB6DEA-773F-2EF3-9EB9-121F304E9B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425" y="3492064"/>
            <a:ext cx="473075" cy="342210"/>
          </a:xfrm>
        </p:spPr>
        <p:txBody>
          <a:bodyPr/>
          <a:lstStyle>
            <a:lvl1pPr>
              <a:defRPr sz="20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A3FE73-A8D4-8E4C-9AF5-7EE2CBFAE433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595D03E-B663-0E72-7491-FD5BE3328640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D023F69-9C6C-090B-AD6E-A766F9478FA7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2AACB2A4-1EEC-F218-B437-B3F88CBA38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9593" y="3492064"/>
            <a:ext cx="473075" cy="342145"/>
          </a:xfrm>
        </p:spPr>
        <p:txBody>
          <a:bodyPr/>
          <a:lstStyle>
            <a:lvl1pPr>
              <a:defRPr sz="20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BEEF7D3E-55A8-015A-265F-03DF0E7A0C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8084" y="3492064"/>
            <a:ext cx="473075" cy="342145"/>
          </a:xfrm>
        </p:spPr>
        <p:txBody>
          <a:bodyPr/>
          <a:lstStyle>
            <a:lvl1pPr>
              <a:defRPr sz="20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ED0262C1-627C-B0AB-9CE9-73F21A8963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36575" y="3492064"/>
            <a:ext cx="473075" cy="342145"/>
          </a:xfrm>
        </p:spPr>
        <p:txBody>
          <a:bodyPr/>
          <a:lstStyle>
            <a:lvl1pPr>
              <a:defRPr sz="20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4129C3FA-6FE3-0EE1-D36B-7E0E616219F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91102" y="3857824"/>
            <a:ext cx="2376000" cy="836255"/>
          </a:xfrm>
        </p:spPr>
        <p:txBody>
          <a:bodyPr/>
          <a:lstStyle>
            <a:lvl1pPr>
              <a:lnSpc>
                <a:spcPct val="90000"/>
              </a:lnSpc>
              <a:spcAft>
                <a:spcPts val="400"/>
              </a:spcAft>
              <a:defRPr sz="2000" b="0" i="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3" name="Textplatzhalter 31">
            <a:extLst>
              <a:ext uri="{FF2B5EF4-FFF2-40B4-BE49-F238E27FC236}">
                <a16:creationId xmlns:a16="http://schemas.microsoft.com/office/drawing/2014/main" id="{9AB56BA2-0673-687E-007E-C4504C68435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39593" y="3857824"/>
            <a:ext cx="2376000" cy="836255"/>
          </a:xfrm>
        </p:spPr>
        <p:txBody>
          <a:bodyPr/>
          <a:lstStyle>
            <a:lvl1pPr>
              <a:lnSpc>
                <a:spcPct val="90000"/>
              </a:lnSpc>
              <a:spcAft>
                <a:spcPts val="400"/>
              </a:spcAft>
              <a:defRPr sz="2000" b="0" i="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4" name="Textplatzhalter 31">
            <a:extLst>
              <a:ext uri="{FF2B5EF4-FFF2-40B4-BE49-F238E27FC236}">
                <a16:creationId xmlns:a16="http://schemas.microsoft.com/office/drawing/2014/main" id="{F9234449-A798-E9BC-C8A3-89564E43C86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88084" y="3857824"/>
            <a:ext cx="2376000" cy="836255"/>
          </a:xfrm>
        </p:spPr>
        <p:txBody>
          <a:bodyPr/>
          <a:lstStyle>
            <a:lvl1pPr>
              <a:lnSpc>
                <a:spcPct val="90000"/>
              </a:lnSpc>
              <a:spcAft>
                <a:spcPts val="400"/>
              </a:spcAft>
              <a:defRPr sz="2000" b="0" i="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5" name="Textplatzhalter 31">
            <a:extLst>
              <a:ext uri="{FF2B5EF4-FFF2-40B4-BE49-F238E27FC236}">
                <a16:creationId xmlns:a16="http://schemas.microsoft.com/office/drawing/2014/main" id="{D096D0BA-29DC-C5BB-83C6-C8DC4F97FF9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336575" y="3857824"/>
            <a:ext cx="2376000" cy="836255"/>
          </a:xfrm>
        </p:spPr>
        <p:txBody>
          <a:bodyPr/>
          <a:lstStyle>
            <a:lvl1pPr>
              <a:lnSpc>
                <a:spcPct val="90000"/>
              </a:lnSpc>
              <a:spcAft>
                <a:spcPts val="400"/>
              </a:spcAft>
              <a:defRPr sz="2000" b="0" i="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9" name="Grafik 10">
            <a:extLst>
              <a:ext uri="{FF2B5EF4-FFF2-40B4-BE49-F238E27FC236}">
                <a16:creationId xmlns:a16="http://schemas.microsoft.com/office/drawing/2014/main" id="{BD964CCA-22D1-6A5D-57E3-30437BC68EE0}"/>
              </a:ext>
            </a:extLst>
          </p:cNvPr>
          <p:cNvSpPr>
            <a:spLocks noChangeAspect="1"/>
          </p:cNvSpPr>
          <p:nvPr userDrawn="1"/>
        </p:nvSpPr>
        <p:spPr>
          <a:xfrm>
            <a:off x="10340098" y="441325"/>
            <a:ext cx="1360800" cy="1348397"/>
          </a:xfrm>
          <a:custGeom>
            <a:avLst/>
            <a:gdLst>
              <a:gd name="connsiteX0" fmla="*/ 960912 w 2117020"/>
              <a:gd name="connsiteY0" fmla="*/ 1154058 h 2107284"/>
              <a:gd name="connsiteX1" fmla="*/ 956912 w 2117020"/>
              <a:gd name="connsiteY1" fmla="*/ 1151582 h 2107284"/>
              <a:gd name="connsiteX2" fmla="*/ 411606 w 2117020"/>
              <a:gd name="connsiteY2" fmla="*/ 1071096 h 2107284"/>
              <a:gd name="connsiteX3" fmla="*/ 170909 w 2117020"/>
              <a:gd name="connsiteY3" fmla="*/ 1158249 h 2107284"/>
              <a:gd name="connsiteX4" fmla="*/ 411606 w 2117020"/>
              <a:gd name="connsiteY4" fmla="*/ 1245403 h 2107284"/>
              <a:gd name="connsiteX5" fmla="*/ 878045 w 2117020"/>
              <a:gd name="connsiteY5" fmla="*/ 1187491 h 2107284"/>
              <a:gd name="connsiteX6" fmla="*/ 229011 w 2117020"/>
              <a:gd name="connsiteY6" fmla="*/ 1744704 h 2107284"/>
              <a:gd name="connsiteX7" fmla="*/ 17556 w 2117020"/>
              <a:gd name="connsiteY7" fmla="*/ 2088556 h 2107284"/>
              <a:gd name="connsiteX8" fmla="*/ 365028 w 2117020"/>
              <a:gd name="connsiteY8" fmla="*/ 1879292 h 2107284"/>
              <a:gd name="connsiteX9" fmla="*/ 928051 w 2117020"/>
              <a:gd name="connsiteY9" fmla="*/ 1237021 h 2107284"/>
              <a:gd name="connsiteX10" fmla="*/ 870044 w 2117020"/>
              <a:gd name="connsiteY10" fmla="*/ 1703841 h 2107284"/>
              <a:gd name="connsiteX11" fmla="*/ 957198 w 2117020"/>
              <a:gd name="connsiteY11" fmla="*/ 1944443 h 2107284"/>
              <a:gd name="connsiteX12" fmla="*/ 1044351 w 2117020"/>
              <a:gd name="connsiteY12" fmla="*/ 1703841 h 2107284"/>
              <a:gd name="connsiteX13" fmla="*/ 963865 w 2117020"/>
              <a:gd name="connsiteY13" fmla="*/ 1158535 h 2107284"/>
              <a:gd name="connsiteX14" fmla="*/ 961008 w 2117020"/>
              <a:gd name="connsiteY14" fmla="*/ 1154154 h 2107284"/>
              <a:gd name="connsiteX15" fmla="*/ 931575 w 2117020"/>
              <a:gd name="connsiteY15" fmla="*/ 939460 h 2107284"/>
              <a:gd name="connsiteX16" fmla="*/ 942434 w 2117020"/>
              <a:gd name="connsiteY16" fmla="*/ 928602 h 2107284"/>
              <a:gd name="connsiteX17" fmla="*/ 373220 w 2117020"/>
              <a:gd name="connsiteY17" fmla="*/ 228038 h 2107284"/>
              <a:gd name="connsiteX18" fmla="*/ 21938 w 2117020"/>
              <a:gd name="connsiteY18" fmla="*/ 18869 h 2107284"/>
              <a:gd name="connsiteX19" fmla="*/ 231012 w 2117020"/>
              <a:gd name="connsiteY19" fmla="*/ 370151 h 2107284"/>
              <a:gd name="connsiteX20" fmla="*/ 931575 w 2117020"/>
              <a:gd name="connsiteY20" fmla="*/ 939365 h 2107284"/>
              <a:gd name="connsiteX21" fmla="*/ 1065306 w 2117020"/>
              <a:gd name="connsiteY21" fmla="*/ 134407 h 2107284"/>
              <a:gd name="connsiteX22" fmla="*/ 978248 w 2117020"/>
              <a:gd name="connsiteY22" fmla="*/ 371008 h 2107284"/>
              <a:gd name="connsiteX23" fmla="*/ 1058734 w 2117020"/>
              <a:gd name="connsiteY23" fmla="*/ 907075 h 2107284"/>
              <a:gd name="connsiteX24" fmla="*/ 1071974 w 2117020"/>
              <a:gd name="connsiteY24" fmla="*/ 907075 h 2107284"/>
              <a:gd name="connsiteX25" fmla="*/ 1152460 w 2117020"/>
              <a:gd name="connsiteY25" fmla="*/ 371008 h 2107284"/>
              <a:gd name="connsiteX26" fmla="*/ 1065306 w 2117020"/>
              <a:gd name="connsiteY26" fmla="*/ 134407 h 2107284"/>
              <a:gd name="connsiteX27" fmla="*/ 1187417 w 2117020"/>
              <a:gd name="connsiteY27" fmla="*/ 1167870 h 2107284"/>
              <a:gd name="connsiteX28" fmla="*/ 1176558 w 2117020"/>
              <a:gd name="connsiteY28" fmla="*/ 1178728 h 2107284"/>
              <a:gd name="connsiteX29" fmla="*/ 1745772 w 2117020"/>
              <a:gd name="connsiteY29" fmla="*/ 1879292 h 2107284"/>
              <a:gd name="connsiteX30" fmla="*/ 2097054 w 2117020"/>
              <a:gd name="connsiteY30" fmla="*/ 2088366 h 2107284"/>
              <a:gd name="connsiteX31" fmla="*/ 1887885 w 2117020"/>
              <a:gd name="connsiteY31" fmla="*/ 1737084 h 2107284"/>
              <a:gd name="connsiteX32" fmla="*/ 1187322 w 2117020"/>
              <a:gd name="connsiteY32" fmla="*/ 1167870 h 2107284"/>
              <a:gd name="connsiteX33" fmla="*/ 1746820 w 2117020"/>
              <a:gd name="connsiteY33" fmla="*/ 228514 h 2107284"/>
              <a:gd name="connsiteX34" fmla="*/ 1177606 w 2117020"/>
              <a:gd name="connsiteY34" fmla="*/ 929078 h 2107284"/>
              <a:gd name="connsiteX35" fmla="*/ 1188465 w 2117020"/>
              <a:gd name="connsiteY35" fmla="*/ 939936 h 2107284"/>
              <a:gd name="connsiteX36" fmla="*/ 1889028 w 2117020"/>
              <a:gd name="connsiteY36" fmla="*/ 370722 h 2107284"/>
              <a:gd name="connsiteX37" fmla="*/ 2098102 w 2117020"/>
              <a:gd name="connsiteY37" fmla="*/ 19440 h 2107284"/>
              <a:gd name="connsiteX38" fmla="*/ 1746820 w 2117020"/>
              <a:gd name="connsiteY38" fmla="*/ 228514 h 2107284"/>
              <a:gd name="connsiteX39" fmla="*/ 1803018 w 2117020"/>
              <a:gd name="connsiteY39" fmla="*/ 1148534 h 2107284"/>
              <a:gd name="connsiteX40" fmla="*/ 2064669 w 2117020"/>
              <a:gd name="connsiteY40" fmla="*/ 1061475 h 2107284"/>
              <a:gd name="connsiteX41" fmla="*/ 1803018 w 2117020"/>
              <a:gd name="connsiteY41" fmla="*/ 974322 h 2107284"/>
              <a:gd name="connsiteX42" fmla="*/ 1210182 w 2117020"/>
              <a:gd name="connsiteY42" fmla="*/ 1054808 h 2107284"/>
              <a:gd name="connsiteX43" fmla="*/ 1210182 w 2117020"/>
              <a:gd name="connsiteY43" fmla="*/ 1068143 h 2107284"/>
              <a:gd name="connsiteX44" fmla="*/ 1803018 w 2117020"/>
              <a:gd name="connsiteY44" fmla="*/ 1148534 h 210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117020" h="2107284">
                <a:moveTo>
                  <a:pt x="960912" y="1154058"/>
                </a:moveTo>
                <a:cubicBezTo>
                  <a:pt x="959960" y="1153011"/>
                  <a:pt x="958626" y="1152153"/>
                  <a:pt x="956912" y="1151582"/>
                </a:cubicBezTo>
                <a:cubicBezTo>
                  <a:pt x="811751" y="1106433"/>
                  <a:pt x="636681" y="1071096"/>
                  <a:pt x="411606" y="1071096"/>
                </a:cubicBezTo>
                <a:cubicBezTo>
                  <a:pt x="247776" y="1071096"/>
                  <a:pt x="170909" y="1087479"/>
                  <a:pt x="170909" y="1158249"/>
                </a:cubicBezTo>
                <a:cubicBezTo>
                  <a:pt x="170909" y="1229020"/>
                  <a:pt x="247680" y="1245403"/>
                  <a:pt x="411606" y="1245403"/>
                </a:cubicBezTo>
                <a:cubicBezTo>
                  <a:pt x="597343" y="1245403"/>
                  <a:pt x="749076" y="1221305"/>
                  <a:pt x="878045" y="1187491"/>
                </a:cubicBezTo>
                <a:cubicBezTo>
                  <a:pt x="685449" y="1318650"/>
                  <a:pt x="471518" y="1504769"/>
                  <a:pt x="229011" y="1744704"/>
                </a:cubicBezTo>
                <a:cubicBezTo>
                  <a:pt x="38702" y="1933013"/>
                  <a:pt x="-37689" y="2033882"/>
                  <a:pt x="17556" y="2088556"/>
                </a:cubicBezTo>
                <a:cubicBezTo>
                  <a:pt x="72801" y="2143230"/>
                  <a:pt x="174719" y="2067601"/>
                  <a:pt x="365028" y="1879292"/>
                </a:cubicBezTo>
                <a:cubicBezTo>
                  <a:pt x="607535" y="1639262"/>
                  <a:pt x="795558" y="1427616"/>
                  <a:pt x="928051" y="1237021"/>
                </a:cubicBezTo>
                <a:cubicBezTo>
                  <a:pt x="894237" y="1365990"/>
                  <a:pt x="870044" y="1517818"/>
                  <a:pt x="870044" y="1703841"/>
                </a:cubicBezTo>
                <a:cubicBezTo>
                  <a:pt x="870044" y="1867671"/>
                  <a:pt x="886427" y="1944443"/>
                  <a:pt x="957198" y="1944443"/>
                </a:cubicBezTo>
                <a:cubicBezTo>
                  <a:pt x="1027968" y="1944443"/>
                  <a:pt x="1044351" y="1867671"/>
                  <a:pt x="1044351" y="1703841"/>
                </a:cubicBezTo>
                <a:cubicBezTo>
                  <a:pt x="1044351" y="1478766"/>
                  <a:pt x="1009109" y="1303601"/>
                  <a:pt x="963865" y="1158535"/>
                </a:cubicBezTo>
                <a:cubicBezTo>
                  <a:pt x="963293" y="1156535"/>
                  <a:pt x="962246" y="1155106"/>
                  <a:pt x="961008" y="1154154"/>
                </a:cubicBezTo>
                <a:moveTo>
                  <a:pt x="931575" y="939460"/>
                </a:moveTo>
                <a:cubicBezTo>
                  <a:pt x="942434" y="946413"/>
                  <a:pt x="949387" y="939460"/>
                  <a:pt x="942434" y="928602"/>
                </a:cubicBezTo>
                <a:cubicBezTo>
                  <a:pt x="810322" y="722766"/>
                  <a:pt x="635252" y="490071"/>
                  <a:pt x="373220" y="228038"/>
                </a:cubicBezTo>
                <a:cubicBezTo>
                  <a:pt x="182529" y="37252"/>
                  <a:pt x="79659" y="-38853"/>
                  <a:pt x="21938" y="18869"/>
                </a:cubicBezTo>
                <a:cubicBezTo>
                  <a:pt x="-35784" y="76590"/>
                  <a:pt x="40321" y="179365"/>
                  <a:pt x="231012" y="370151"/>
                </a:cubicBezTo>
                <a:cubicBezTo>
                  <a:pt x="493044" y="632184"/>
                  <a:pt x="725740" y="807348"/>
                  <a:pt x="931575" y="939365"/>
                </a:cubicBezTo>
                <a:moveTo>
                  <a:pt x="1065306" y="134407"/>
                </a:moveTo>
                <a:cubicBezTo>
                  <a:pt x="994631" y="134407"/>
                  <a:pt x="978248" y="209940"/>
                  <a:pt x="978248" y="371008"/>
                </a:cubicBezTo>
                <a:cubicBezTo>
                  <a:pt x="978248" y="592274"/>
                  <a:pt x="1013490" y="764486"/>
                  <a:pt x="1058734" y="907075"/>
                </a:cubicBezTo>
                <a:cubicBezTo>
                  <a:pt x="1061115" y="914600"/>
                  <a:pt x="1069593" y="914600"/>
                  <a:pt x="1071974" y="907075"/>
                </a:cubicBezTo>
                <a:cubicBezTo>
                  <a:pt x="1117122" y="764390"/>
                  <a:pt x="1152460" y="592274"/>
                  <a:pt x="1152460" y="371008"/>
                </a:cubicBezTo>
                <a:cubicBezTo>
                  <a:pt x="1152460" y="209940"/>
                  <a:pt x="1136077" y="134407"/>
                  <a:pt x="1065306" y="134407"/>
                </a:cubicBezTo>
                <a:moveTo>
                  <a:pt x="1187417" y="1167870"/>
                </a:moveTo>
                <a:cubicBezTo>
                  <a:pt x="1176558" y="1160821"/>
                  <a:pt x="1169605" y="1167870"/>
                  <a:pt x="1176558" y="1178728"/>
                </a:cubicBezTo>
                <a:cubicBezTo>
                  <a:pt x="1308670" y="1384563"/>
                  <a:pt x="1483740" y="1617259"/>
                  <a:pt x="1745772" y="1879292"/>
                </a:cubicBezTo>
                <a:cubicBezTo>
                  <a:pt x="1936558" y="2070078"/>
                  <a:pt x="2039333" y="2146182"/>
                  <a:pt x="2097054" y="2088366"/>
                </a:cubicBezTo>
                <a:cubicBezTo>
                  <a:pt x="2154776" y="2030644"/>
                  <a:pt x="2078671" y="1927869"/>
                  <a:pt x="1887885" y="1737084"/>
                </a:cubicBezTo>
                <a:cubicBezTo>
                  <a:pt x="1625852" y="1475051"/>
                  <a:pt x="1393157" y="1299886"/>
                  <a:pt x="1187322" y="1167870"/>
                </a:cubicBezTo>
                <a:moveTo>
                  <a:pt x="1746820" y="228514"/>
                </a:moveTo>
                <a:cubicBezTo>
                  <a:pt x="1484787" y="490547"/>
                  <a:pt x="1309623" y="723243"/>
                  <a:pt x="1177606" y="929078"/>
                </a:cubicBezTo>
                <a:cubicBezTo>
                  <a:pt x="1170653" y="939936"/>
                  <a:pt x="1177606" y="946890"/>
                  <a:pt x="1188465" y="939936"/>
                </a:cubicBezTo>
                <a:cubicBezTo>
                  <a:pt x="1394300" y="807824"/>
                  <a:pt x="1626995" y="632755"/>
                  <a:pt x="1889028" y="370722"/>
                </a:cubicBezTo>
                <a:cubicBezTo>
                  <a:pt x="2079814" y="179937"/>
                  <a:pt x="2155919" y="77162"/>
                  <a:pt x="2098102" y="19440"/>
                </a:cubicBezTo>
                <a:cubicBezTo>
                  <a:pt x="2040381" y="-38281"/>
                  <a:pt x="1937606" y="37824"/>
                  <a:pt x="1746820" y="228514"/>
                </a:cubicBezTo>
                <a:moveTo>
                  <a:pt x="1803018" y="1148534"/>
                </a:moveTo>
                <a:cubicBezTo>
                  <a:pt x="1981135" y="1148534"/>
                  <a:pt x="2064669" y="1132151"/>
                  <a:pt x="2064669" y="1061475"/>
                </a:cubicBezTo>
                <a:cubicBezTo>
                  <a:pt x="2064669" y="990800"/>
                  <a:pt x="1981135" y="974322"/>
                  <a:pt x="1803018" y="974322"/>
                </a:cubicBezTo>
                <a:cubicBezTo>
                  <a:pt x="1558320" y="974322"/>
                  <a:pt x="1367916" y="1009659"/>
                  <a:pt x="1210182" y="1054808"/>
                </a:cubicBezTo>
                <a:cubicBezTo>
                  <a:pt x="1201895" y="1057189"/>
                  <a:pt x="1201895" y="1065762"/>
                  <a:pt x="1210182" y="1068143"/>
                </a:cubicBezTo>
                <a:cubicBezTo>
                  <a:pt x="1367916" y="1113291"/>
                  <a:pt x="1558416" y="1148534"/>
                  <a:pt x="1803018" y="1148534"/>
                </a:cubicBezTo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solidFill>
                <a:schemeClr val="accent4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87D7D53-5DF8-6DAE-7EFA-8EC28E2F80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387560"/>
            <a:ext cx="8496300" cy="988803"/>
          </a:xfrm>
        </p:spPr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de-DE" dirty="0"/>
              <a:t>Inhalt</a:t>
            </a:r>
          </a:p>
        </p:txBody>
      </p:sp>
    </p:spTree>
    <p:extLst>
      <p:ext uri="{BB962C8B-B14F-4D97-AF65-F5344CB8AC3E}">
        <p14:creationId xmlns:p14="http://schemas.microsoft.com/office/powerpoint/2010/main" val="19380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el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E5B-FBD4-594B-B451-BFB21225B1C8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581293"/>
            <a:ext cx="11232998" cy="43686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1197BB0-4DBF-9E87-7365-C2B0590B9ACA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2FA8601F-EF3B-B9C9-9332-CF00E3697443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82E76270-AC73-C733-0A07-5AA5B517A3CF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E72AFA75-A53D-73CC-6AFB-2842E9BFB3B3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02473AA-2D9E-B44B-07B9-8A963473B5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1460224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viel Inhalt 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D0C3D8-42C6-5942-8EC4-711417AF2694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581293"/>
            <a:ext cx="11232998" cy="43686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 marL="504000" indent="-2520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 marL="504000" indent="-2520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DDB6500-3F33-08FB-B261-675D8EEE23D1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25B3DA3-BAD4-2410-4C76-34120071529C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4A5B6C9-9099-7DD3-0C60-7BEB1F0BA106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bg1"/>
          </a:solidFill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E549CFF-61C2-F6B9-ED85-C4F2F74FCF41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956D604A-D67A-449A-9C52-E65C15812AA3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C45D68D7-57A6-6ABF-A17A-9A83EF513C79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A79CD64-0DEA-2156-F2B4-16210698D7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83831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E5B-FBD4-594B-B451-BFB21225B1C8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190996"/>
            <a:ext cx="8496300" cy="37589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68C8C3-8478-9730-2630-2E20D29387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581293"/>
            <a:ext cx="8496300" cy="366334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C0E73A1-EB94-DC18-573E-CE6AFF00CAAB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9E9F6CBD-5D7A-3FFA-913A-666BCF64080E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8B7EC58-A638-E85E-98CC-1CB04C1BD2AE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1CE11E9C-AC0A-F9FC-8C45-F6AF8E851E24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1B193213-A4B7-1E4F-851C-E17132E07F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43341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 d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D0C3D8-42C6-5942-8EC4-711417AF2694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190996"/>
            <a:ext cx="8496300" cy="3758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 marL="504000" indent="-2520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 marL="504000" indent="-2520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DDB6500-3F33-08FB-B261-675D8EEE23D1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25B3DA3-BAD4-2410-4C76-34120071529C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38BB3456-41BA-84C1-4F9F-CA60FB6F266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4" y="1581293"/>
            <a:ext cx="8496301" cy="250463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B900CB4-F2F0-AB82-40BA-61B8F04C3CC3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bg1"/>
          </a:solidFill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DD16273E-5B95-9A0B-C79D-0EAB76897855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FB662859-7B69-061A-C95D-B707B16C8D6A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45D35E54-1E1C-FD18-7047-6E1241A26109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1980870-4E5D-B52E-2671-16E3DDFD88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250913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spalti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E5B-FBD4-594B-B451-BFB21225B1C8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190996"/>
            <a:ext cx="5382000" cy="37589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68C8C3-8478-9730-2630-2E20D29387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581293"/>
            <a:ext cx="8496300" cy="366334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5DDADB3-84A0-FDCD-7C44-F78152F0B1A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30577" y="2190996"/>
            <a:ext cx="5382000" cy="37589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369CC7B-A365-0A27-C370-DA7C6577AD54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D9A9E521-27DE-4AA0-038B-2F6E787BC718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5EA2F116-1A2C-9D9F-852A-7A8D30A12142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8C5F55A8-9A33-3CFA-6767-5DED59DE94E0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78616573-C2EF-D1B2-E18C-7CAEC80289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1635391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mit Lavendel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8EE3934D-4FAD-7582-4CB3-E5BD1FBE3F5D}"/>
              </a:ext>
            </a:extLst>
          </p:cNvPr>
          <p:cNvSpPr/>
          <p:nvPr userDrawn="1"/>
        </p:nvSpPr>
        <p:spPr>
          <a:xfrm>
            <a:off x="7787724" y="1581293"/>
            <a:ext cx="3924849" cy="4368656"/>
          </a:xfrm>
          <a:prstGeom prst="roundRect">
            <a:avLst>
              <a:gd name="adj" fmla="val 864"/>
            </a:avLst>
          </a:prstGeom>
          <a:solidFill>
            <a:srgbClr val="F5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E5B-FBD4-594B-B451-BFB21225B1C8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443924"/>
            <a:ext cx="6822948" cy="32530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68C8C3-8478-9730-2630-2E20D29387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834221"/>
            <a:ext cx="6822948" cy="366334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5DDADB3-84A0-FDCD-7C44-F78152F0B1A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43325" y="2443923"/>
            <a:ext cx="3416400" cy="32530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7AFE8CA4-BF23-E464-2D51-4C365A604B0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032369" y="1834221"/>
            <a:ext cx="3427356" cy="366334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B2F2AB6-DF1D-1B60-3A50-24CE4FFAC136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2C98A77A-8A73-9FD0-F2B7-C5EB57A73B9F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5DBFFAAF-A205-FC59-A2F5-25A349504DD8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8E69D290-4629-6CE6-3EFF-02DD24BC8BFC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5B31DE10-F713-18DE-71D0-546836461F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6054737"/>
            <a:ext cx="6822948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987389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blau mit Textbo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D0CF157-BB1A-97F1-507B-A2C3519653D5}"/>
              </a:ext>
            </a:extLst>
          </p:cNvPr>
          <p:cNvSpPr/>
          <p:nvPr userDrawn="1"/>
        </p:nvSpPr>
        <p:spPr>
          <a:xfrm>
            <a:off x="7787724" y="1581293"/>
            <a:ext cx="3924849" cy="4368656"/>
          </a:xfrm>
          <a:prstGeom prst="roundRect">
            <a:avLst>
              <a:gd name="adj" fmla="val 86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DB02DB37-97C1-426F-C1EB-24E13BD4FD0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28381" y="2443924"/>
            <a:ext cx="3427356" cy="32624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 marL="504000" indent="-2520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 marL="504000" indent="-2520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B9E0728D-4F9C-1E1C-E7A7-B2EA461DCCD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028381" y="1834221"/>
            <a:ext cx="3427356" cy="276999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D0C3D8-42C6-5942-8EC4-711417AF2694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443924"/>
            <a:ext cx="6822948" cy="32624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 marL="504000" indent="-2520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 marL="504000" indent="-2520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DDB6500-3F33-08FB-B261-675D8EEE23D1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25B3DA3-BAD4-2410-4C76-34120071529C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F9694D10-B778-51C7-AFAD-35DF36B5A0C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834221"/>
            <a:ext cx="6822948" cy="276999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54AF49-AA72-19A2-ECE6-8666F516BF8B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bg1"/>
          </a:solidFill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B4B1365D-8D31-A919-638D-214015DE3A88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6ED277CE-81B6-4F61-40D2-EF125535879F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FED7805D-56D2-ACE9-351A-85E267B1160B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815778E6-7227-E298-F8B9-3411AC5907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489000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1/4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8EE3934D-4FAD-7582-4CB3-E5BD1FBE3F5D}"/>
              </a:ext>
            </a:extLst>
          </p:cNvPr>
          <p:cNvSpPr/>
          <p:nvPr userDrawn="1"/>
        </p:nvSpPr>
        <p:spPr>
          <a:xfrm>
            <a:off x="8975724" y="0"/>
            <a:ext cx="3216275" cy="6858000"/>
          </a:xfrm>
          <a:prstGeom prst="roundRect">
            <a:avLst>
              <a:gd name="adj" fmla="val 864"/>
            </a:avLst>
          </a:prstGeom>
          <a:solidFill>
            <a:srgbClr val="F5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7992000" cy="988803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E5B-FBD4-594B-B451-BFB21225B1C8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443924"/>
            <a:ext cx="7992000" cy="35060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68C8C3-8478-9730-2630-2E20D29387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834221"/>
            <a:ext cx="7992000" cy="276999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5DDADB3-84A0-FDCD-7C44-F78152F0B1A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480572" y="2443923"/>
            <a:ext cx="2232001" cy="35060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7AFE8CA4-BF23-E464-2D51-4C365A604B0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472605" y="1834221"/>
            <a:ext cx="2232001" cy="527014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Fußzeilenplatzhalter 3">
            <a:extLst>
              <a:ext uri="{FF2B5EF4-FFF2-40B4-BE49-F238E27FC236}">
                <a16:creationId xmlns:a16="http://schemas.microsoft.com/office/drawing/2014/main" id="{6E635850-9B88-7F6C-E9F8-D9EB11B183A0}"/>
              </a:ext>
            </a:extLst>
          </p:cNvPr>
          <p:cNvSpPr txBox="1">
            <a:spLocks/>
          </p:cNvSpPr>
          <p:nvPr userDrawn="1"/>
        </p:nvSpPr>
        <p:spPr>
          <a:xfrm>
            <a:off x="8903666" y="6405343"/>
            <a:ext cx="2806997" cy="10647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dirty="0">
                <a:latin typeface="+mn-lt"/>
              </a:rPr>
              <a:t>Vertraulich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24F11197-62CB-A947-CAFC-D8CB981F073E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2F4DED7D-39E2-1C3F-F4BB-B27136F16A59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EFD64974-5B64-E68D-CB4B-3B969FD725C8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B967B5D0-60B4-8C32-EDE0-F7278AE24AEA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1342FC21-7D2D-4FAA-132B-7790FE8B6C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6054737"/>
            <a:ext cx="799200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1594109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1/3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8EE3934D-4FAD-7582-4CB3-E5BD1FBE3F5D}"/>
              </a:ext>
            </a:extLst>
          </p:cNvPr>
          <p:cNvSpPr/>
          <p:nvPr userDrawn="1"/>
        </p:nvSpPr>
        <p:spPr>
          <a:xfrm>
            <a:off x="7787724" y="0"/>
            <a:ext cx="4404276" cy="6858000"/>
          </a:xfrm>
          <a:prstGeom prst="roundRect">
            <a:avLst>
              <a:gd name="adj" fmla="val 864"/>
            </a:avLst>
          </a:prstGeom>
          <a:solidFill>
            <a:srgbClr val="F5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6822948" cy="988803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E5B-FBD4-594B-B451-BFB21225B1C8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443924"/>
            <a:ext cx="6822948" cy="35060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68C8C3-8478-9730-2630-2E20D29387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834221"/>
            <a:ext cx="6822948" cy="276999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5DDADB3-84A0-FDCD-7C44-F78152F0B1A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95323" y="2443923"/>
            <a:ext cx="3417250" cy="35060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7AFE8CA4-BF23-E464-2D51-4C365A604B0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285175" y="1834221"/>
            <a:ext cx="3428209" cy="276999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Fußzeilenplatzhalter 3">
            <a:extLst>
              <a:ext uri="{FF2B5EF4-FFF2-40B4-BE49-F238E27FC236}">
                <a16:creationId xmlns:a16="http://schemas.microsoft.com/office/drawing/2014/main" id="{83B2386B-8E49-38C8-693E-009013535B55}"/>
              </a:ext>
            </a:extLst>
          </p:cNvPr>
          <p:cNvSpPr txBox="1">
            <a:spLocks/>
          </p:cNvSpPr>
          <p:nvPr userDrawn="1"/>
        </p:nvSpPr>
        <p:spPr>
          <a:xfrm>
            <a:off x="8903666" y="6405343"/>
            <a:ext cx="2806997" cy="10647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dirty="0">
                <a:latin typeface="+mn-lt"/>
              </a:rPr>
              <a:t>Vertraulich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D7410ED-91F3-D04B-4D28-4636B35ED519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5EF0B73C-06B5-4ACB-AA87-7C3FD47FD348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1DA98A33-8599-5368-CDCB-3805F3452970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4F1C8604-014C-F244-F1B1-2113D98977FB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6175FDC8-D295-051B-8BD8-320F6FD245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6054737"/>
            <a:ext cx="6822948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44843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1/2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8EE3934D-4FAD-7582-4CB3-E5BD1FBE3F5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oundRect">
            <a:avLst>
              <a:gd name="adj" fmla="val 864"/>
            </a:avLst>
          </a:prstGeom>
          <a:solidFill>
            <a:srgbClr val="F5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5112556" cy="988803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E5B-FBD4-594B-B451-BFB21225B1C8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68C8C3-8478-9730-2630-2E20D29387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6" y="1834221"/>
            <a:ext cx="5112556" cy="276999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7AFE8CA4-BF23-E464-2D51-4C365A604B0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00039" y="1834221"/>
            <a:ext cx="5113346" cy="285375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466B6BE-EAC2-B90D-5110-AF96B757F71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79425" y="2443922"/>
            <a:ext cx="5112556" cy="35060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64826F6-3582-B9D2-05E0-BF8950BDBC9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99999" y="2443922"/>
            <a:ext cx="5112578" cy="35060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Fußzeilenplatzhalter 3">
            <a:extLst>
              <a:ext uri="{FF2B5EF4-FFF2-40B4-BE49-F238E27FC236}">
                <a16:creationId xmlns:a16="http://schemas.microsoft.com/office/drawing/2014/main" id="{A9F98002-BF20-0D1F-85B8-44B912E5A6ED}"/>
              </a:ext>
            </a:extLst>
          </p:cNvPr>
          <p:cNvSpPr txBox="1">
            <a:spLocks/>
          </p:cNvSpPr>
          <p:nvPr userDrawn="1"/>
        </p:nvSpPr>
        <p:spPr>
          <a:xfrm>
            <a:off x="8903666" y="6405343"/>
            <a:ext cx="2806997" cy="10647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dirty="0">
                <a:latin typeface="+mn-lt"/>
              </a:rPr>
              <a:t>Vertraulich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B8023B3-3405-DDDE-CD20-1B435985B06F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4071F65A-2997-B25D-659E-1BF01C94A877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64C4D872-332E-B145-6EA9-EB8CC9EB67BC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DED62F71-5CE8-D132-393A-A7B68F47E4CE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0A25BBEC-87F0-3EB6-B204-26558ED4F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54737"/>
            <a:ext cx="5112556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006661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Ecke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ihandform 9">
            <a:extLst>
              <a:ext uri="{FF2B5EF4-FFF2-40B4-BE49-F238E27FC236}">
                <a16:creationId xmlns:a16="http://schemas.microsoft.com/office/drawing/2014/main" id="{FFE5EFB5-7EC2-19DE-6A86-1898C9D6920D}"/>
              </a:ext>
            </a:extLst>
          </p:cNvPr>
          <p:cNvSpPr/>
          <p:nvPr/>
        </p:nvSpPr>
        <p:spPr>
          <a:xfrm rot="20775015">
            <a:off x="8479818" y="-584490"/>
            <a:ext cx="4217769" cy="5809911"/>
          </a:xfrm>
          <a:custGeom>
            <a:avLst/>
            <a:gdLst>
              <a:gd name="connsiteX0" fmla="*/ 0 w 4217769"/>
              <a:gd name="connsiteY0" fmla="*/ 0 h 5809911"/>
              <a:gd name="connsiteX1" fmla="*/ 4217769 w 4217769"/>
              <a:gd name="connsiteY1" fmla="*/ 1032062 h 5809911"/>
              <a:gd name="connsiteX2" fmla="*/ 3048659 w 4217769"/>
              <a:gd name="connsiteY2" fmla="*/ 5809911 h 5809911"/>
              <a:gd name="connsiteX3" fmla="*/ 413174 w 4217769"/>
              <a:gd name="connsiteY3" fmla="*/ 5809911 h 5809911"/>
              <a:gd name="connsiteX4" fmla="*/ 0 w 4217769"/>
              <a:gd name="connsiteY4" fmla="*/ 5396737 h 58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7769" h="5809911">
                <a:moveTo>
                  <a:pt x="0" y="0"/>
                </a:moveTo>
                <a:lnTo>
                  <a:pt x="4217769" y="1032062"/>
                </a:lnTo>
                <a:lnTo>
                  <a:pt x="3048659" y="5809911"/>
                </a:lnTo>
                <a:lnTo>
                  <a:pt x="413174" y="5809911"/>
                </a:lnTo>
                <a:cubicBezTo>
                  <a:pt x="184985" y="5809911"/>
                  <a:pt x="0" y="5624927"/>
                  <a:pt x="0" y="5396737"/>
                </a:cubicBezTo>
                <a:close/>
              </a:path>
            </a:pathLst>
          </a:custGeom>
          <a:solidFill>
            <a:srgbClr val="00A6F8"/>
          </a:solidFill>
          <a:ln w="960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FB52EF9D-08CB-0F49-0FBD-4025DACAEE76}"/>
              </a:ext>
            </a:extLst>
          </p:cNvPr>
          <p:cNvSpPr/>
          <p:nvPr/>
        </p:nvSpPr>
        <p:spPr>
          <a:xfrm rot="20535550">
            <a:off x="8061829" y="-858079"/>
            <a:ext cx="4696905" cy="5992088"/>
          </a:xfrm>
          <a:custGeom>
            <a:avLst/>
            <a:gdLst>
              <a:gd name="connsiteX0" fmla="*/ 0 w 4696905"/>
              <a:gd name="connsiteY0" fmla="*/ 0 h 5992088"/>
              <a:gd name="connsiteX1" fmla="*/ 4696905 w 4696905"/>
              <a:gd name="connsiteY1" fmla="*/ 1502662 h 5992088"/>
              <a:gd name="connsiteX2" fmla="*/ 3260620 w 4696905"/>
              <a:gd name="connsiteY2" fmla="*/ 5992088 h 5992088"/>
              <a:gd name="connsiteX3" fmla="*/ 413224 w 4696905"/>
              <a:gd name="connsiteY3" fmla="*/ 5992088 h 5992088"/>
              <a:gd name="connsiteX4" fmla="*/ 0 w 4696905"/>
              <a:gd name="connsiteY4" fmla="*/ 5578865 h 59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96905" h="5992088">
                <a:moveTo>
                  <a:pt x="0" y="0"/>
                </a:moveTo>
                <a:lnTo>
                  <a:pt x="4696905" y="1502662"/>
                </a:lnTo>
                <a:lnTo>
                  <a:pt x="3260620" y="5992088"/>
                </a:lnTo>
                <a:lnTo>
                  <a:pt x="413224" y="5992088"/>
                </a:lnTo>
                <a:cubicBezTo>
                  <a:pt x="185007" y="5992088"/>
                  <a:pt x="0" y="5807082"/>
                  <a:pt x="0" y="5578865"/>
                </a:cubicBezTo>
                <a:close/>
              </a:path>
            </a:pathLst>
          </a:custGeom>
          <a:solidFill>
            <a:srgbClr val="002641"/>
          </a:solidFill>
          <a:ln w="96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6409514" cy="988803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E5B-FBD4-594B-B451-BFB21225B1C8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2190996"/>
            <a:ext cx="7055781" cy="37589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68C8C3-8478-9730-2630-2E20D29387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4" y="1581293"/>
            <a:ext cx="7055782" cy="250463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2CF2D193-03FA-88A1-3BBF-C3C5310809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67775" y="1164677"/>
            <a:ext cx="2844800" cy="205263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40AEFE9-7EDA-020B-03B0-98C4D9AEE2AA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bg1"/>
          </a:solidFill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15BD89D9-1848-FED2-E84E-A1DB2C6C274C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99695BA6-552E-8144-D028-208F8244BAA9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207E56E6-879B-3736-87DE-E0B646C72C7F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88D8DD9E-58EC-C679-267B-60F591BAEF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6054737"/>
            <a:ext cx="11231968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4181972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Ecke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ihandform 19">
            <a:extLst>
              <a:ext uri="{FF2B5EF4-FFF2-40B4-BE49-F238E27FC236}">
                <a16:creationId xmlns:a16="http://schemas.microsoft.com/office/drawing/2014/main" id="{FA06D05A-6573-163D-52A8-227CCC8664C8}"/>
              </a:ext>
            </a:extLst>
          </p:cNvPr>
          <p:cNvSpPr/>
          <p:nvPr/>
        </p:nvSpPr>
        <p:spPr>
          <a:xfrm rot="21129105">
            <a:off x="6948638" y="-413397"/>
            <a:ext cx="5608429" cy="6508434"/>
          </a:xfrm>
          <a:custGeom>
            <a:avLst/>
            <a:gdLst>
              <a:gd name="connsiteX0" fmla="*/ 0 w 5608429"/>
              <a:gd name="connsiteY0" fmla="*/ 0 h 6508434"/>
              <a:gd name="connsiteX1" fmla="*/ 5608429 w 5608429"/>
              <a:gd name="connsiteY1" fmla="*/ 773071 h 6508434"/>
              <a:gd name="connsiteX2" fmla="*/ 4817861 w 5608429"/>
              <a:gd name="connsiteY2" fmla="*/ 6508434 h 6508434"/>
              <a:gd name="connsiteX3" fmla="*/ 413173 w 5608429"/>
              <a:gd name="connsiteY3" fmla="*/ 6508434 h 6508434"/>
              <a:gd name="connsiteX4" fmla="*/ 0 w 5608429"/>
              <a:gd name="connsiteY4" fmla="*/ 6095260 h 650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08429" h="6508434">
                <a:moveTo>
                  <a:pt x="0" y="0"/>
                </a:moveTo>
                <a:lnTo>
                  <a:pt x="5608429" y="773071"/>
                </a:lnTo>
                <a:lnTo>
                  <a:pt x="4817861" y="6508434"/>
                </a:lnTo>
                <a:lnTo>
                  <a:pt x="413173" y="6508434"/>
                </a:lnTo>
                <a:cubicBezTo>
                  <a:pt x="184984" y="6508434"/>
                  <a:pt x="-1" y="6323450"/>
                  <a:pt x="0" y="6095260"/>
                </a:cubicBezTo>
                <a:close/>
              </a:path>
            </a:pathLst>
          </a:custGeom>
          <a:solidFill>
            <a:srgbClr val="00A6F8"/>
          </a:solidFill>
          <a:ln w="960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5B2E58E4-5F38-8686-AD04-7AD5317998AF}"/>
              </a:ext>
            </a:extLst>
          </p:cNvPr>
          <p:cNvSpPr/>
          <p:nvPr/>
        </p:nvSpPr>
        <p:spPr>
          <a:xfrm rot="20889640">
            <a:off x="6522919" y="-701575"/>
            <a:ext cx="6150836" cy="6637210"/>
          </a:xfrm>
          <a:custGeom>
            <a:avLst/>
            <a:gdLst>
              <a:gd name="connsiteX0" fmla="*/ 0 w 6150836"/>
              <a:gd name="connsiteY0" fmla="*/ 0 h 6637210"/>
              <a:gd name="connsiteX1" fmla="*/ 6150836 w 6150836"/>
              <a:gd name="connsiteY1" fmla="*/ 1289384 h 6637210"/>
              <a:gd name="connsiteX2" fmla="*/ 5029785 w 6150836"/>
              <a:gd name="connsiteY2" fmla="*/ 6637210 h 6637210"/>
              <a:gd name="connsiteX3" fmla="*/ 413223 w 6150836"/>
              <a:gd name="connsiteY3" fmla="*/ 6637210 h 6637210"/>
              <a:gd name="connsiteX4" fmla="*/ 0 w 6150836"/>
              <a:gd name="connsiteY4" fmla="*/ 6223987 h 663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0836" h="6637210">
                <a:moveTo>
                  <a:pt x="0" y="0"/>
                </a:moveTo>
                <a:lnTo>
                  <a:pt x="6150836" y="1289384"/>
                </a:lnTo>
                <a:lnTo>
                  <a:pt x="5029785" y="6637210"/>
                </a:lnTo>
                <a:lnTo>
                  <a:pt x="413223" y="6637210"/>
                </a:lnTo>
                <a:cubicBezTo>
                  <a:pt x="185006" y="6637210"/>
                  <a:pt x="-1" y="6452204"/>
                  <a:pt x="0" y="6223987"/>
                </a:cubicBezTo>
                <a:close/>
              </a:path>
            </a:pathLst>
          </a:custGeom>
          <a:solidFill>
            <a:srgbClr val="002641"/>
          </a:solidFill>
          <a:ln w="96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9C72F544-B6EC-AEA6-FC0B-BB648CB49B8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455078" y="1025060"/>
            <a:ext cx="4246752" cy="400459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sz="20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800"/>
              </a:spcBef>
              <a:spcAft>
                <a:spcPts val="800"/>
              </a:spcAft>
              <a:buFontTx/>
              <a:buNone/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 marL="504000" indent="-2520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171450" indent="-171450">
              <a:buFont typeface="BarmeniaGothaer Offc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 marL="504000" indent="-2520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5182733" cy="988803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E5B-FBD4-594B-B451-BFB21225B1C8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397FF169-25C5-AF37-A41C-D1D491D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190996"/>
            <a:ext cx="5508626" cy="37589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3pPr>
              <a:spcBef>
                <a:spcPts val="2400"/>
              </a:spcBef>
              <a:defRPr/>
            </a:lvl3pPr>
            <a:lvl7pPr>
              <a:spcBef>
                <a:spcPts val="2400"/>
              </a:spcBef>
              <a:spcAft>
                <a:spcPts val="800"/>
              </a:spcAft>
              <a:defRPr/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68C8C3-8478-9730-2630-2E20D29387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581293"/>
            <a:ext cx="5182734" cy="250463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6C75416F-0262-EC86-8DBB-52EC722CF264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bg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004C3D64-30BC-8B89-1DF7-DC330A22D873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BCB68F63-8F1E-3AD4-55DD-25EEEC19FD6B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399DD068-1699-D4B8-4CBA-FB867F94BDBE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66F12C86-B67B-BAC3-FC36-95E84A14E8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6054737"/>
            <a:ext cx="5508626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085012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Sky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891903B-3156-6790-31AA-59B03CE5D3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361" y="3064585"/>
            <a:ext cx="1738312" cy="1329595"/>
          </a:xfrm>
        </p:spPr>
        <p:txBody>
          <a:bodyPr anchor="ctr"/>
          <a:lstStyle>
            <a:lvl1pPr>
              <a:lnSpc>
                <a:spcPct val="90000"/>
              </a:lnSpc>
              <a:defRPr sz="9600" b="0" i="0">
                <a:solidFill>
                  <a:schemeClr val="bg1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F12E56-3EC6-7BFA-6EEB-8D67343B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002" y="1462223"/>
            <a:ext cx="8423573" cy="2852737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24B1BB-76D4-F0E8-4F3B-1D64FFAD8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9003" y="4514335"/>
            <a:ext cx="5615286" cy="14356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BarmeniaGothaer Offc" panose="020B05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B709F6-F3C8-5678-4E06-AFE97791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4E131-1B04-7144-BD1A-077AA7826557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9E5FF0-9081-F60D-6CD4-1B9B62B9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C66ABB-DD74-AF60-09F3-237D61F6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689F774-7D35-9B4C-336C-A83A6B05161F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bg1"/>
          </a:solidFill>
        </p:grpSpPr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13B02E82-C138-66CA-EB4D-6D55760A7EDA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8EF3118D-C830-9A2C-F35C-2CDA2E2C57DF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D0938624-2CE7-5D85-B6DF-32804BB19135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149060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ihandform 40">
            <a:extLst>
              <a:ext uri="{FF2B5EF4-FFF2-40B4-BE49-F238E27FC236}">
                <a16:creationId xmlns:a16="http://schemas.microsoft.com/office/drawing/2014/main" id="{8EC64274-6F57-1AC5-3B15-2B2FABFF546C}"/>
              </a:ext>
            </a:extLst>
          </p:cNvPr>
          <p:cNvSpPr/>
          <p:nvPr userDrawn="1"/>
        </p:nvSpPr>
        <p:spPr>
          <a:xfrm rot="21000000">
            <a:off x="289000" y="-1054528"/>
            <a:ext cx="11887066" cy="2954700"/>
          </a:xfrm>
          <a:custGeom>
            <a:avLst/>
            <a:gdLst>
              <a:gd name="connsiteX0" fmla="*/ 0 w 11887066"/>
              <a:gd name="connsiteY0" fmla="*/ 0 h 2954700"/>
              <a:gd name="connsiteX1" fmla="*/ 11887066 w 11887066"/>
              <a:gd name="connsiteY1" fmla="*/ 2096011 h 2954700"/>
              <a:gd name="connsiteX2" fmla="*/ 11735656 w 11887066"/>
              <a:gd name="connsiteY2" fmla="*/ 2954700 h 2954700"/>
              <a:gd name="connsiteX3" fmla="*/ 273050 w 11887066"/>
              <a:gd name="connsiteY3" fmla="*/ 2954700 h 2954700"/>
              <a:gd name="connsiteX4" fmla="*/ 0 w 11887066"/>
              <a:gd name="connsiteY4" fmla="*/ 2681650 h 29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7066" h="2954700">
                <a:moveTo>
                  <a:pt x="0" y="0"/>
                </a:moveTo>
                <a:lnTo>
                  <a:pt x="11887066" y="2096011"/>
                </a:lnTo>
                <a:lnTo>
                  <a:pt x="11735656" y="2954700"/>
                </a:lnTo>
                <a:lnTo>
                  <a:pt x="273050" y="2954700"/>
                </a:lnTo>
                <a:cubicBezTo>
                  <a:pt x="122249" y="2954700"/>
                  <a:pt x="0" y="2832452"/>
                  <a:pt x="0" y="2681650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39" name="Freihandform 38">
            <a:extLst>
              <a:ext uri="{FF2B5EF4-FFF2-40B4-BE49-F238E27FC236}">
                <a16:creationId xmlns:a16="http://schemas.microsoft.com/office/drawing/2014/main" id="{5B3C1D3A-A703-C79D-0C29-303E1B46113E}"/>
              </a:ext>
            </a:extLst>
          </p:cNvPr>
          <p:cNvSpPr/>
          <p:nvPr userDrawn="1"/>
        </p:nvSpPr>
        <p:spPr>
          <a:xfrm rot="20760535">
            <a:off x="-1659" y="-1451584"/>
            <a:ext cx="12021682" cy="2988226"/>
          </a:xfrm>
          <a:custGeom>
            <a:avLst/>
            <a:gdLst>
              <a:gd name="connsiteX0" fmla="*/ 190214 w 12021682"/>
              <a:gd name="connsiteY0" fmla="*/ 0 h 2988226"/>
              <a:gd name="connsiteX1" fmla="*/ 12021682 w 12021682"/>
              <a:gd name="connsiteY1" fmla="*/ 2947960 h 2988226"/>
              <a:gd name="connsiteX2" fmla="*/ 12011650 w 12021682"/>
              <a:gd name="connsiteY2" fmla="*/ 2988226 h 2988226"/>
              <a:gd name="connsiteX3" fmla="*/ 273082 w 12021682"/>
              <a:gd name="connsiteY3" fmla="*/ 2988226 h 2988226"/>
              <a:gd name="connsiteX4" fmla="*/ 0 w 12021682"/>
              <a:gd name="connsiteY4" fmla="*/ 2715144 h 2988226"/>
              <a:gd name="connsiteX5" fmla="*/ 0 w 12021682"/>
              <a:gd name="connsiteY5" fmla="*/ 763411 h 298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21682" h="2988226">
                <a:moveTo>
                  <a:pt x="190214" y="0"/>
                </a:moveTo>
                <a:lnTo>
                  <a:pt x="12021682" y="2947960"/>
                </a:lnTo>
                <a:lnTo>
                  <a:pt x="12011650" y="2988226"/>
                </a:lnTo>
                <a:lnTo>
                  <a:pt x="273082" y="2988226"/>
                </a:lnTo>
                <a:cubicBezTo>
                  <a:pt x="122263" y="2988226"/>
                  <a:pt x="0" y="2865963"/>
                  <a:pt x="0" y="2715144"/>
                </a:cubicBezTo>
                <a:lnTo>
                  <a:pt x="0" y="763411"/>
                </a:lnTo>
                <a:close/>
              </a:path>
            </a:pathLst>
          </a:custGeom>
          <a:solidFill>
            <a:srgbClr val="002641"/>
          </a:solidFill>
          <a:ln w="6351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F12E56-3EC6-7BFA-6EEB-8D67343B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003" y="2663826"/>
            <a:ext cx="8423573" cy="2147071"/>
          </a:xfrm>
        </p:spPr>
        <p:txBody>
          <a:bodyPr anchor="b">
            <a:noAutofit/>
          </a:bodyPr>
          <a:lstStyle>
            <a:lvl1pPr>
              <a:defRPr sz="5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24B1BB-76D4-F0E8-4F3B-1D64FFAD8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9003" y="5107459"/>
            <a:ext cx="5615286" cy="8424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BarmeniaGothaer Offc" panose="020B05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B709F6-F3C8-5678-4E06-AFE97791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1A9B-0F81-594E-9697-45ADFE09EF4C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9E5FF0-9081-F60D-6CD4-1B9B62B9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C66ABB-DD74-AF60-09F3-237D61F6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Grafik 10">
            <a:extLst>
              <a:ext uri="{FF2B5EF4-FFF2-40B4-BE49-F238E27FC236}">
                <a16:creationId xmlns:a16="http://schemas.microsoft.com/office/drawing/2014/main" id="{152EB84E-1720-6595-F033-225B6A09C355}"/>
              </a:ext>
            </a:extLst>
          </p:cNvPr>
          <p:cNvSpPr/>
          <p:nvPr userDrawn="1"/>
        </p:nvSpPr>
        <p:spPr>
          <a:xfrm>
            <a:off x="11425881" y="441325"/>
            <a:ext cx="286693" cy="285375"/>
          </a:xfrm>
          <a:custGeom>
            <a:avLst/>
            <a:gdLst>
              <a:gd name="connsiteX0" fmla="*/ 960912 w 2117020"/>
              <a:gd name="connsiteY0" fmla="*/ 1154058 h 2107284"/>
              <a:gd name="connsiteX1" fmla="*/ 956912 w 2117020"/>
              <a:gd name="connsiteY1" fmla="*/ 1151582 h 2107284"/>
              <a:gd name="connsiteX2" fmla="*/ 411606 w 2117020"/>
              <a:gd name="connsiteY2" fmla="*/ 1071096 h 2107284"/>
              <a:gd name="connsiteX3" fmla="*/ 170909 w 2117020"/>
              <a:gd name="connsiteY3" fmla="*/ 1158249 h 2107284"/>
              <a:gd name="connsiteX4" fmla="*/ 411606 w 2117020"/>
              <a:gd name="connsiteY4" fmla="*/ 1245403 h 2107284"/>
              <a:gd name="connsiteX5" fmla="*/ 878045 w 2117020"/>
              <a:gd name="connsiteY5" fmla="*/ 1187491 h 2107284"/>
              <a:gd name="connsiteX6" fmla="*/ 229011 w 2117020"/>
              <a:gd name="connsiteY6" fmla="*/ 1744704 h 2107284"/>
              <a:gd name="connsiteX7" fmla="*/ 17556 w 2117020"/>
              <a:gd name="connsiteY7" fmla="*/ 2088556 h 2107284"/>
              <a:gd name="connsiteX8" fmla="*/ 365028 w 2117020"/>
              <a:gd name="connsiteY8" fmla="*/ 1879292 h 2107284"/>
              <a:gd name="connsiteX9" fmla="*/ 928051 w 2117020"/>
              <a:gd name="connsiteY9" fmla="*/ 1237021 h 2107284"/>
              <a:gd name="connsiteX10" fmla="*/ 870044 w 2117020"/>
              <a:gd name="connsiteY10" fmla="*/ 1703841 h 2107284"/>
              <a:gd name="connsiteX11" fmla="*/ 957198 w 2117020"/>
              <a:gd name="connsiteY11" fmla="*/ 1944443 h 2107284"/>
              <a:gd name="connsiteX12" fmla="*/ 1044351 w 2117020"/>
              <a:gd name="connsiteY12" fmla="*/ 1703841 h 2107284"/>
              <a:gd name="connsiteX13" fmla="*/ 963865 w 2117020"/>
              <a:gd name="connsiteY13" fmla="*/ 1158535 h 2107284"/>
              <a:gd name="connsiteX14" fmla="*/ 961008 w 2117020"/>
              <a:gd name="connsiteY14" fmla="*/ 1154154 h 2107284"/>
              <a:gd name="connsiteX15" fmla="*/ 931575 w 2117020"/>
              <a:gd name="connsiteY15" fmla="*/ 939460 h 2107284"/>
              <a:gd name="connsiteX16" fmla="*/ 942434 w 2117020"/>
              <a:gd name="connsiteY16" fmla="*/ 928602 h 2107284"/>
              <a:gd name="connsiteX17" fmla="*/ 373220 w 2117020"/>
              <a:gd name="connsiteY17" fmla="*/ 228038 h 2107284"/>
              <a:gd name="connsiteX18" fmla="*/ 21938 w 2117020"/>
              <a:gd name="connsiteY18" fmla="*/ 18869 h 2107284"/>
              <a:gd name="connsiteX19" fmla="*/ 231012 w 2117020"/>
              <a:gd name="connsiteY19" fmla="*/ 370151 h 2107284"/>
              <a:gd name="connsiteX20" fmla="*/ 931575 w 2117020"/>
              <a:gd name="connsiteY20" fmla="*/ 939365 h 2107284"/>
              <a:gd name="connsiteX21" fmla="*/ 1065306 w 2117020"/>
              <a:gd name="connsiteY21" fmla="*/ 134407 h 2107284"/>
              <a:gd name="connsiteX22" fmla="*/ 978248 w 2117020"/>
              <a:gd name="connsiteY22" fmla="*/ 371008 h 2107284"/>
              <a:gd name="connsiteX23" fmla="*/ 1058734 w 2117020"/>
              <a:gd name="connsiteY23" fmla="*/ 907075 h 2107284"/>
              <a:gd name="connsiteX24" fmla="*/ 1071974 w 2117020"/>
              <a:gd name="connsiteY24" fmla="*/ 907075 h 2107284"/>
              <a:gd name="connsiteX25" fmla="*/ 1152460 w 2117020"/>
              <a:gd name="connsiteY25" fmla="*/ 371008 h 2107284"/>
              <a:gd name="connsiteX26" fmla="*/ 1065306 w 2117020"/>
              <a:gd name="connsiteY26" fmla="*/ 134407 h 2107284"/>
              <a:gd name="connsiteX27" fmla="*/ 1187417 w 2117020"/>
              <a:gd name="connsiteY27" fmla="*/ 1167870 h 2107284"/>
              <a:gd name="connsiteX28" fmla="*/ 1176558 w 2117020"/>
              <a:gd name="connsiteY28" fmla="*/ 1178728 h 2107284"/>
              <a:gd name="connsiteX29" fmla="*/ 1745772 w 2117020"/>
              <a:gd name="connsiteY29" fmla="*/ 1879292 h 2107284"/>
              <a:gd name="connsiteX30" fmla="*/ 2097054 w 2117020"/>
              <a:gd name="connsiteY30" fmla="*/ 2088366 h 2107284"/>
              <a:gd name="connsiteX31" fmla="*/ 1887885 w 2117020"/>
              <a:gd name="connsiteY31" fmla="*/ 1737084 h 2107284"/>
              <a:gd name="connsiteX32" fmla="*/ 1187322 w 2117020"/>
              <a:gd name="connsiteY32" fmla="*/ 1167870 h 2107284"/>
              <a:gd name="connsiteX33" fmla="*/ 1746820 w 2117020"/>
              <a:gd name="connsiteY33" fmla="*/ 228514 h 2107284"/>
              <a:gd name="connsiteX34" fmla="*/ 1177606 w 2117020"/>
              <a:gd name="connsiteY34" fmla="*/ 929078 h 2107284"/>
              <a:gd name="connsiteX35" fmla="*/ 1188465 w 2117020"/>
              <a:gd name="connsiteY35" fmla="*/ 939936 h 2107284"/>
              <a:gd name="connsiteX36" fmla="*/ 1889028 w 2117020"/>
              <a:gd name="connsiteY36" fmla="*/ 370722 h 2107284"/>
              <a:gd name="connsiteX37" fmla="*/ 2098102 w 2117020"/>
              <a:gd name="connsiteY37" fmla="*/ 19440 h 2107284"/>
              <a:gd name="connsiteX38" fmla="*/ 1746820 w 2117020"/>
              <a:gd name="connsiteY38" fmla="*/ 228514 h 2107284"/>
              <a:gd name="connsiteX39" fmla="*/ 1803018 w 2117020"/>
              <a:gd name="connsiteY39" fmla="*/ 1148534 h 2107284"/>
              <a:gd name="connsiteX40" fmla="*/ 2064669 w 2117020"/>
              <a:gd name="connsiteY40" fmla="*/ 1061475 h 2107284"/>
              <a:gd name="connsiteX41" fmla="*/ 1803018 w 2117020"/>
              <a:gd name="connsiteY41" fmla="*/ 974322 h 2107284"/>
              <a:gd name="connsiteX42" fmla="*/ 1210182 w 2117020"/>
              <a:gd name="connsiteY42" fmla="*/ 1054808 h 2107284"/>
              <a:gd name="connsiteX43" fmla="*/ 1210182 w 2117020"/>
              <a:gd name="connsiteY43" fmla="*/ 1068143 h 2107284"/>
              <a:gd name="connsiteX44" fmla="*/ 1803018 w 2117020"/>
              <a:gd name="connsiteY44" fmla="*/ 1148534 h 210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117020" h="2107284">
                <a:moveTo>
                  <a:pt x="960912" y="1154058"/>
                </a:moveTo>
                <a:cubicBezTo>
                  <a:pt x="959960" y="1153011"/>
                  <a:pt x="958626" y="1152153"/>
                  <a:pt x="956912" y="1151582"/>
                </a:cubicBezTo>
                <a:cubicBezTo>
                  <a:pt x="811751" y="1106433"/>
                  <a:pt x="636681" y="1071096"/>
                  <a:pt x="411606" y="1071096"/>
                </a:cubicBezTo>
                <a:cubicBezTo>
                  <a:pt x="247776" y="1071096"/>
                  <a:pt x="170909" y="1087479"/>
                  <a:pt x="170909" y="1158249"/>
                </a:cubicBezTo>
                <a:cubicBezTo>
                  <a:pt x="170909" y="1229020"/>
                  <a:pt x="247680" y="1245403"/>
                  <a:pt x="411606" y="1245403"/>
                </a:cubicBezTo>
                <a:cubicBezTo>
                  <a:pt x="597343" y="1245403"/>
                  <a:pt x="749076" y="1221305"/>
                  <a:pt x="878045" y="1187491"/>
                </a:cubicBezTo>
                <a:cubicBezTo>
                  <a:pt x="685449" y="1318650"/>
                  <a:pt x="471518" y="1504769"/>
                  <a:pt x="229011" y="1744704"/>
                </a:cubicBezTo>
                <a:cubicBezTo>
                  <a:pt x="38702" y="1933013"/>
                  <a:pt x="-37689" y="2033882"/>
                  <a:pt x="17556" y="2088556"/>
                </a:cubicBezTo>
                <a:cubicBezTo>
                  <a:pt x="72801" y="2143230"/>
                  <a:pt x="174719" y="2067601"/>
                  <a:pt x="365028" y="1879292"/>
                </a:cubicBezTo>
                <a:cubicBezTo>
                  <a:pt x="607535" y="1639262"/>
                  <a:pt x="795558" y="1427616"/>
                  <a:pt x="928051" y="1237021"/>
                </a:cubicBezTo>
                <a:cubicBezTo>
                  <a:pt x="894237" y="1365990"/>
                  <a:pt x="870044" y="1517818"/>
                  <a:pt x="870044" y="1703841"/>
                </a:cubicBezTo>
                <a:cubicBezTo>
                  <a:pt x="870044" y="1867671"/>
                  <a:pt x="886427" y="1944443"/>
                  <a:pt x="957198" y="1944443"/>
                </a:cubicBezTo>
                <a:cubicBezTo>
                  <a:pt x="1027968" y="1944443"/>
                  <a:pt x="1044351" y="1867671"/>
                  <a:pt x="1044351" y="1703841"/>
                </a:cubicBezTo>
                <a:cubicBezTo>
                  <a:pt x="1044351" y="1478766"/>
                  <a:pt x="1009109" y="1303601"/>
                  <a:pt x="963865" y="1158535"/>
                </a:cubicBezTo>
                <a:cubicBezTo>
                  <a:pt x="963293" y="1156535"/>
                  <a:pt x="962246" y="1155106"/>
                  <a:pt x="961008" y="1154154"/>
                </a:cubicBezTo>
                <a:moveTo>
                  <a:pt x="931575" y="939460"/>
                </a:moveTo>
                <a:cubicBezTo>
                  <a:pt x="942434" y="946413"/>
                  <a:pt x="949387" y="939460"/>
                  <a:pt x="942434" y="928602"/>
                </a:cubicBezTo>
                <a:cubicBezTo>
                  <a:pt x="810322" y="722766"/>
                  <a:pt x="635252" y="490071"/>
                  <a:pt x="373220" y="228038"/>
                </a:cubicBezTo>
                <a:cubicBezTo>
                  <a:pt x="182529" y="37252"/>
                  <a:pt x="79659" y="-38853"/>
                  <a:pt x="21938" y="18869"/>
                </a:cubicBezTo>
                <a:cubicBezTo>
                  <a:pt x="-35784" y="76590"/>
                  <a:pt x="40321" y="179365"/>
                  <a:pt x="231012" y="370151"/>
                </a:cubicBezTo>
                <a:cubicBezTo>
                  <a:pt x="493044" y="632184"/>
                  <a:pt x="725740" y="807348"/>
                  <a:pt x="931575" y="939365"/>
                </a:cubicBezTo>
                <a:moveTo>
                  <a:pt x="1065306" y="134407"/>
                </a:moveTo>
                <a:cubicBezTo>
                  <a:pt x="994631" y="134407"/>
                  <a:pt x="978248" y="209940"/>
                  <a:pt x="978248" y="371008"/>
                </a:cubicBezTo>
                <a:cubicBezTo>
                  <a:pt x="978248" y="592274"/>
                  <a:pt x="1013490" y="764486"/>
                  <a:pt x="1058734" y="907075"/>
                </a:cubicBezTo>
                <a:cubicBezTo>
                  <a:pt x="1061115" y="914600"/>
                  <a:pt x="1069593" y="914600"/>
                  <a:pt x="1071974" y="907075"/>
                </a:cubicBezTo>
                <a:cubicBezTo>
                  <a:pt x="1117122" y="764390"/>
                  <a:pt x="1152460" y="592274"/>
                  <a:pt x="1152460" y="371008"/>
                </a:cubicBezTo>
                <a:cubicBezTo>
                  <a:pt x="1152460" y="209940"/>
                  <a:pt x="1136077" y="134407"/>
                  <a:pt x="1065306" y="134407"/>
                </a:cubicBezTo>
                <a:moveTo>
                  <a:pt x="1187417" y="1167870"/>
                </a:moveTo>
                <a:cubicBezTo>
                  <a:pt x="1176558" y="1160821"/>
                  <a:pt x="1169605" y="1167870"/>
                  <a:pt x="1176558" y="1178728"/>
                </a:cubicBezTo>
                <a:cubicBezTo>
                  <a:pt x="1308670" y="1384563"/>
                  <a:pt x="1483740" y="1617259"/>
                  <a:pt x="1745772" y="1879292"/>
                </a:cubicBezTo>
                <a:cubicBezTo>
                  <a:pt x="1936558" y="2070078"/>
                  <a:pt x="2039333" y="2146182"/>
                  <a:pt x="2097054" y="2088366"/>
                </a:cubicBezTo>
                <a:cubicBezTo>
                  <a:pt x="2154776" y="2030644"/>
                  <a:pt x="2078671" y="1927869"/>
                  <a:pt x="1887885" y="1737084"/>
                </a:cubicBezTo>
                <a:cubicBezTo>
                  <a:pt x="1625852" y="1475051"/>
                  <a:pt x="1393157" y="1299886"/>
                  <a:pt x="1187322" y="1167870"/>
                </a:cubicBezTo>
                <a:moveTo>
                  <a:pt x="1746820" y="228514"/>
                </a:moveTo>
                <a:cubicBezTo>
                  <a:pt x="1484787" y="490547"/>
                  <a:pt x="1309623" y="723243"/>
                  <a:pt x="1177606" y="929078"/>
                </a:cubicBezTo>
                <a:cubicBezTo>
                  <a:pt x="1170653" y="939936"/>
                  <a:pt x="1177606" y="946890"/>
                  <a:pt x="1188465" y="939936"/>
                </a:cubicBezTo>
                <a:cubicBezTo>
                  <a:pt x="1394300" y="807824"/>
                  <a:pt x="1626995" y="632755"/>
                  <a:pt x="1889028" y="370722"/>
                </a:cubicBezTo>
                <a:cubicBezTo>
                  <a:pt x="2079814" y="179937"/>
                  <a:pt x="2155919" y="77162"/>
                  <a:pt x="2098102" y="19440"/>
                </a:cubicBezTo>
                <a:cubicBezTo>
                  <a:pt x="2040381" y="-38281"/>
                  <a:pt x="1937606" y="37824"/>
                  <a:pt x="1746820" y="228514"/>
                </a:cubicBezTo>
                <a:moveTo>
                  <a:pt x="1803018" y="1148534"/>
                </a:moveTo>
                <a:cubicBezTo>
                  <a:pt x="1981135" y="1148534"/>
                  <a:pt x="2064669" y="1132151"/>
                  <a:pt x="2064669" y="1061475"/>
                </a:cubicBezTo>
                <a:cubicBezTo>
                  <a:pt x="2064669" y="990800"/>
                  <a:pt x="1981135" y="974322"/>
                  <a:pt x="1803018" y="974322"/>
                </a:cubicBezTo>
                <a:cubicBezTo>
                  <a:pt x="1558320" y="974322"/>
                  <a:pt x="1367916" y="1009659"/>
                  <a:pt x="1210182" y="1054808"/>
                </a:cubicBezTo>
                <a:cubicBezTo>
                  <a:pt x="1201895" y="1057189"/>
                  <a:pt x="1201895" y="1065762"/>
                  <a:pt x="1210182" y="1068143"/>
                </a:cubicBezTo>
                <a:cubicBezTo>
                  <a:pt x="1367916" y="1113291"/>
                  <a:pt x="1558416" y="1148534"/>
                  <a:pt x="1803018" y="1148534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AF10427-392D-729E-1472-31BFDECF7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74601" y="3935393"/>
            <a:ext cx="1038490" cy="915846"/>
          </a:xfrm>
        </p:spPr>
        <p:txBody>
          <a:bodyPr anchor="ctr"/>
          <a:lstStyle>
            <a:lvl1pPr>
              <a:lnSpc>
                <a:spcPct val="90000"/>
              </a:lnSpc>
              <a:defRPr sz="66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258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 Bild Laven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9A084D3-0EF0-FD98-9563-16FCFA9996A8}"/>
              </a:ext>
            </a:extLst>
          </p:cNvPr>
          <p:cNvSpPr/>
          <p:nvPr userDrawn="1"/>
        </p:nvSpPr>
        <p:spPr>
          <a:xfrm>
            <a:off x="192199" y="6284316"/>
            <a:ext cx="1882402" cy="530002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F9A37261-0F3D-70AE-C12B-6E3F5F48B1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341620" y="0"/>
            <a:ext cx="13533620" cy="6858000"/>
          </a:xfrm>
          <a:custGeom>
            <a:avLst/>
            <a:gdLst>
              <a:gd name="connsiteX0" fmla="*/ 2034882 w 13533620"/>
              <a:gd name="connsiteY0" fmla="*/ 6562790 h 6858000"/>
              <a:gd name="connsiteX1" fmla="*/ 2050862 w 13533620"/>
              <a:gd name="connsiteY1" fmla="*/ 6577940 h 6858000"/>
              <a:gd name="connsiteX2" fmla="*/ 2018280 w 13533620"/>
              <a:gd name="connsiteY2" fmla="*/ 6577940 h 6858000"/>
              <a:gd name="connsiteX3" fmla="*/ 2034882 w 13533620"/>
              <a:gd name="connsiteY3" fmla="*/ 6562790 h 6858000"/>
              <a:gd name="connsiteX4" fmla="*/ 1910985 w 13533620"/>
              <a:gd name="connsiteY4" fmla="*/ 6562790 h 6858000"/>
              <a:gd name="connsiteX5" fmla="*/ 1926965 w 13533620"/>
              <a:gd name="connsiteY5" fmla="*/ 6577940 h 6858000"/>
              <a:gd name="connsiteX6" fmla="*/ 1894383 w 13533620"/>
              <a:gd name="connsiteY6" fmla="*/ 6577940 h 6858000"/>
              <a:gd name="connsiteX7" fmla="*/ 1910985 w 13533620"/>
              <a:gd name="connsiteY7" fmla="*/ 6562790 h 6858000"/>
              <a:gd name="connsiteX8" fmla="*/ 1947320 w 13533620"/>
              <a:gd name="connsiteY8" fmla="*/ 6556045 h 6858000"/>
              <a:gd name="connsiteX9" fmla="*/ 1947320 w 13533620"/>
              <a:gd name="connsiteY9" fmla="*/ 6608757 h 6858000"/>
              <a:gd name="connsiteX10" fmla="*/ 1956036 w 13533620"/>
              <a:gd name="connsiteY10" fmla="*/ 6608757 h 6858000"/>
              <a:gd name="connsiteX11" fmla="*/ 1956036 w 13533620"/>
              <a:gd name="connsiteY11" fmla="*/ 6556045 h 6858000"/>
              <a:gd name="connsiteX12" fmla="*/ 2034882 w 13533620"/>
              <a:gd name="connsiteY12" fmla="*/ 6554697 h 6858000"/>
              <a:gd name="connsiteX13" fmla="*/ 2009149 w 13533620"/>
              <a:gd name="connsiteY13" fmla="*/ 6582401 h 6858000"/>
              <a:gd name="connsiteX14" fmla="*/ 2035401 w 13533620"/>
              <a:gd name="connsiteY14" fmla="*/ 6610106 h 6858000"/>
              <a:gd name="connsiteX15" fmla="*/ 2058022 w 13533620"/>
              <a:gd name="connsiteY15" fmla="*/ 6598485 h 6858000"/>
              <a:gd name="connsiteX16" fmla="*/ 2051900 w 13533620"/>
              <a:gd name="connsiteY16" fmla="*/ 6593297 h 6858000"/>
              <a:gd name="connsiteX17" fmla="*/ 2035401 w 13533620"/>
              <a:gd name="connsiteY17" fmla="*/ 6602013 h 6858000"/>
              <a:gd name="connsiteX18" fmla="*/ 2018176 w 13533620"/>
              <a:gd name="connsiteY18" fmla="*/ 6585203 h 6858000"/>
              <a:gd name="connsiteX19" fmla="*/ 2059786 w 13533620"/>
              <a:gd name="connsiteY19" fmla="*/ 6585203 h 6858000"/>
              <a:gd name="connsiteX20" fmla="*/ 2059993 w 13533620"/>
              <a:gd name="connsiteY20" fmla="*/ 6582090 h 6858000"/>
              <a:gd name="connsiteX21" fmla="*/ 2034882 w 13533620"/>
              <a:gd name="connsiteY21" fmla="*/ 6554697 h 6858000"/>
              <a:gd name="connsiteX22" fmla="*/ 1910985 w 13533620"/>
              <a:gd name="connsiteY22" fmla="*/ 6554697 h 6858000"/>
              <a:gd name="connsiteX23" fmla="*/ 1885252 w 13533620"/>
              <a:gd name="connsiteY23" fmla="*/ 6582401 h 6858000"/>
              <a:gd name="connsiteX24" fmla="*/ 1911504 w 13533620"/>
              <a:gd name="connsiteY24" fmla="*/ 6610106 h 6858000"/>
              <a:gd name="connsiteX25" fmla="*/ 1934125 w 13533620"/>
              <a:gd name="connsiteY25" fmla="*/ 6598485 h 6858000"/>
              <a:gd name="connsiteX26" fmla="*/ 1928003 w 13533620"/>
              <a:gd name="connsiteY26" fmla="*/ 6593297 h 6858000"/>
              <a:gd name="connsiteX27" fmla="*/ 1911504 w 13533620"/>
              <a:gd name="connsiteY27" fmla="*/ 6602013 h 6858000"/>
              <a:gd name="connsiteX28" fmla="*/ 1894279 w 13533620"/>
              <a:gd name="connsiteY28" fmla="*/ 6585203 h 6858000"/>
              <a:gd name="connsiteX29" fmla="*/ 1935889 w 13533620"/>
              <a:gd name="connsiteY29" fmla="*/ 6585203 h 6858000"/>
              <a:gd name="connsiteX30" fmla="*/ 1936096 w 13533620"/>
              <a:gd name="connsiteY30" fmla="*/ 6582090 h 6858000"/>
              <a:gd name="connsiteX31" fmla="*/ 1910985 w 13533620"/>
              <a:gd name="connsiteY31" fmla="*/ 6554697 h 6858000"/>
              <a:gd name="connsiteX32" fmla="*/ 1985277 w 13533620"/>
              <a:gd name="connsiteY32" fmla="*/ 6541207 h 6858000"/>
              <a:gd name="connsiteX33" fmla="*/ 1976561 w 13533620"/>
              <a:gd name="connsiteY33" fmla="*/ 6544216 h 6858000"/>
              <a:gd name="connsiteX34" fmla="*/ 1976561 w 13533620"/>
              <a:gd name="connsiteY34" fmla="*/ 6556045 h 6858000"/>
              <a:gd name="connsiteX35" fmla="*/ 1966807 w 13533620"/>
              <a:gd name="connsiteY35" fmla="*/ 6556045 h 6858000"/>
              <a:gd name="connsiteX36" fmla="*/ 1966807 w 13533620"/>
              <a:gd name="connsiteY36" fmla="*/ 6563620 h 6858000"/>
              <a:gd name="connsiteX37" fmla="*/ 1976561 w 13533620"/>
              <a:gd name="connsiteY37" fmla="*/ 6563620 h 6858000"/>
              <a:gd name="connsiteX38" fmla="*/ 1976561 w 13533620"/>
              <a:gd name="connsiteY38" fmla="*/ 6593608 h 6858000"/>
              <a:gd name="connsiteX39" fmla="*/ 1991918 w 13533620"/>
              <a:gd name="connsiteY39" fmla="*/ 6609899 h 6858000"/>
              <a:gd name="connsiteX40" fmla="*/ 1998974 w 13533620"/>
              <a:gd name="connsiteY40" fmla="*/ 6608757 h 6858000"/>
              <a:gd name="connsiteX41" fmla="*/ 1998974 w 13533620"/>
              <a:gd name="connsiteY41" fmla="*/ 6600975 h 6858000"/>
              <a:gd name="connsiteX42" fmla="*/ 1993993 w 13533620"/>
              <a:gd name="connsiteY42" fmla="*/ 6601909 h 6858000"/>
              <a:gd name="connsiteX43" fmla="*/ 1985277 w 13533620"/>
              <a:gd name="connsiteY43" fmla="*/ 6592778 h 6858000"/>
              <a:gd name="connsiteX44" fmla="*/ 1985277 w 13533620"/>
              <a:gd name="connsiteY44" fmla="*/ 6563620 h 6858000"/>
              <a:gd name="connsiteX45" fmla="*/ 1998974 w 13533620"/>
              <a:gd name="connsiteY45" fmla="*/ 6563620 h 6858000"/>
              <a:gd name="connsiteX46" fmla="*/ 1998974 w 13533620"/>
              <a:gd name="connsiteY46" fmla="*/ 6556045 h 6858000"/>
              <a:gd name="connsiteX47" fmla="*/ 1985277 w 13533620"/>
              <a:gd name="connsiteY47" fmla="*/ 6556045 h 6858000"/>
              <a:gd name="connsiteX48" fmla="*/ 1851208 w 13533620"/>
              <a:gd name="connsiteY48" fmla="*/ 6534878 h 6858000"/>
              <a:gd name="connsiteX49" fmla="*/ 1825993 w 13533620"/>
              <a:gd name="connsiteY49" fmla="*/ 6554800 h 6858000"/>
              <a:gd name="connsiteX50" fmla="*/ 1844671 w 13533620"/>
              <a:gd name="connsiteY50" fmla="*/ 6574723 h 6858000"/>
              <a:gd name="connsiteX51" fmla="*/ 1853283 w 13533620"/>
              <a:gd name="connsiteY51" fmla="*/ 6576591 h 6858000"/>
              <a:gd name="connsiteX52" fmla="*/ 1866565 w 13533620"/>
              <a:gd name="connsiteY52" fmla="*/ 6589354 h 6858000"/>
              <a:gd name="connsiteX53" fmla="*/ 1849340 w 13533620"/>
              <a:gd name="connsiteY53" fmla="*/ 6601701 h 6858000"/>
              <a:gd name="connsiteX54" fmla="*/ 1827238 w 13533620"/>
              <a:gd name="connsiteY54" fmla="*/ 6593815 h 6858000"/>
              <a:gd name="connsiteX55" fmla="*/ 1827238 w 13533620"/>
              <a:gd name="connsiteY55" fmla="*/ 6603569 h 6858000"/>
              <a:gd name="connsiteX56" fmla="*/ 1849340 w 13533620"/>
              <a:gd name="connsiteY56" fmla="*/ 6610003 h 6858000"/>
              <a:gd name="connsiteX57" fmla="*/ 1875904 w 13533620"/>
              <a:gd name="connsiteY57" fmla="*/ 6589042 h 6858000"/>
              <a:gd name="connsiteX58" fmla="*/ 1856085 w 13533620"/>
              <a:gd name="connsiteY58" fmla="*/ 6567771 h 6858000"/>
              <a:gd name="connsiteX59" fmla="*/ 1847472 w 13533620"/>
              <a:gd name="connsiteY59" fmla="*/ 6565799 h 6858000"/>
              <a:gd name="connsiteX60" fmla="*/ 1835436 w 13533620"/>
              <a:gd name="connsiteY60" fmla="*/ 6554178 h 6858000"/>
              <a:gd name="connsiteX61" fmla="*/ 1851208 w 13533620"/>
              <a:gd name="connsiteY61" fmla="*/ 6543179 h 6858000"/>
              <a:gd name="connsiteX62" fmla="*/ 1872583 w 13533620"/>
              <a:gd name="connsiteY62" fmla="*/ 6551065 h 6858000"/>
              <a:gd name="connsiteX63" fmla="*/ 1872687 w 13533620"/>
              <a:gd name="connsiteY63" fmla="*/ 6541311 h 6858000"/>
              <a:gd name="connsiteX64" fmla="*/ 1851208 w 13533620"/>
              <a:gd name="connsiteY64" fmla="*/ 6534878 h 6858000"/>
              <a:gd name="connsiteX65" fmla="*/ 1951678 w 13533620"/>
              <a:gd name="connsiteY65" fmla="*/ 6534151 h 6858000"/>
              <a:gd name="connsiteX66" fmla="*/ 1945659 w 13533620"/>
              <a:gd name="connsiteY66" fmla="*/ 6540170 h 6858000"/>
              <a:gd name="connsiteX67" fmla="*/ 1951678 w 13533620"/>
              <a:gd name="connsiteY67" fmla="*/ 6546188 h 6858000"/>
              <a:gd name="connsiteX68" fmla="*/ 1957696 w 13533620"/>
              <a:gd name="connsiteY68" fmla="*/ 6540170 h 6858000"/>
              <a:gd name="connsiteX69" fmla="*/ 1951678 w 13533620"/>
              <a:gd name="connsiteY69" fmla="*/ 6534151 h 6858000"/>
              <a:gd name="connsiteX70" fmla="*/ 1842523 w 13533620"/>
              <a:gd name="connsiteY70" fmla="*/ 6461548 h 6858000"/>
              <a:gd name="connsiteX71" fmla="*/ 1861077 w 13533620"/>
              <a:gd name="connsiteY71" fmla="*/ 6461548 h 6858000"/>
              <a:gd name="connsiteX72" fmla="*/ 1870455 w 13533620"/>
              <a:gd name="connsiteY72" fmla="*/ 6469515 h 6858000"/>
              <a:gd name="connsiteX73" fmla="*/ 1861077 w 13533620"/>
              <a:gd name="connsiteY73" fmla="*/ 6477582 h 6858000"/>
              <a:gd name="connsiteX74" fmla="*/ 1842523 w 13533620"/>
              <a:gd name="connsiteY74" fmla="*/ 6477582 h 6858000"/>
              <a:gd name="connsiteX75" fmla="*/ 2404464 w 13533620"/>
              <a:gd name="connsiteY75" fmla="*/ 6451061 h 6858000"/>
              <a:gd name="connsiteX76" fmla="*/ 2417573 w 13533620"/>
              <a:gd name="connsiteY76" fmla="*/ 6464876 h 6858000"/>
              <a:gd name="connsiteX77" fmla="*/ 2404464 w 13533620"/>
              <a:gd name="connsiteY77" fmla="*/ 6478691 h 6858000"/>
              <a:gd name="connsiteX78" fmla="*/ 2391455 w 13533620"/>
              <a:gd name="connsiteY78" fmla="*/ 6464876 h 6858000"/>
              <a:gd name="connsiteX79" fmla="*/ 2404464 w 13533620"/>
              <a:gd name="connsiteY79" fmla="*/ 6451061 h 6858000"/>
              <a:gd name="connsiteX80" fmla="*/ 2567115 w 13533620"/>
              <a:gd name="connsiteY80" fmla="*/ 6450960 h 6858000"/>
              <a:gd name="connsiteX81" fmla="*/ 2580224 w 13533620"/>
              <a:gd name="connsiteY81" fmla="*/ 6464876 h 6858000"/>
              <a:gd name="connsiteX82" fmla="*/ 2567115 w 13533620"/>
              <a:gd name="connsiteY82" fmla="*/ 6478792 h 6858000"/>
              <a:gd name="connsiteX83" fmla="*/ 2554006 w 13533620"/>
              <a:gd name="connsiteY83" fmla="*/ 6464876 h 6858000"/>
              <a:gd name="connsiteX84" fmla="*/ 2567115 w 13533620"/>
              <a:gd name="connsiteY84" fmla="*/ 6450960 h 6858000"/>
              <a:gd name="connsiteX85" fmla="*/ 2261581 w 13533620"/>
              <a:gd name="connsiteY85" fmla="*/ 6450960 h 6858000"/>
              <a:gd name="connsiteX86" fmla="*/ 2274690 w 13533620"/>
              <a:gd name="connsiteY86" fmla="*/ 6464876 h 6858000"/>
              <a:gd name="connsiteX87" fmla="*/ 2261581 w 13533620"/>
              <a:gd name="connsiteY87" fmla="*/ 6478792 h 6858000"/>
              <a:gd name="connsiteX88" fmla="*/ 2248472 w 13533620"/>
              <a:gd name="connsiteY88" fmla="*/ 6464876 h 6858000"/>
              <a:gd name="connsiteX89" fmla="*/ 2261581 w 13533620"/>
              <a:gd name="connsiteY89" fmla="*/ 6450960 h 6858000"/>
              <a:gd name="connsiteX90" fmla="*/ 1922935 w 13533620"/>
              <a:gd name="connsiteY90" fmla="*/ 6450960 h 6858000"/>
              <a:gd name="connsiteX91" fmla="*/ 1936044 w 13533620"/>
              <a:gd name="connsiteY91" fmla="*/ 6464876 h 6858000"/>
              <a:gd name="connsiteX92" fmla="*/ 1922935 w 13533620"/>
              <a:gd name="connsiteY92" fmla="*/ 6478792 h 6858000"/>
              <a:gd name="connsiteX93" fmla="*/ 1909826 w 13533620"/>
              <a:gd name="connsiteY93" fmla="*/ 6464876 h 6858000"/>
              <a:gd name="connsiteX94" fmla="*/ 1922935 w 13533620"/>
              <a:gd name="connsiteY94" fmla="*/ 6450960 h 6858000"/>
              <a:gd name="connsiteX95" fmla="*/ 2630119 w 13533620"/>
              <a:gd name="connsiteY95" fmla="*/ 6450153 h 6858000"/>
              <a:gd name="connsiteX96" fmla="*/ 2641515 w 13533620"/>
              <a:gd name="connsiteY96" fmla="*/ 6458926 h 6858000"/>
              <a:gd name="connsiteX97" fmla="*/ 2618926 w 13533620"/>
              <a:gd name="connsiteY97" fmla="*/ 6458926 h 6858000"/>
              <a:gd name="connsiteX98" fmla="*/ 2630119 w 13533620"/>
              <a:gd name="connsiteY98" fmla="*/ 6450153 h 6858000"/>
              <a:gd name="connsiteX99" fmla="*/ 2115378 w 13533620"/>
              <a:gd name="connsiteY99" fmla="*/ 6450153 h 6858000"/>
              <a:gd name="connsiteX100" fmla="*/ 2126773 w 13533620"/>
              <a:gd name="connsiteY100" fmla="*/ 6458926 h 6858000"/>
              <a:gd name="connsiteX101" fmla="*/ 2104184 w 13533620"/>
              <a:gd name="connsiteY101" fmla="*/ 6458926 h 6858000"/>
              <a:gd name="connsiteX102" fmla="*/ 2115378 w 13533620"/>
              <a:gd name="connsiteY102" fmla="*/ 6450153 h 6858000"/>
              <a:gd name="connsiteX103" fmla="*/ 2209682 w 13533620"/>
              <a:gd name="connsiteY103" fmla="*/ 6438859 h 6858000"/>
              <a:gd name="connsiteX104" fmla="*/ 2209682 w 13533620"/>
              <a:gd name="connsiteY104" fmla="*/ 6490893 h 6858000"/>
              <a:gd name="connsiteX105" fmla="*/ 2223699 w 13533620"/>
              <a:gd name="connsiteY105" fmla="*/ 6490893 h 6858000"/>
              <a:gd name="connsiteX106" fmla="*/ 2223699 w 13533620"/>
              <a:gd name="connsiteY106" fmla="*/ 6438859 h 6858000"/>
              <a:gd name="connsiteX107" fmla="*/ 2693263 w 13533620"/>
              <a:gd name="connsiteY107" fmla="*/ 6437851 h 6858000"/>
              <a:gd name="connsiteX108" fmla="*/ 2678237 w 13533620"/>
              <a:gd name="connsiteY108" fmla="*/ 6448136 h 6858000"/>
              <a:gd name="connsiteX109" fmla="*/ 2678237 w 13533620"/>
              <a:gd name="connsiteY109" fmla="*/ 6438859 h 6858000"/>
              <a:gd name="connsiteX110" fmla="*/ 2664220 w 13533620"/>
              <a:gd name="connsiteY110" fmla="*/ 6438859 h 6858000"/>
              <a:gd name="connsiteX111" fmla="*/ 2664220 w 13533620"/>
              <a:gd name="connsiteY111" fmla="*/ 6490893 h 6858000"/>
              <a:gd name="connsiteX112" fmla="*/ 2678237 w 13533620"/>
              <a:gd name="connsiteY112" fmla="*/ 6490893 h 6858000"/>
              <a:gd name="connsiteX113" fmla="*/ 2678237 w 13533620"/>
              <a:gd name="connsiteY113" fmla="*/ 6462557 h 6858000"/>
              <a:gd name="connsiteX114" fmla="*/ 2691649 w 13533620"/>
              <a:gd name="connsiteY114" fmla="*/ 6452674 h 6858000"/>
              <a:gd name="connsiteX115" fmla="*/ 2694170 w 13533620"/>
              <a:gd name="connsiteY115" fmla="*/ 6452674 h 6858000"/>
              <a:gd name="connsiteX116" fmla="*/ 2694170 w 13533620"/>
              <a:gd name="connsiteY116" fmla="*/ 6437851 h 6858000"/>
              <a:gd name="connsiteX117" fmla="*/ 1991889 w 13533620"/>
              <a:gd name="connsiteY117" fmla="*/ 6437851 h 6858000"/>
              <a:gd name="connsiteX118" fmla="*/ 1976864 w 13533620"/>
              <a:gd name="connsiteY118" fmla="*/ 6448136 h 6858000"/>
              <a:gd name="connsiteX119" fmla="*/ 1976864 w 13533620"/>
              <a:gd name="connsiteY119" fmla="*/ 6438859 h 6858000"/>
              <a:gd name="connsiteX120" fmla="*/ 1962847 w 13533620"/>
              <a:gd name="connsiteY120" fmla="*/ 6438859 h 6858000"/>
              <a:gd name="connsiteX121" fmla="*/ 1962847 w 13533620"/>
              <a:gd name="connsiteY121" fmla="*/ 6490893 h 6858000"/>
              <a:gd name="connsiteX122" fmla="*/ 1976864 w 13533620"/>
              <a:gd name="connsiteY122" fmla="*/ 6490893 h 6858000"/>
              <a:gd name="connsiteX123" fmla="*/ 1976864 w 13533620"/>
              <a:gd name="connsiteY123" fmla="*/ 6462557 h 6858000"/>
              <a:gd name="connsiteX124" fmla="*/ 1990276 w 13533620"/>
              <a:gd name="connsiteY124" fmla="*/ 6452674 h 6858000"/>
              <a:gd name="connsiteX125" fmla="*/ 1992797 w 13533620"/>
              <a:gd name="connsiteY125" fmla="*/ 6452674 h 6858000"/>
              <a:gd name="connsiteX126" fmla="*/ 1992797 w 13533620"/>
              <a:gd name="connsiteY126" fmla="*/ 6437851 h 6858000"/>
              <a:gd name="connsiteX127" fmla="*/ 2630119 w 13533620"/>
              <a:gd name="connsiteY127" fmla="*/ 6437447 h 6858000"/>
              <a:gd name="connsiteX128" fmla="*/ 2604203 w 13533620"/>
              <a:gd name="connsiteY128" fmla="*/ 6464876 h 6858000"/>
              <a:gd name="connsiteX129" fmla="*/ 2631329 w 13533620"/>
              <a:gd name="connsiteY129" fmla="*/ 6492405 h 6858000"/>
              <a:gd name="connsiteX130" fmla="*/ 2654321 w 13533620"/>
              <a:gd name="connsiteY130" fmla="*/ 6480607 h 6858000"/>
              <a:gd name="connsiteX131" fmla="*/ 2644842 w 13533620"/>
              <a:gd name="connsiteY131" fmla="*/ 6472540 h 6858000"/>
              <a:gd name="connsiteX132" fmla="*/ 2631329 w 13533620"/>
              <a:gd name="connsiteY132" fmla="*/ 6479699 h 6858000"/>
              <a:gd name="connsiteX133" fmla="*/ 2618724 w 13533620"/>
              <a:gd name="connsiteY133" fmla="*/ 6468909 h 6858000"/>
              <a:gd name="connsiteX134" fmla="*/ 2655733 w 13533620"/>
              <a:gd name="connsiteY134" fmla="*/ 6468909 h 6858000"/>
              <a:gd name="connsiteX135" fmla="*/ 2656136 w 13533620"/>
              <a:gd name="connsiteY135" fmla="*/ 6464271 h 6858000"/>
              <a:gd name="connsiteX136" fmla="*/ 2630119 w 13533620"/>
              <a:gd name="connsiteY136" fmla="*/ 6437447 h 6858000"/>
              <a:gd name="connsiteX137" fmla="*/ 2563989 w 13533620"/>
              <a:gd name="connsiteY137" fmla="*/ 6437447 h 6858000"/>
              <a:gd name="connsiteX138" fmla="*/ 2539484 w 13533620"/>
              <a:gd name="connsiteY138" fmla="*/ 6464876 h 6858000"/>
              <a:gd name="connsiteX139" fmla="*/ 2563989 w 13533620"/>
              <a:gd name="connsiteY139" fmla="*/ 6492405 h 6858000"/>
              <a:gd name="connsiteX140" fmla="*/ 2580224 w 13533620"/>
              <a:gd name="connsiteY140" fmla="*/ 6483430 h 6858000"/>
              <a:gd name="connsiteX141" fmla="*/ 2580224 w 13533620"/>
              <a:gd name="connsiteY141" fmla="*/ 6490893 h 6858000"/>
              <a:gd name="connsiteX142" fmla="*/ 2594241 w 13533620"/>
              <a:gd name="connsiteY142" fmla="*/ 6490893 h 6858000"/>
              <a:gd name="connsiteX143" fmla="*/ 2594241 w 13533620"/>
              <a:gd name="connsiteY143" fmla="*/ 6438859 h 6858000"/>
              <a:gd name="connsiteX144" fmla="*/ 2580224 w 13533620"/>
              <a:gd name="connsiteY144" fmla="*/ 6438859 h 6858000"/>
              <a:gd name="connsiteX145" fmla="*/ 2580224 w 13533620"/>
              <a:gd name="connsiteY145" fmla="*/ 6446422 h 6858000"/>
              <a:gd name="connsiteX146" fmla="*/ 2563989 w 13533620"/>
              <a:gd name="connsiteY146" fmla="*/ 6437447 h 6858000"/>
              <a:gd name="connsiteX147" fmla="*/ 2404464 w 13533620"/>
              <a:gd name="connsiteY147" fmla="*/ 6437447 h 6858000"/>
              <a:gd name="connsiteX148" fmla="*/ 2376934 w 13533620"/>
              <a:gd name="connsiteY148" fmla="*/ 6464876 h 6858000"/>
              <a:gd name="connsiteX149" fmla="*/ 2404464 w 13533620"/>
              <a:gd name="connsiteY149" fmla="*/ 6492304 h 6858000"/>
              <a:gd name="connsiteX150" fmla="*/ 2432094 w 13533620"/>
              <a:gd name="connsiteY150" fmla="*/ 6464876 h 6858000"/>
              <a:gd name="connsiteX151" fmla="*/ 2404464 w 13533620"/>
              <a:gd name="connsiteY151" fmla="*/ 6437447 h 6858000"/>
              <a:gd name="connsiteX152" fmla="*/ 2258455 w 13533620"/>
              <a:gd name="connsiteY152" fmla="*/ 6437447 h 6858000"/>
              <a:gd name="connsiteX153" fmla="*/ 2233951 w 13533620"/>
              <a:gd name="connsiteY153" fmla="*/ 6464876 h 6858000"/>
              <a:gd name="connsiteX154" fmla="*/ 2258455 w 13533620"/>
              <a:gd name="connsiteY154" fmla="*/ 6492405 h 6858000"/>
              <a:gd name="connsiteX155" fmla="*/ 2274690 w 13533620"/>
              <a:gd name="connsiteY155" fmla="*/ 6483430 h 6858000"/>
              <a:gd name="connsiteX156" fmla="*/ 2274690 w 13533620"/>
              <a:gd name="connsiteY156" fmla="*/ 6490893 h 6858000"/>
              <a:gd name="connsiteX157" fmla="*/ 2288707 w 13533620"/>
              <a:gd name="connsiteY157" fmla="*/ 6490893 h 6858000"/>
              <a:gd name="connsiteX158" fmla="*/ 2288707 w 13533620"/>
              <a:gd name="connsiteY158" fmla="*/ 6438859 h 6858000"/>
              <a:gd name="connsiteX159" fmla="*/ 2274690 w 13533620"/>
              <a:gd name="connsiteY159" fmla="*/ 6438859 h 6858000"/>
              <a:gd name="connsiteX160" fmla="*/ 2274690 w 13533620"/>
              <a:gd name="connsiteY160" fmla="*/ 6446422 h 6858000"/>
              <a:gd name="connsiteX161" fmla="*/ 2258455 w 13533620"/>
              <a:gd name="connsiteY161" fmla="*/ 6437447 h 6858000"/>
              <a:gd name="connsiteX162" fmla="*/ 2180631 w 13533620"/>
              <a:gd name="connsiteY162" fmla="*/ 6437447 h 6858000"/>
              <a:gd name="connsiteX163" fmla="*/ 2165001 w 13533620"/>
              <a:gd name="connsiteY163" fmla="*/ 6444809 h 6858000"/>
              <a:gd name="connsiteX164" fmla="*/ 2165001 w 13533620"/>
              <a:gd name="connsiteY164" fmla="*/ 6438859 h 6858000"/>
              <a:gd name="connsiteX165" fmla="*/ 2150984 w 13533620"/>
              <a:gd name="connsiteY165" fmla="*/ 6438859 h 6858000"/>
              <a:gd name="connsiteX166" fmla="*/ 2150984 w 13533620"/>
              <a:gd name="connsiteY166" fmla="*/ 6490893 h 6858000"/>
              <a:gd name="connsiteX167" fmla="*/ 2165001 w 13533620"/>
              <a:gd name="connsiteY167" fmla="*/ 6490893 h 6858000"/>
              <a:gd name="connsiteX168" fmla="*/ 2165001 w 13533620"/>
              <a:gd name="connsiteY168" fmla="*/ 6459733 h 6858000"/>
              <a:gd name="connsiteX169" fmla="*/ 2174581 w 13533620"/>
              <a:gd name="connsiteY169" fmla="*/ 6449750 h 6858000"/>
              <a:gd name="connsiteX170" fmla="*/ 2183555 w 13533620"/>
              <a:gd name="connsiteY170" fmla="*/ 6459229 h 6858000"/>
              <a:gd name="connsiteX171" fmla="*/ 2183555 w 13533620"/>
              <a:gd name="connsiteY171" fmla="*/ 6490893 h 6858000"/>
              <a:gd name="connsiteX172" fmla="*/ 2197572 w 13533620"/>
              <a:gd name="connsiteY172" fmla="*/ 6490893 h 6858000"/>
              <a:gd name="connsiteX173" fmla="*/ 2197572 w 13533620"/>
              <a:gd name="connsiteY173" fmla="*/ 6456708 h 6858000"/>
              <a:gd name="connsiteX174" fmla="*/ 2180631 w 13533620"/>
              <a:gd name="connsiteY174" fmla="*/ 6437447 h 6858000"/>
              <a:gd name="connsiteX175" fmla="*/ 2115378 w 13533620"/>
              <a:gd name="connsiteY175" fmla="*/ 6437447 h 6858000"/>
              <a:gd name="connsiteX176" fmla="*/ 2089462 w 13533620"/>
              <a:gd name="connsiteY176" fmla="*/ 6464876 h 6858000"/>
              <a:gd name="connsiteX177" fmla="*/ 2116588 w 13533620"/>
              <a:gd name="connsiteY177" fmla="*/ 6492405 h 6858000"/>
              <a:gd name="connsiteX178" fmla="*/ 2139580 w 13533620"/>
              <a:gd name="connsiteY178" fmla="*/ 6480607 h 6858000"/>
              <a:gd name="connsiteX179" fmla="*/ 2130100 w 13533620"/>
              <a:gd name="connsiteY179" fmla="*/ 6472540 h 6858000"/>
              <a:gd name="connsiteX180" fmla="*/ 2116588 w 13533620"/>
              <a:gd name="connsiteY180" fmla="*/ 6479699 h 6858000"/>
              <a:gd name="connsiteX181" fmla="*/ 2103983 w 13533620"/>
              <a:gd name="connsiteY181" fmla="*/ 6468909 h 6858000"/>
              <a:gd name="connsiteX182" fmla="*/ 2140991 w 13533620"/>
              <a:gd name="connsiteY182" fmla="*/ 6468909 h 6858000"/>
              <a:gd name="connsiteX183" fmla="*/ 2141395 w 13533620"/>
              <a:gd name="connsiteY183" fmla="*/ 6464271 h 6858000"/>
              <a:gd name="connsiteX184" fmla="*/ 2115378 w 13533620"/>
              <a:gd name="connsiteY184" fmla="*/ 6437447 h 6858000"/>
              <a:gd name="connsiteX185" fmla="*/ 2031022 w 13533620"/>
              <a:gd name="connsiteY185" fmla="*/ 6437447 h 6858000"/>
              <a:gd name="connsiteX186" fmla="*/ 2015996 w 13533620"/>
              <a:gd name="connsiteY186" fmla="*/ 6444809 h 6858000"/>
              <a:gd name="connsiteX187" fmla="*/ 2015996 w 13533620"/>
              <a:gd name="connsiteY187" fmla="*/ 6438859 h 6858000"/>
              <a:gd name="connsiteX188" fmla="*/ 2001980 w 13533620"/>
              <a:gd name="connsiteY188" fmla="*/ 6438859 h 6858000"/>
              <a:gd name="connsiteX189" fmla="*/ 2001980 w 13533620"/>
              <a:gd name="connsiteY189" fmla="*/ 6490893 h 6858000"/>
              <a:gd name="connsiteX190" fmla="*/ 2015996 w 13533620"/>
              <a:gd name="connsiteY190" fmla="*/ 6490893 h 6858000"/>
              <a:gd name="connsiteX191" fmla="*/ 2015996 w 13533620"/>
              <a:gd name="connsiteY191" fmla="*/ 6460036 h 6858000"/>
              <a:gd name="connsiteX192" fmla="*/ 2024971 w 13533620"/>
              <a:gd name="connsiteY192" fmla="*/ 6449750 h 6858000"/>
              <a:gd name="connsiteX193" fmla="*/ 2033543 w 13533620"/>
              <a:gd name="connsiteY193" fmla="*/ 6459632 h 6858000"/>
              <a:gd name="connsiteX194" fmla="*/ 2033543 w 13533620"/>
              <a:gd name="connsiteY194" fmla="*/ 6490893 h 6858000"/>
              <a:gd name="connsiteX195" fmla="*/ 2047459 w 13533620"/>
              <a:gd name="connsiteY195" fmla="*/ 6490893 h 6858000"/>
              <a:gd name="connsiteX196" fmla="*/ 2047459 w 13533620"/>
              <a:gd name="connsiteY196" fmla="*/ 6458523 h 6858000"/>
              <a:gd name="connsiteX197" fmla="*/ 2056535 w 13533620"/>
              <a:gd name="connsiteY197" fmla="*/ 6449750 h 6858000"/>
              <a:gd name="connsiteX198" fmla="*/ 2065106 w 13533620"/>
              <a:gd name="connsiteY198" fmla="*/ 6459632 h 6858000"/>
              <a:gd name="connsiteX199" fmla="*/ 2065106 w 13533620"/>
              <a:gd name="connsiteY199" fmla="*/ 6490893 h 6858000"/>
              <a:gd name="connsiteX200" fmla="*/ 2079123 w 13533620"/>
              <a:gd name="connsiteY200" fmla="*/ 6490893 h 6858000"/>
              <a:gd name="connsiteX201" fmla="*/ 2079123 w 13533620"/>
              <a:gd name="connsiteY201" fmla="*/ 6457010 h 6858000"/>
              <a:gd name="connsiteX202" fmla="*/ 2061173 w 13533620"/>
              <a:gd name="connsiteY202" fmla="*/ 6437447 h 6858000"/>
              <a:gd name="connsiteX203" fmla="*/ 2045140 w 13533620"/>
              <a:gd name="connsiteY203" fmla="*/ 6445716 h 6858000"/>
              <a:gd name="connsiteX204" fmla="*/ 2031022 w 13533620"/>
              <a:gd name="connsiteY204" fmla="*/ 6437447 h 6858000"/>
              <a:gd name="connsiteX205" fmla="*/ 1919809 w 13533620"/>
              <a:gd name="connsiteY205" fmla="*/ 6437447 h 6858000"/>
              <a:gd name="connsiteX206" fmla="*/ 1895305 w 13533620"/>
              <a:gd name="connsiteY206" fmla="*/ 6464876 h 6858000"/>
              <a:gd name="connsiteX207" fmla="*/ 1919809 w 13533620"/>
              <a:gd name="connsiteY207" fmla="*/ 6492405 h 6858000"/>
              <a:gd name="connsiteX208" fmla="*/ 1936044 w 13533620"/>
              <a:gd name="connsiteY208" fmla="*/ 6483430 h 6858000"/>
              <a:gd name="connsiteX209" fmla="*/ 1936044 w 13533620"/>
              <a:gd name="connsiteY209" fmla="*/ 6490893 h 6858000"/>
              <a:gd name="connsiteX210" fmla="*/ 1950061 w 13533620"/>
              <a:gd name="connsiteY210" fmla="*/ 6490893 h 6858000"/>
              <a:gd name="connsiteX211" fmla="*/ 1950061 w 13533620"/>
              <a:gd name="connsiteY211" fmla="*/ 6438859 h 6858000"/>
              <a:gd name="connsiteX212" fmla="*/ 1936044 w 13533620"/>
              <a:gd name="connsiteY212" fmla="*/ 6438859 h 6858000"/>
              <a:gd name="connsiteX213" fmla="*/ 1936044 w 13533620"/>
              <a:gd name="connsiteY213" fmla="*/ 6446422 h 6858000"/>
              <a:gd name="connsiteX214" fmla="*/ 1919809 w 13533620"/>
              <a:gd name="connsiteY214" fmla="*/ 6437447 h 6858000"/>
              <a:gd name="connsiteX215" fmla="*/ 1842523 w 13533620"/>
              <a:gd name="connsiteY215" fmla="*/ 6433615 h 6858000"/>
              <a:gd name="connsiteX216" fmla="*/ 1860069 w 13533620"/>
              <a:gd name="connsiteY216" fmla="*/ 6433615 h 6858000"/>
              <a:gd name="connsiteX217" fmla="*/ 1868741 w 13533620"/>
              <a:gd name="connsiteY217" fmla="*/ 6441078 h 6858000"/>
              <a:gd name="connsiteX218" fmla="*/ 1860069 w 13533620"/>
              <a:gd name="connsiteY218" fmla="*/ 6448439 h 6858000"/>
              <a:gd name="connsiteX219" fmla="*/ 1842523 w 13533620"/>
              <a:gd name="connsiteY219" fmla="*/ 6448439 h 6858000"/>
              <a:gd name="connsiteX220" fmla="*/ 2461627 w 13533620"/>
              <a:gd name="connsiteY220" fmla="*/ 6423632 h 6858000"/>
              <a:gd name="connsiteX221" fmla="*/ 2447610 w 13533620"/>
              <a:gd name="connsiteY221" fmla="*/ 6427666 h 6858000"/>
              <a:gd name="connsiteX222" fmla="*/ 2447610 w 13533620"/>
              <a:gd name="connsiteY222" fmla="*/ 6438859 h 6858000"/>
              <a:gd name="connsiteX223" fmla="*/ 2438837 w 13533620"/>
              <a:gd name="connsiteY223" fmla="*/ 6438859 h 6858000"/>
              <a:gd name="connsiteX224" fmla="*/ 2438837 w 13533620"/>
              <a:gd name="connsiteY224" fmla="*/ 6450758 h 6858000"/>
              <a:gd name="connsiteX225" fmla="*/ 2447610 w 13533620"/>
              <a:gd name="connsiteY225" fmla="*/ 6450758 h 6858000"/>
              <a:gd name="connsiteX226" fmla="*/ 2447610 w 13533620"/>
              <a:gd name="connsiteY226" fmla="*/ 6472943 h 6858000"/>
              <a:gd name="connsiteX227" fmla="*/ 2465661 w 13533620"/>
              <a:gd name="connsiteY227" fmla="*/ 6492103 h 6858000"/>
              <a:gd name="connsiteX228" fmla="*/ 2473627 w 13533620"/>
              <a:gd name="connsiteY228" fmla="*/ 6491195 h 6858000"/>
              <a:gd name="connsiteX229" fmla="*/ 2473627 w 13533620"/>
              <a:gd name="connsiteY229" fmla="*/ 6479296 h 6858000"/>
              <a:gd name="connsiteX230" fmla="*/ 2469695 w 13533620"/>
              <a:gd name="connsiteY230" fmla="*/ 6479699 h 6858000"/>
              <a:gd name="connsiteX231" fmla="*/ 2461627 w 13533620"/>
              <a:gd name="connsiteY231" fmla="*/ 6471733 h 6858000"/>
              <a:gd name="connsiteX232" fmla="*/ 2461627 w 13533620"/>
              <a:gd name="connsiteY232" fmla="*/ 6450758 h 6858000"/>
              <a:gd name="connsiteX233" fmla="*/ 2473627 w 13533620"/>
              <a:gd name="connsiteY233" fmla="*/ 6450758 h 6858000"/>
              <a:gd name="connsiteX234" fmla="*/ 2473627 w 13533620"/>
              <a:gd name="connsiteY234" fmla="*/ 6438859 h 6858000"/>
              <a:gd name="connsiteX235" fmla="*/ 2461627 w 13533620"/>
              <a:gd name="connsiteY235" fmla="*/ 6438859 h 6858000"/>
              <a:gd name="connsiteX236" fmla="*/ 2483609 w 13533620"/>
              <a:gd name="connsiteY236" fmla="*/ 6420305 h 6858000"/>
              <a:gd name="connsiteX237" fmla="*/ 2483609 w 13533620"/>
              <a:gd name="connsiteY237" fmla="*/ 6490893 h 6858000"/>
              <a:gd name="connsiteX238" fmla="*/ 2497626 w 13533620"/>
              <a:gd name="connsiteY238" fmla="*/ 6490893 h 6858000"/>
              <a:gd name="connsiteX239" fmla="*/ 2497626 w 13533620"/>
              <a:gd name="connsiteY239" fmla="*/ 6459733 h 6858000"/>
              <a:gd name="connsiteX240" fmla="*/ 2507206 w 13533620"/>
              <a:gd name="connsiteY240" fmla="*/ 6449750 h 6858000"/>
              <a:gd name="connsiteX241" fmla="*/ 2516181 w 13533620"/>
              <a:gd name="connsiteY241" fmla="*/ 6459229 h 6858000"/>
              <a:gd name="connsiteX242" fmla="*/ 2516181 w 13533620"/>
              <a:gd name="connsiteY242" fmla="*/ 6490893 h 6858000"/>
              <a:gd name="connsiteX243" fmla="*/ 2530198 w 13533620"/>
              <a:gd name="connsiteY243" fmla="*/ 6490893 h 6858000"/>
              <a:gd name="connsiteX244" fmla="*/ 2530198 w 13533620"/>
              <a:gd name="connsiteY244" fmla="*/ 6456708 h 6858000"/>
              <a:gd name="connsiteX245" fmla="*/ 2513256 w 13533620"/>
              <a:gd name="connsiteY245" fmla="*/ 6437447 h 6858000"/>
              <a:gd name="connsiteX246" fmla="*/ 2497626 w 13533620"/>
              <a:gd name="connsiteY246" fmla="*/ 6444809 h 6858000"/>
              <a:gd name="connsiteX247" fmla="*/ 2497626 w 13533620"/>
              <a:gd name="connsiteY247" fmla="*/ 6420305 h 6858000"/>
              <a:gd name="connsiteX248" fmla="*/ 1827396 w 13533620"/>
              <a:gd name="connsiteY248" fmla="*/ 6420305 h 6858000"/>
              <a:gd name="connsiteX249" fmla="*/ 1827396 w 13533620"/>
              <a:gd name="connsiteY249" fmla="*/ 6490893 h 6858000"/>
              <a:gd name="connsiteX250" fmla="*/ 1862287 w 13533620"/>
              <a:gd name="connsiteY250" fmla="*/ 6490893 h 6858000"/>
              <a:gd name="connsiteX251" fmla="*/ 1886187 w 13533620"/>
              <a:gd name="connsiteY251" fmla="*/ 6471229 h 6858000"/>
              <a:gd name="connsiteX252" fmla="*/ 1873884 w 13533620"/>
              <a:gd name="connsiteY252" fmla="*/ 6454691 h 6858000"/>
              <a:gd name="connsiteX253" fmla="*/ 1884372 w 13533620"/>
              <a:gd name="connsiteY253" fmla="*/ 6438960 h 6858000"/>
              <a:gd name="connsiteX254" fmla="*/ 1862187 w 13533620"/>
              <a:gd name="connsiteY254" fmla="*/ 6420305 h 6858000"/>
              <a:gd name="connsiteX255" fmla="*/ 2335880 w 13533620"/>
              <a:gd name="connsiteY255" fmla="*/ 6419094 h 6858000"/>
              <a:gd name="connsiteX256" fmla="*/ 2299980 w 13533620"/>
              <a:gd name="connsiteY256" fmla="*/ 6455800 h 6858000"/>
              <a:gd name="connsiteX257" fmla="*/ 2333661 w 13533620"/>
              <a:gd name="connsiteY257" fmla="*/ 6492405 h 6858000"/>
              <a:gd name="connsiteX258" fmla="*/ 2354233 w 13533620"/>
              <a:gd name="connsiteY258" fmla="*/ 6482624 h 6858000"/>
              <a:gd name="connsiteX259" fmla="*/ 2354233 w 13533620"/>
              <a:gd name="connsiteY259" fmla="*/ 6490893 h 6858000"/>
              <a:gd name="connsiteX260" fmla="*/ 2367846 w 13533620"/>
              <a:gd name="connsiteY260" fmla="*/ 6490893 h 6858000"/>
              <a:gd name="connsiteX261" fmla="*/ 2367846 w 13533620"/>
              <a:gd name="connsiteY261" fmla="*/ 6452977 h 6858000"/>
              <a:gd name="connsiteX262" fmla="*/ 2336182 w 13533620"/>
              <a:gd name="connsiteY262" fmla="*/ 6452977 h 6858000"/>
              <a:gd name="connsiteX263" fmla="*/ 2336182 w 13533620"/>
              <a:gd name="connsiteY263" fmla="*/ 6466489 h 6858000"/>
              <a:gd name="connsiteX264" fmla="*/ 2352922 w 13533620"/>
              <a:gd name="connsiteY264" fmla="*/ 6466489 h 6858000"/>
              <a:gd name="connsiteX265" fmla="*/ 2336082 w 13533620"/>
              <a:gd name="connsiteY265" fmla="*/ 6478086 h 6858000"/>
              <a:gd name="connsiteX266" fmla="*/ 2316014 w 13533620"/>
              <a:gd name="connsiteY266" fmla="*/ 6455800 h 6858000"/>
              <a:gd name="connsiteX267" fmla="*/ 2335880 w 13533620"/>
              <a:gd name="connsiteY267" fmla="*/ 6433414 h 6858000"/>
              <a:gd name="connsiteX268" fmla="*/ 2353628 w 13533620"/>
              <a:gd name="connsiteY268" fmla="*/ 6443699 h 6858000"/>
              <a:gd name="connsiteX269" fmla="*/ 2366334 w 13533620"/>
              <a:gd name="connsiteY269" fmla="*/ 6435229 h 6858000"/>
              <a:gd name="connsiteX270" fmla="*/ 2335880 w 13533620"/>
              <a:gd name="connsiteY270" fmla="*/ 6419094 h 6858000"/>
              <a:gd name="connsiteX271" fmla="*/ 2216741 w 13533620"/>
              <a:gd name="connsiteY271" fmla="*/ 6416674 h 6858000"/>
              <a:gd name="connsiteX272" fmla="*/ 2208371 w 13533620"/>
              <a:gd name="connsiteY272" fmla="*/ 6424943 h 6858000"/>
              <a:gd name="connsiteX273" fmla="*/ 2216741 w 13533620"/>
              <a:gd name="connsiteY273" fmla="*/ 6433313 h 6858000"/>
              <a:gd name="connsiteX274" fmla="*/ 2225111 w 13533620"/>
              <a:gd name="connsiteY274" fmla="*/ 6424943 h 6858000"/>
              <a:gd name="connsiteX275" fmla="*/ 2216741 w 13533620"/>
              <a:gd name="connsiteY275" fmla="*/ 6416674 h 6858000"/>
              <a:gd name="connsiteX276" fmla="*/ 1341620 w 13533620"/>
              <a:gd name="connsiteY276" fmla="*/ 786751 h 6858000"/>
              <a:gd name="connsiteX277" fmla="*/ 1813492 w 13533620"/>
              <a:gd name="connsiteY277" fmla="*/ 2680582 h 6858000"/>
              <a:gd name="connsiteX278" fmla="*/ 2144496 w 13533620"/>
              <a:gd name="connsiteY278" fmla="*/ 2879540 h 6858000"/>
              <a:gd name="connsiteX279" fmla="*/ 2199279 w 13533620"/>
              <a:gd name="connsiteY279" fmla="*/ 2865890 h 6858000"/>
              <a:gd name="connsiteX280" fmla="*/ 2246357 w 13533620"/>
              <a:gd name="connsiteY280" fmla="*/ 2862396 h 6858000"/>
              <a:gd name="connsiteX281" fmla="*/ 13533620 w 13533620"/>
              <a:gd name="connsiteY281" fmla="*/ 872148 h 6858000"/>
              <a:gd name="connsiteX282" fmla="*/ 13533620 w 13533620"/>
              <a:gd name="connsiteY282" fmla="*/ 6858000 h 6858000"/>
              <a:gd name="connsiteX283" fmla="*/ 1464375 w 13533620"/>
              <a:gd name="connsiteY283" fmla="*/ 6858000 h 6858000"/>
              <a:gd name="connsiteX284" fmla="*/ 1341620 w 13533620"/>
              <a:gd name="connsiteY284" fmla="*/ 6858000 h 6858000"/>
              <a:gd name="connsiteX285" fmla="*/ 0 w 13533620"/>
              <a:gd name="connsiteY285" fmla="*/ 6858000 h 6858000"/>
              <a:gd name="connsiteX286" fmla="*/ 0 w 13533620"/>
              <a:gd name="connsiteY286" fmla="*/ 5516563 h 6858000"/>
              <a:gd name="connsiteX287" fmla="*/ 1341620 w 13533620"/>
              <a:gd name="connsiteY287" fmla="*/ 5516563 h 6858000"/>
              <a:gd name="connsiteX288" fmla="*/ 1341620 w 13533620"/>
              <a:gd name="connsiteY288" fmla="*/ 0 h 6858000"/>
              <a:gd name="connsiteX289" fmla="*/ 1341621 w 13533620"/>
              <a:gd name="connsiteY289" fmla="*/ 0 h 6858000"/>
              <a:gd name="connsiteX290" fmla="*/ 1341620 w 13533620"/>
              <a:gd name="connsiteY290" fmla="*/ 7867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13533620" h="6858000">
                <a:moveTo>
                  <a:pt x="2034882" y="6562790"/>
                </a:moveTo>
                <a:cubicBezTo>
                  <a:pt x="2042872" y="6562790"/>
                  <a:pt x="2049409" y="6568497"/>
                  <a:pt x="2050862" y="6577940"/>
                </a:cubicBezTo>
                <a:lnTo>
                  <a:pt x="2018280" y="6577940"/>
                </a:lnTo>
                <a:cubicBezTo>
                  <a:pt x="2019837" y="6568705"/>
                  <a:pt x="2026270" y="6562790"/>
                  <a:pt x="2034882" y="6562790"/>
                </a:cubicBezTo>
                <a:close/>
                <a:moveTo>
                  <a:pt x="1910985" y="6562790"/>
                </a:moveTo>
                <a:cubicBezTo>
                  <a:pt x="1918975" y="6562790"/>
                  <a:pt x="1925512" y="6568497"/>
                  <a:pt x="1926965" y="6577940"/>
                </a:cubicBezTo>
                <a:lnTo>
                  <a:pt x="1894383" y="6577940"/>
                </a:lnTo>
                <a:cubicBezTo>
                  <a:pt x="1895940" y="6568705"/>
                  <a:pt x="1902373" y="6562790"/>
                  <a:pt x="1910985" y="6562790"/>
                </a:cubicBezTo>
                <a:close/>
                <a:moveTo>
                  <a:pt x="1947320" y="6556045"/>
                </a:moveTo>
                <a:lnTo>
                  <a:pt x="1947320" y="6608757"/>
                </a:lnTo>
                <a:lnTo>
                  <a:pt x="1956036" y="6608757"/>
                </a:lnTo>
                <a:lnTo>
                  <a:pt x="1956036" y="6556045"/>
                </a:lnTo>
                <a:close/>
                <a:moveTo>
                  <a:pt x="2034882" y="6554697"/>
                </a:moveTo>
                <a:cubicBezTo>
                  <a:pt x="2020148" y="6554697"/>
                  <a:pt x="2009149" y="6566318"/>
                  <a:pt x="2009149" y="6582401"/>
                </a:cubicBezTo>
                <a:cubicBezTo>
                  <a:pt x="2009149" y="6598381"/>
                  <a:pt x="2020355" y="6610106"/>
                  <a:pt x="2035401" y="6610106"/>
                </a:cubicBezTo>
                <a:cubicBezTo>
                  <a:pt x="2045155" y="6610106"/>
                  <a:pt x="2053664" y="6605437"/>
                  <a:pt x="2058022" y="6598485"/>
                </a:cubicBezTo>
                <a:lnTo>
                  <a:pt x="2051900" y="6593297"/>
                </a:lnTo>
                <a:cubicBezTo>
                  <a:pt x="2048579" y="6598692"/>
                  <a:pt x="2042665" y="6602013"/>
                  <a:pt x="2035401" y="6602013"/>
                </a:cubicBezTo>
                <a:cubicBezTo>
                  <a:pt x="2026166" y="6602013"/>
                  <a:pt x="2019318" y="6595268"/>
                  <a:pt x="2018176" y="6585203"/>
                </a:cubicBezTo>
                <a:lnTo>
                  <a:pt x="2059786" y="6585203"/>
                </a:lnTo>
                <a:cubicBezTo>
                  <a:pt x="2059890" y="6584165"/>
                  <a:pt x="2059993" y="6583024"/>
                  <a:pt x="2059993" y="6582090"/>
                </a:cubicBezTo>
                <a:cubicBezTo>
                  <a:pt x="2059993" y="6566629"/>
                  <a:pt x="2049409" y="6554697"/>
                  <a:pt x="2034882" y="6554697"/>
                </a:cubicBezTo>
                <a:close/>
                <a:moveTo>
                  <a:pt x="1910985" y="6554697"/>
                </a:moveTo>
                <a:cubicBezTo>
                  <a:pt x="1896251" y="6554697"/>
                  <a:pt x="1885252" y="6566318"/>
                  <a:pt x="1885252" y="6582401"/>
                </a:cubicBezTo>
                <a:cubicBezTo>
                  <a:pt x="1885252" y="6598381"/>
                  <a:pt x="1896458" y="6610106"/>
                  <a:pt x="1911504" y="6610106"/>
                </a:cubicBezTo>
                <a:cubicBezTo>
                  <a:pt x="1921258" y="6610106"/>
                  <a:pt x="1929767" y="6605437"/>
                  <a:pt x="1934125" y="6598485"/>
                </a:cubicBezTo>
                <a:lnTo>
                  <a:pt x="1928003" y="6593297"/>
                </a:lnTo>
                <a:cubicBezTo>
                  <a:pt x="1924682" y="6598692"/>
                  <a:pt x="1918768" y="6602013"/>
                  <a:pt x="1911504" y="6602013"/>
                </a:cubicBezTo>
                <a:cubicBezTo>
                  <a:pt x="1902269" y="6602013"/>
                  <a:pt x="1895421" y="6595268"/>
                  <a:pt x="1894279" y="6585203"/>
                </a:cubicBezTo>
                <a:lnTo>
                  <a:pt x="1935889" y="6585203"/>
                </a:lnTo>
                <a:cubicBezTo>
                  <a:pt x="1935993" y="6584165"/>
                  <a:pt x="1936096" y="6583024"/>
                  <a:pt x="1936096" y="6582090"/>
                </a:cubicBezTo>
                <a:cubicBezTo>
                  <a:pt x="1936096" y="6566629"/>
                  <a:pt x="1925512" y="6554697"/>
                  <a:pt x="1910985" y="6554697"/>
                </a:cubicBezTo>
                <a:close/>
                <a:moveTo>
                  <a:pt x="1985277" y="6541207"/>
                </a:moveTo>
                <a:lnTo>
                  <a:pt x="1976561" y="6544216"/>
                </a:lnTo>
                <a:lnTo>
                  <a:pt x="1976561" y="6556045"/>
                </a:lnTo>
                <a:lnTo>
                  <a:pt x="1966807" y="6556045"/>
                </a:lnTo>
                <a:lnTo>
                  <a:pt x="1966807" y="6563620"/>
                </a:lnTo>
                <a:lnTo>
                  <a:pt x="1976561" y="6563620"/>
                </a:lnTo>
                <a:lnTo>
                  <a:pt x="1976561" y="6593608"/>
                </a:lnTo>
                <a:cubicBezTo>
                  <a:pt x="1976561" y="6603881"/>
                  <a:pt x="1982164" y="6609899"/>
                  <a:pt x="1991918" y="6609899"/>
                </a:cubicBezTo>
                <a:cubicBezTo>
                  <a:pt x="1994720" y="6609899"/>
                  <a:pt x="1997210" y="6609484"/>
                  <a:pt x="1998974" y="6608757"/>
                </a:cubicBezTo>
                <a:lnTo>
                  <a:pt x="1998974" y="6600975"/>
                </a:lnTo>
                <a:cubicBezTo>
                  <a:pt x="1997418" y="6601598"/>
                  <a:pt x="1995654" y="6601909"/>
                  <a:pt x="1993993" y="6601909"/>
                </a:cubicBezTo>
                <a:cubicBezTo>
                  <a:pt x="1988182" y="6601909"/>
                  <a:pt x="1985277" y="6598692"/>
                  <a:pt x="1985277" y="6592778"/>
                </a:cubicBezTo>
                <a:lnTo>
                  <a:pt x="1985277" y="6563620"/>
                </a:lnTo>
                <a:lnTo>
                  <a:pt x="1998974" y="6563620"/>
                </a:lnTo>
                <a:lnTo>
                  <a:pt x="1998974" y="6556045"/>
                </a:lnTo>
                <a:lnTo>
                  <a:pt x="1985277" y="6556045"/>
                </a:lnTo>
                <a:close/>
                <a:moveTo>
                  <a:pt x="1851208" y="6534878"/>
                </a:moveTo>
                <a:cubicBezTo>
                  <a:pt x="1835540" y="6534878"/>
                  <a:pt x="1825993" y="6542867"/>
                  <a:pt x="1825993" y="6554800"/>
                </a:cubicBezTo>
                <a:cubicBezTo>
                  <a:pt x="1825993" y="6565799"/>
                  <a:pt x="1831908" y="6571921"/>
                  <a:pt x="1844671" y="6574723"/>
                </a:cubicBezTo>
                <a:lnTo>
                  <a:pt x="1853283" y="6576591"/>
                </a:lnTo>
                <a:cubicBezTo>
                  <a:pt x="1861896" y="6578562"/>
                  <a:pt x="1866565" y="6582401"/>
                  <a:pt x="1866565" y="6589354"/>
                </a:cubicBezTo>
                <a:cubicBezTo>
                  <a:pt x="1866565" y="6597032"/>
                  <a:pt x="1860443" y="6601701"/>
                  <a:pt x="1849340" y="6601701"/>
                </a:cubicBezTo>
                <a:cubicBezTo>
                  <a:pt x="1841662" y="6601701"/>
                  <a:pt x="1833879" y="6599107"/>
                  <a:pt x="1827238" y="6593815"/>
                </a:cubicBezTo>
                <a:lnTo>
                  <a:pt x="1827238" y="6603569"/>
                </a:lnTo>
                <a:cubicBezTo>
                  <a:pt x="1833361" y="6607720"/>
                  <a:pt x="1841454" y="6610003"/>
                  <a:pt x="1849340" y="6610003"/>
                </a:cubicBezTo>
                <a:cubicBezTo>
                  <a:pt x="1865735" y="6610003"/>
                  <a:pt x="1875904" y="6602117"/>
                  <a:pt x="1875904" y="6589042"/>
                </a:cubicBezTo>
                <a:cubicBezTo>
                  <a:pt x="1875904" y="6577732"/>
                  <a:pt x="1869574" y="6570780"/>
                  <a:pt x="1856085" y="6567771"/>
                </a:cubicBezTo>
                <a:lnTo>
                  <a:pt x="1847472" y="6565799"/>
                </a:lnTo>
                <a:cubicBezTo>
                  <a:pt x="1838964" y="6563828"/>
                  <a:pt x="1835436" y="6560196"/>
                  <a:pt x="1835436" y="6554178"/>
                </a:cubicBezTo>
                <a:cubicBezTo>
                  <a:pt x="1835436" y="6547433"/>
                  <a:pt x="1841350" y="6543179"/>
                  <a:pt x="1851208" y="6543179"/>
                </a:cubicBezTo>
                <a:cubicBezTo>
                  <a:pt x="1858783" y="6543179"/>
                  <a:pt x="1866357" y="6545669"/>
                  <a:pt x="1872583" y="6551065"/>
                </a:cubicBezTo>
                <a:lnTo>
                  <a:pt x="1872687" y="6541311"/>
                </a:lnTo>
                <a:cubicBezTo>
                  <a:pt x="1866254" y="6536849"/>
                  <a:pt x="1858056" y="6534878"/>
                  <a:pt x="1851208" y="6534878"/>
                </a:cubicBezTo>
                <a:close/>
                <a:moveTo>
                  <a:pt x="1951678" y="6534151"/>
                </a:moveTo>
                <a:cubicBezTo>
                  <a:pt x="1948254" y="6534151"/>
                  <a:pt x="1945659" y="6536849"/>
                  <a:pt x="1945659" y="6540170"/>
                </a:cubicBezTo>
                <a:cubicBezTo>
                  <a:pt x="1945659" y="6543594"/>
                  <a:pt x="1948254" y="6546188"/>
                  <a:pt x="1951678" y="6546188"/>
                </a:cubicBezTo>
                <a:cubicBezTo>
                  <a:pt x="1955102" y="6546188"/>
                  <a:pt x="1957696" y="6543594"/>
                  <a:pt x="1957696" y="6540170"/>
                </a:cubicBezTo>
                <a:cubicBezTo>
                  <a:pt x="1957696" y="6536849"/>
                  <a:pt x="1955102" y="6534151"/>
                  <a:pt x="1951678" y="6534151"/>
                </a:cubicBezTo>
                <a:close/>
                <a:moveTo>
                  <a:pt x="1842523" y="6461548"/>
                </a:moveTo>
                <a:lnTo>
                  <a:pt x="1861077" y="6461548"/>
                </a:lnTo>
                <a:cubicBezTo>
                  <a:pt x="1867027" y="6461548"/>
                  <a:pt x="1870455" y="6464573"/>
                  <a:pt x="1870455" y="6469515"/>
                </a:cubicBezTo>
                <a:cubicBezTo>
                  <a:pt x="1870455" y="6474657"/>
                  <a:pt x="1867027" y="6477582"/>
                  <a:pt x="1861077" y="6477582"/>
                </a:cubicBezTo>
                <a:lnTo>
                  <a:pt x="1842523" y="6477582"/>
                </a:lnTo>
                <a:close/>
                <a:moveTo>
                  <a:pt x="2404464" y="6451061"/>
                </a:moveTo>
                <a:cubicBezTo>
                  <a:pt x="2412128" y="6451061"/>
                  <a:pt x="2417573" y="6457010"/>
                  <a:pt x="2417573" y="6464876"/>
                </a:cubicBezTo>
                <a:cubicBezTo>
                  <a:pt x="2417573" y="6472741"/>
                  <a:pt x="2412128" y="6478691"/>
                  <a:pt x="2404464" y="6478691"/>
                </a:cubicBezTo>
                <a:cubicBezTo>
                  <a:pt x="2396901" y="6478691"/>
                  <a:pt x="2391455" y="6472741"/>
                  <a:pt x="2391455" y="6464876"/>
                </a:cubicBezTo>
                <a:cubicBezTo>
                  <a:pt x="2391455" y="6457010"/>
                  <a:pt x="2396901" y="6451061"/>
                  <a:pt x="2404464" y="6451061"/>
                </a:cubicBezTo>
                <a:close/>
                <a:moveTo>
                  <a:pt x="2567115" y="6450960"/>
                </a:moveTo>
                <a:cubicBezTo>
                  <a:pt x="2574678" y="6450960"/>
                  <a:pt x="2580224" y="6457010"/>
                  <a:pt x="2580224" y="6464876"/>
                </a:cubicBezTo>
                <a:cubicBezTo>
                  <a:pt x="2580224" y="6472741"/>
                  <a:pt x="2574678" y="6478792"/>
                  <a:pt x="2567115" y="6478792"/>
                </a:cubicBezTo>
                <a:cubicBezTo>
                  <a:pt x="2559552" y="6478792"/>
                  <a:pt x="2554006" y="6472741"/>
                  <a:pt x="2554006" y="6464876"/>
                </a:cubicBezTo>
                <a:cubicBezTo>
                  <a:pt x="2554006" y="6457010"/>
                  <a:pt x="2559552" y="6450960"/>
                  <a:pt x="2567115" y="6450960"/>
                </a:cubicBezTo>
                <a:close/>
                <a:moveTo>
                  <a:pt x="2261581" y="6450960"/>
                </a:moveTo>
                <a:cubicBezTo>
                  <a:pt x="2269144" y="6450960"/>
                  <a:pt x="2274690" y="6457010"/>
                  <a:pt x="2274690" y="6464876"/>
                </a:cubicBezTo>
                <a:cubicBezTo>
                  <a:pt x="2274690" y="6472741"/>
                  <a:pt x="2269144" y="6478792"/>
                  <a:pt x="2261581" y="6478792"/>
                </a:cubicBezTo>
                <a:cubicBezTo>
                  <a:pt x="2254018" y="6478792"/>
                  <a:pt x="2248472" y="6472741"/>
                  <a:pt x="2248472" y="6464876"/>
                </a:cubicBezTo>
                <a:cubicBezTo>
                  <a:pt x="2248472" y="6457010"/>
                  <a:pt x="2254018" y="6450960"/>
                  <a:pt x="2261581" y="6450960"/>
                </a:cubicBezTo>
                <a:close/>
                <a:moveTo>
                  <a:pt x="1922935" y="6450960"/>
                </a:moveTo>
                <a:cubicBezTo>
                  <a:pt x="1930498" y="6450960"/>
                  <a:pt x="1936044" y="6457010"/>
                  <a:pt x="1936044" y="6464876"/>
                </a:cubicBezTo>
                <a:cubicBezTo>
                  <a:pt x="1936044" y="6472741"/>
                  <a:pt x="1930498" y="6478792"/>
                  <a:pt x="1922935" y="6478792"/>
                </a:cubicBezTo>
                <a:cubicBezTo>
                  <a:pt x="1915372" y="6478792"/>
                  <a:pt x="1909826" y="6472741"/>
                  <a:pt x="1909826" y="6464876"/>
                </a:cubicBezTo>
                <a:cubicBezTo>
                  <a:pt x="1909826" y="6457010"/>
                  <a:pt x="1915372" y="6450960"/>
                  <a:pt x="1922935" y="6450960"/>
                </a:cubicBezTo>
                <a:close/>
                <a:moveTo>
                  <a:pt x="2630119" y="6450153"/>
                </a:moveTo>
                <a:cubicBezTo>
                  <a:pt x="2635666" y="6450153"/>
                  <a:pt x="2640002" y="6452977"/>
                  <a:pt x="2641515" y="6458926"/>
                </a:cubicBezTo>
                <a:lnTo>
                  <a:pt x="2618926" y="6458926"/>
                </a:lnTo>
                <a:cubicBezTo>
                  <a:pt x="2620438" y="6453380"/>
                  <a:pt x="2624472" y="6450153"/>
                  <a:pt x="2630119" y="6450153"/>
                </a:cubicBezTo>
                <a:close/>
                <a:moveTo>
                  <a:pt x="2115378" y="6450153"/>
                </a:moveTo>
                <a:cubicBezTo>
                  <a:pt x="2120924" y="6450153"/>
                  <a:pt x="2125260" y="6452977"/>
                  <a:pt x="2126773" y="6458926"/>
                </a:cubicBezTo>
                <a:lnTo>
                  <a:pt x="2104184" y="6458926"/>
                </a:lnTo>
                <a:cubicBezTo>
                  <a:pt x="2105697" y="6453380"/>
                  <a:pt x="2109731" y="6450153"/>
                  <a:pt x="2115378" y="6450153"/>
                </a:cubicBezTo>
                <a:close/>
                <a:moveTo>
                  <a:pt x="2209682" y="6438859"/>
                </a:moveTo>
                <a:lnTo>
                  <a:pt x="2209682" y="6490893"/>
                </a:lnTo>
                <a:lnTo>
                  <a:pt x="2223699" y="6490893"/>
                </a:lnTo>
                <a:lnTo>
                  <a:pt x="2223699" y="6438859"/>
                </a:lnTo>
                <a:close/>
                <a:moveTo>
                  <a:pt x="2693263" y="6437851"/>
                </a:moveTo>
                <a:cubicBezTo>
                  <a:pt x="2684691" y="6437851"/>
                  <a:pt x="2679952" y="6442288"/>
                  <a:pt x="2678237" y="6448136"/>
                </a:cubicBezTo>
                <a:lnTo>
                  <a:pt x="2678237" y="6438859"/>
                </a:lnTo>
                <a:lnTo>
                  <a:pt x="2664220" y="6438859"/>
                </a:lnTo>
                <a:lnTo>
                  <a:pt x="2664220" y="6490893"/>
                </a:lnTo>
                <a:lnTo>
                  <a:pt x="2678237" y="6490893"/>
                </a:lnTo>
                <a:lnTo>
                  <a:pt x="2678237" y="6462557"/>
                </a:lnTo>
                <a:cubicBezTo>
                  <a:pt x="2678237" y="6455599"/>
                  <a:pt x="2681162" y="6452674"/>
                  <a:pt x="2691649" y="6452674"/>
                </a:cubicBezTo>
                <a:lnTo>
                  <a:pt x="2694170" y="6452674"/>
                </a:lnTo>
                <a:lnTo>
                  <a:pt x="2694170" y="6437851"/>
                </a:lnTo>
                <a:close/>
                <a:moveTo>
                  <a:pt x="1991889" y="6437851"/>
                </a:moveTo>
                <a:cubicBezTo>
                  <a:pt x="1983318" y="6437851"/>
                  <a:pt x="1978578" y="6442288"/>
                  <a:pt x="1976864" y="6448136"/>
                </a:cubicBezTo>
                <a:lnTo>
                  <a:pt x="1976864" y="6438859"/>
                </a:lnTo>
                <a:lnTo>
                  <a:pt x="1962847" y="6438859"/>
                </a:lnTo>
                <a:lnTo>
                  <a:pt x="1962847" y="6490893"/>
                </a:lnTo>
                <a:lnTo>
                  <a:pt x="1976864" y="6490893"/>
                </a:lnTo>
                <a:lnTo>
                  <a:pt x="1976864" y="6462557"/>
                </a:lnTo>
                <a:cubicBezTo>
                  <a:pt x="1976864" y="6455599"/>
                  <a:pt x="1979788" y="6452674"/>
                  <a:pt x="1990276" y="6452674"/>
                </a:cubicBezTo>
                <a:lnTo>
                  <a:pt x="1992797" y="6452674"/>
                </a:lnTo>
                <a:lnTo>
                  <a:pt x="1992797" y="6437851"/>
                </a:lnTo>
                <a:close/>
                <a:moveTo>
                  <a:pt x="2630119" y="6437447"/>
                </a:moveTo>
                <a:cubicBezTo>
                  <a:pt x="2615094" y="6437447"/>
                  <a:pt x="2604203" y="6449044"/>
                  <a:pt x="2604203" y="6464876"/>
                </a:cubicBezTo>
                <a:cubicBezTo>
                  <a:pt x="2604203" y="6480708"/>
                  <a:pt x="2615598" y="6492405"/>
                  <a:pt x="2631329" y="6492405"/>
                </a:cubicBezTo>
                <a:cubicBezTo>
                  <a:pt x="2640708" y="6492405"/>
                  <a:pt x="2650086" y="6487565"/>
                  <a:pt x="2654321" y="6480607"/>
                </a:cubicBezTo>
                <a:lnTo>
                  <a:pt x="2644842" y="6472540"/>
                </a:lnTo>
                <a:cubicBezTo>
                  <a:pt x="2642220" y="6476977"/>
                  <a:pt x="2636976" y="6479699"/>
                  <a:pt x="2631329" y="6479699"/>
                </a:cubicBezTo>
                <a:cubicBezTo>
                  <a:pt x="2624371" y="6479699"/>
                  <a:pt x="2620035" y="6474960"/>
                  <a:pt x="2618724" y="6468909"/>
                </a:cubicBezTo>
                <a:lnTo>
                  <a:pt x="2655733" y="6468909"/>
                </a:lnTo>
                <a:cubicBezTo>
                  <a:pt x="2655935" y="6467498"/>
                  <a:pt x="2656136" y="6465783"/>
                  <a:pt x="2656136" y="6464271"/>
                </a:cubicBezTo>
                <a:cubicBezTo>
                  <a:pt x="2656136" y="6449548"/>
                  <a:pt x="2646153" y="6437447"/>
                  <a:pt x="2630119" y="6437447"/>
                </a:cubicBezTo>
                <a:close/>
                <a:moveTo>
                  <a:pt x="2563989" y="6437447"/>
                </a:moveTo>
                <a:cubicBezTo>
                  <a:pt x="2550778" y="6437447"/>
                  <a:pt x="2539484" y="6448943"/>
                  <a:pt x="2539484" y="6464876"/>
                </a:cubicBezTo>
                <a:cubicBezTo>
                  <a:pt x="2539484" y="6480909"/>
                  <a:pt x="2550778" y="6492405"/>
                  <a:pt x="2563989" y="6492405"/>
                </a:cubicBezTo>
                <a:cubicBezTo>
                  <a:pt x="2571653" y="6492405"/>
                  <a:pt x="2576997" y="6489178"/>
                  <a:pt x="2580224" y="6483430"/>
                </a:cubicBezTo>
                <a:lnTo>
                  <a:pt x="2580224" y="6490893"/>
                </a:lnTo>
                <a:lnTo>
                  <a:pt x="2594241" y="6490893"/>
                </a:lnTo>
                <a:lnTo>
                  <a:pt x="2594241" y="6438859"/>
                </a:lnTo>
                <a:lnTo>
                  <a:pt x="2580224" y="6438859"/>
                </a:lnTo>
                <a:lnTo>
                  <a:pt x="2580224" y="6446422"/>
                </a:lnTo>
                <a:cubicBezTo>
                  <a:pt x="2576997" y="6440674"/>
                  <a:pt x="2571653" y="6437447"/>
                  <a:pt x="2563989" y="6437447"/>
                </a:cubicBezTo>
                <a:close/>
                <a:moveTo>
                  <a:pt x="2404464" y="6437447"/>
                </a:moveTo>
                <a:cubicBezTo>
                  <a:pt x="2388833" y="6437447"/>
                  <a:pt x="2376934" y="6448943"/>
                  <a:pt x="2376934" y="6464876"/>
                </a:cubicBezTo>
                <a:cubicBezTo>
                  <a:pt x="2376934" y="6480809"/>
                  <a:pt x="2388833" y="6492304"/>
                  <a:pt x="2404464" y="6492304"/>
                </a:cubicBezTo>
                <a:cubicBezTo>
                  <a:pt x="2420195" y="6492304"/>
                  <a:pt x="2432094" y="6480809"/>
                  <a:pt x="2432094" y="6464876"/>
                </a:cubicBezTo>
                <a:cubicBezTo>
                  <a:pt x="2432094" y="6448943"/>
                  <a:pt x="2420195" y="6437447"/>
                  <a:pt x="2404464" y="6437447"/>
                </a:cubicBezTo>
                <a:close/>
                <a:moveTo>
                  <a:pt x="2258455" y="6437447"/>
                </a:moveTo>
                <a:cubicBezTo>
                  <a:pt x="2245245" y="6437447"/>
                  <a:pt x="2233951" y="6448943"/>
                  <a:pt x="2233951" y="6464876"/>
                </a:cubicBezTo>
                <a:cubicBezTo>
                  <a:pt x="2233951" y="6480909"/>
                  <a:pt x="2245245" y="6492405"/>
                  <a:pt x="2258455" y="6492405"/>
                </a:cubicBezTo>
                <a:cubicBezTo>
                  <a:pt x="2266119" y="6492405"/>
                  <a:pt x="2271463" y="6489178"/>
                  <a:pt x="2274690" y="6483430"/>
                </a:cubicBezTo>
                <a:lnTo>
                  <a:pt x="2274690" y="6490893"/>
                </a:lnTo>
                <a:lnTo>
                  <a:pt x="2288707" y="6490893"/>
                </a:lnTo>
                <a:lnTo>
                  <a:pt x="2288707" y="6438859"/>
                </a:lnTo>
                <a:lnTo>
                  <a:pt x="2274690" y="6438859"/>
                </a:lnTo>
                <a:lnTo>
                  <a:pt x="2274690" y="6446422"/>
                </a:lnTo>
                <a:cubicBezTo>
                  <a:pt x="2271463" y="6440674"/>
                  <a:pt x="2266119" y="6437447"/>
                  <a:pt x="2258455" y="6437447"/>
                </a:cubicBezTo>
                <a:close/>
                <a:moveTo>
                  <a:pt x="2180631" y="6437447"/>
                </a:moveTo>
                <a:cubicBezTo>
                  <a:pt x="2172463" y="6437447"/>
                  <a:pt x="2167320" y="6441178"/>
                  <a:pt x="2165001" y="6444809"/>
                </a:cubicBezTo>
                <a:lnTo>
                  <a:pt x="2165001" y="6438859"/>
                </a:lnTo>
                <a:lnTo>
                  <a:pt x="2150984" y="6438859"/>
                </a:lnTo>
                <a:lnTo>
                  <a:pt x="2150984" y="6490893"/>
                </a:lnTo>
                <a:lnTo>
                  <a:pt x="2165001" y="6490893"/>
                </a:lnTo>
                <a:lnTo>
                  <a:pt x="2165001" y="6459733"/>
                </a:lnTo>
                <a:cubicBezTo>
                  <a:pt x="2165001" y="6453077"/>
                  <a:pt x="2168933" y="6449750"/>
                  <a:pt x="2174581" y="6449750"/>
                </a:cubicBezTo>
                <a:cubicBezTo>
                  <a:pt x="2180429" y="6449750"/>
                  <a:pt x="2183555" y="6453582"/>
                  <a:pt x="2183555" y="6459229"/>
                </a:cubicBezTo>
                <a:lnTo>
                  <a:pt x="2183555" y="6490893"/>
                </a:lnTo>
                <a:lnTo>
                  <a:pt x="2197572" y="6490893"/>
                </a:lnTo>
                <a:lnTo>
                  <a:pt x="2197572" y="6456708"/>
                </a:lnTo>
                <a:cubicBezTo>
                  <a:pt x="2197572" y="6443195"/>
                  <a:pt x="2190009" y="6437447"/>
                  <a:pt x="2180631" y="6437447"/>
                </a:cubicBezTo>
                <a:close/>
                <a:moveTo>
                  <a:pt x="2115378" y="6437447"/>
                </a:moveTo>
                <a:cubicBezTo>
                  <a:pt x="2100352" y="6437447"/>
                  <a:pt x="2089462" y="6449044"/>
                  <a:pt x="2089462" y="6464876"/>
                </a:cubicBezTo>
                <a:cubicBezTo>
                  <a:pt x="2089462" y="6480708"/>
                  <a:pt x="2100857" y="6492405"/>
                  <a:pt x="2116588" y="6492405"/>
                </a:cubicBezTo>
                <a:cubicBezTo>
                  <a:pt x="2125966" y="6492405"/>
                  <a:pt x="2135344" y="6487565"/>
                  <a:pt x="2139580" y="6480607"/>
                </a:cubicBezTo>
                <a:lnTo>
                  <a:pt x="2130100" y="6472540"/>
                </a:lnTo>
                <a:cubicBezTo>
                  <a:pt x="2127479" y="6476977"/>
                  <a:pt x="2122235" y="6479699"/>
                  <a:pt x="2116588" y="6479699"/>
                </a:cubicBezTo>
                <a:cubicBezTo>
                  <a:pt x="2109630" y="6479699"/>
                  <a:pt x="2105294" y="6474960"/>
                  <a:pt x="2103983" y="6468909"/>
                </a:cubicBezTo>
                <a:lnTo>
                  <a:pt x="2140991" y="6468909"/>
                </a:lnTo>
                <a:cubicBezTo>
                  <a:pt x="2141193" y="6467498"/>
                  <a:pt x="2141395" y="6465783"/>
                  <a:pt x="2141395" y="6464271"/>
                </a:cubicBezTo>
                <a:cubicBezTo>
                  <a:pt x="2141395" y="6449548"/>
                  <a:pt x="2131412" y="6437447"/>
                  <a:pt x="2115378" y="6437447"/>
                </a:cubicBezTo>
                <a:close/>
                <a:moveTo>
                  <a:pt x="2031022" y="6437447"/>
                </a:moveTo>
                <a:cubicBezTo>
                  <a:pt x="2023055" y="6437447"/>
                  <a:pt x="2018417" y="6441078"/>
                  <a:pt x="2015996" y="6444809"/>
                </a:cubicBezTo>
                <a:lnTo>
                  <a:pt x="2015996" y="6438859"/>
                </a:lnTo>
                <a:lnTo>
                  <a:pt x="2001980" y="6438859"/>
                </a:lnTo>
                <a:lnTo>
                  <a:pt x="2001980" y="6490893"/>
                </a:lnTo>
                <a:lnTo>
                  <a:pt x="2015996" y="6490893"/>
                </a:lnTo>
                <a:lnTo>
                  <a:pt x="2015996" y="6460036"/>
                </a:lnTo>
                <a:cubicBezTo>
                  <a:pt x="2015996" y="6453077"/>
                  <a:pt x="2019526" y="6449750"/>
                  <a:pt x="2024971" y="6449750"/>
                </a:cubicBezTo>
                <a:cubicBezTo>
                  <a:pt x="2030719" y="6449750"/>
                  <a:pt x="2033543" y="6453683"/>
                  <a:pt x="2033543" y="6459632"/>
                </a:cubicBezTo>
                <a:lnTo>
                  <a:pt x="2033543" y="6490893"/>
                </a:lnTo>
                <a:lnTo>
                  <a:pt x="2047459" y="6490893"/>
                </a:lnTo>
                <a:lnTo>
                  <a:pt x="2047459" y="6458523"/>
                </a:lnTo>
                <a:cubicBezTo>
                  <a:pt x="2047459" y="6453178"/>
                  <a:pt x="2051190" y="6449750"/>
                  <a:pt x="2056535" y="6449750"/>
                </a:cubicBezTo>
                <a:cubicBezTo>
                  <a:pt x="2062182" y="6449750"/>
                  <a:pt x="2065106" y="6453582"/>
                  <a:pt x="2065106" y="6459632"/>
                </a:cubicBezTo>
                <a:lnTo>
                  <a:pt x="2065106" y="6490893"/>
                </a:lnTo>
                <a:lnTo>
                  <a:pt x="2079123" y="6490893"/>
                </a:lnTo>
                <a:lnTo>
                  <a:pt x="2079123" y="6457010"/>
                </a:lnTo>
                <a:cubicBezTo>
                  <a:pt x="2079123" y="6443296"/>
                  <a:pt x="2071762" y="6437447"/>
                  <a:pt x="2061173" y="6437447"/>
                </a:cubicBezTo>
                <a:cubicBezTo>
                  <a:pt x="2054417" y="6437447"/>
                  <a:pt x="2048971" y="6439968"/>
                  <a:pt x="2045140" y="6445716"/>
                </a:cubicBezTo>
                <a:cubicBezTo>
                  <a:pt x="2042215" y="6439968"/>
                  <a:pt x="2036971" y="6437447"/>
                  <a:pt x="2031022" y="6437447"/>
                </a:cubicBezTo>
                <a:close/>
                <a:moveTo>
                  <a:pt x="1919809" y="6437447"/>
                </a:moveTo>
                <a:cubicBezTo>
                  <a:pt x="1906599" y="6437447"/>
                  <a:pt x="1895305" y="6448943"/>
                  <a:pt x="1895305" y="6464876"/>
                </a:cubicBezTo>
                <a:cubicBezTo>
                  <a:pt x="1895305" y="6480909"/>
                  <a:pt x="1906599" y="6492405"/>
                  <a:pt x="1919809" y="6492405"/>
                </a:cubicBezTo>
                <a:cubicBezTo>
                  <a:pt x="1927473" y="6492405"/>
                  <a:pt x="1932817" y="6489178"/>
                  <a:pt x="1936044" y="6483430"/>
                </a:cubicBezTo>
                <a:lnTo>
                  <a:pt x="1936044" y="6490893"/>
                </a:lnTo>
                <a:lnTo>
                  <a:pt x="1950061" y="6490893"/>
                </a:lnTo>
                <a:lnTo>
                  <a:pt x="1950061" y="6438859"/>
                </a:lnTo>
                <a:lnTo>
                  <a:pt x="1936044" y="6438859"/>
                </a:lnTo>
                <a:lnTo>
                  <a:pt x="1936044" y="6446422"/>
                </a:lnTo>
                <a:cubicBezTo>
                  <a:pt x="1932817" y="6440674"/>
                  <a:pt x="1927473" y="6437447"/>
                  <a:pt x="1919809" y="6437447"/>
                </a:cubicBezTo>
                <a:close/>
                <a:moveTo>
                  <a:pt x="1842523" y="6433615"/>
                </a:moveTo>
                <a:lnTo>
                  <a:pt x="1860069" y="6433615"/>
                </a:lnTo>
                <a:cubicBezTo>
                  <a:pt x="1865615" y="6433615"/>
                  <a:pt x="1868741" y="6436338"/>
                  <a:pt x="1868741" y="6441078"/>
                </a:cubicBezTo>
                <a:cubicBezTo>
                  <a:pt x="1868741" y="6445716"/>
                  <a:pt x="1865615" y="6448439"/>
                  <a:pt x="1860069" y="6448439"/>
                </a:cubicBezTo>
                <a:lnTo>
                  <a:pt x="1842523" y="6448439"/>
                </a:lnTo>
                <a:close/>
                <a:moveTo>
                  <a:pt x="2461627" y="6423632"/>
                </a:moveTo>
                <a:lnTo>
                  <a:pt x="2447610" y="6427666"/>
                </a:lnTo>
                <a:lnTo>
                  <a:pt x="2447610" y="6438859"/>
                </a:lnTo>
                <a:lnTo>
                  <a:pt x="2438837" y="6438859"/>
                </a:lnTo>
                <a:lnTo>
                  <a:pt x="2438837" y="6450758"/>
                </a:lnTo>
                <a:lnTo>
                  <a:pt x="2447610" y="6450758"/>
                </a:lnTo>
                <a:lnTo>
                  <a:pt x="2447610" y="6472943"/>
                </a:lnTo>
                <a:cubicBezTo>
                  <a:pt x="2447610" y="6485246"/>
                  <a:pt x="2454266" y="6492103"/>
                  <a:pt x="2465661" y="6492103"/>
                </a:cubicBezTo>
                <a:cubicBezTo>
                  <a:pt x="2468787" y="6492103"/>
                  <a:pt x="2471510" y="6491800"/>
                  <a:pt x="2473627" y="6491195"/>
                </a:cubicBezTo>
                <a:lnTo>
                  <a:pt x="2473627" y="6479296"/>
                </a:lnTo>
                <a:cubicBezTo>
                  <a:pt x="2472316" y="6479498"/>
                  <a:pt x="2470804" y="6479699"/>
                  <a:pt x="2469695" y="6479699"/>
                </a:cubicBezTo>
                <a:cubicBezTo>
                  <a:pt x="2464148" y="6479699"/>
                  <a:pt x="2461627" y="6476876"/>
                  <a:pt x="2461627" y="6471733"/>
                </a:cubicBezTo>
                <a:lnTo>
                  <a:pt x="2461627" y="6450758"/>
                </a:lnTo>
                <a:lnTo>
                  <a:pt x="2473627" y="6450758"/>
                </a:lnTo>
                <a:lnTo>
                  <a:pt x="2473627" y="6438859"/>
                </a:lnTo>
                <a:lnTo>
                  <a:pt x="2461627" y="6438859"/>
                </a:lnTo>
                <a:close/>
                <a:moveTo>
                  <a:pt x="2483609" y="6420305"/>
                </a:moveTo>
                <a:lnTo>
                  <a:pt x="2483609" y="6490893"/>
                </a:lnTo>
                <a:lnTo>
                  <a:pt x="2497626" y="6490893"/>
                </a:lnTo>
                <a:lnTo>
                  <a:pt x="2497626" y="6459733"/>
                </a:lnTo>
                <a:cubicBezTo>
                  <a:pt x="2497626" y="6453077"/>
                  <a:pt x="2501559" y="6449750"/>
                  <a:pt x="2507206" y="6449750"/>
                </a:cubicBezTo>
                <a:cubicBezTo>
                  <a:pt x="2513055" y="6449750"/>
                  <a:pt x="2516181" y="6453582"/>
                  <a:pt x="2516181" y="6459229"/>
                </a:cubicBezTo>
                <a:lnTo>
                  <a:pt x="2516181" y="6490893"/>
                </a:lnTo>
                <a:lnTo>
                  <a:pt x="2530198" y="6490893"/>
                </a:lnTo>
                <a:lnTo>
                  <a:pt x="2530198" y="6456708"/>
                </a:lnTo>
                <a:cubicBezTo>
                  <a:pt x="2530198" y="6443195"/>
                  <a:pt x="2522735" y="6437447"/>
                  <a:pt x="2513256" y="6437447"/>
                </a:cubicBezTo>
                <a:cubicBezTo>
                  <a:pt x="2505088" y="6437447"/>
                  <a:pt x="2499945" y="6441178"/>
                  <a:pt x="2497626" y="6444809"/>
                </a:cubicBezTo>
                <a:lnTo>
                  <a:pt x="2497626" y="6420305"/>
                </a:lnTo>
                <a:close/>
                <a:moveTo>
                  <a:pt x="1827396" y="6420305"/>
                </a:moveTo>
                <a:lnTo>
                  <a:pt x="1827396" y="6490893"/>
                </a:lnTo>
                <a:lnTo>
                  <a:pt x="1862287" y="6490893"/>
                </a:lnTo>
                <a:cubicBezTo>
                  <a:pt x="1877313" y="6490893"/>
                  <a:pt x="1886187" y="6483430"/>
                  <a:pt x="1886187" y="6471229"/>
                </a:cubicBezTo>
                <a:cubicBezTo>
                  <a:pt x="1886187" y="6463262"/>
                  <a:pt x="1881850" y="6457414"/>
                  <a:pt x="1873884" y="6454691"/>
                </a:cubicBezTo>
                <a:cubicBezTo>
                  <a:pt x="1880338" y="6452170"/>
                  <a:pt x="1884372" y="6446321"/>
                  <a:pt x="1884372" y="6438960"/>
                </a:cubicBezTo>
                <a:cubicBezTo>
                  <a:pt x="1884372" y="6427162"/>
                  <a:pt x="1876103" y="6420305"/>
                  <a:pt x="1862187" y="6420305"/>
                </a:cubicBezTo>
                <a:close/>
                <a:moveTo>
                  <a:pt x="2335880" y="6419094"/>
                </a:moveTo>
                <a:cubicBezTo>
                  <a:pt x="2315409" y="6419094"/>
                  <a:pt x="2299980" y="6434523"/>
                  <a:pt x="2299980" y="6455800"/>
                </a:cubicBezTo>
                <a:cubicBezTo>
                  <a:pt x="2299980" y="6477077"/>
                  <a:pt x="2314703" y="6492405"/>
                  <a:pt x="2333661" y="6492405"/>
                </a:cubicBezTo>
                <a:cubicBezTo>
                  <a:pt x="2342636" y="6492405"/>
                  <a:pt x="2349897" y="6488674"/>
                  <a:pt x="2354233" y="6482624"/>
                </a:cubicBezTo>
                <a:lnTo>
                  <a:pt x="2354233" y="6490893"/>
                </a:lnTo>
                <a:lnTo>
                  <a:pt x="2367846" y="6490893"/>
                </a:lnTo>
                <a:lnTo>
                  <a:pt x="2367846" y="6452977"/>
                </a:lnTo>
                <a:lnTo>
                  <a:pt x="2336182" y="6452977"/>
                </a:lnTo>
                <a:lnTo>
                  <a:pt x="2336182" y="6466489"/>
                </a:lnTo>
                <a:lnTo>
                  <a:pt x="2352922" y="6466489"/>
                </a:lnTo>
                <a:cubicBezTo>
                  <a:pt x="2350905" y="6473246"/>
                  <a:pt x="2344250" y="6478086"/>
                  <a:pt x="2336082" y="6478086"/>
                </a:cubicBezTo>
                <a:cubicBezTo>
                  <a:pt x="2324485" y="6478086"/>
                  <a:pt x="2316014" y="6468506"/>
                  <a:pt x="2316014" y="6455800"/>
                </a:cubicBezTo>
                <a:cubicBezTo>
                  <a:pt x="2316014" y="6442994"/>
                  <a:pt x="2324384" y="6433414"/>
                  <a:pt x="2335880" y="6433414"/>
                </a:cubicBezTo>
                <a:cubicBezTo>
                  <a:pt x="2344552" y="6433414"/>
                  <a:pt x="2350502" y="6437851"/>
                  <a:pt x="2353628" y="6443699"/>
                </a:cubicBezTo>
                <a:lnTo>
                  <a:pt x="2366334" y="6435229"/>
                </a:lnTo>
                <a:cubicBezTo>
                  <a:pt x="2361090" y="6424943"/>
                  <a:pt x="2349493" y="6419094"/>
                  <a:pt x="2335880" y="6419094"/>
                </a:cubicBezTo>
                <a:close/>
                <a:moveTo>
                  <a:pt x="2216741" y="6416674"/>
                </a:moveTo>
                <a:cubicBezTo>
                  <a:pt x="2212102" y="6416674"/>
                  <a:pt x="2208371" y="6420405"/>
                  <a:pt x="2208371" y="6424943"/>
                </a:cubicBezTo>
                <a:cubicBezTo>
                  <a:pt x="2208371" y="6429582"/>
                  <a:pt x="2212102" y="6433313"/>
                  <a:pt x="2216741" y="6433313"/>
                </a:cubicBezTo>
                <a:cubicBezTo>
                  <a:pt x="2221380" y="6433313"/>
                  <a:pt x="2225111" y="6429582"/>
                  <a:pt x="2225111" y="6424943"/>
                </a:cubicBezTo>
                <a:cubicBezTo>
                  <a:pt x="2225111" y="6420405"/>
                  <a:pt x="2221380" y="6416674"/>
                  <a:pt x="2216741" y="6416674"/>
                </a:cubicBezTo>
                <a:close/>
                <a:moveTo>
                  <a:pt x="1341620" y="786751"/>
                </a:moveTo>
                <a:lnTo>
                  <a:pt x="1813492" y="2680582"/>
                </a:lnTo>
                <a:cubicBezTo>
                  <a:pt x="1849956" y="2826927"/>
                  <a:pt x="1998152" y="2916005"/>
                  <a:pt x="2144496" y="2879540"/>
                </a:cubicBezTo>
                <a:lnTo>
                  <a:pt x="2199279" y="2865890"/>
                </a:lnTo>
                <a:lnTo>
                  <a:pt x="2246357" y="2862396"/>
                </a:lnTo>
                <a:lnTo>
                  <a:pt x="13533620" y="872148"/>
                </a:lnTo>
                <a:lnTo>
                  <a:pt x="13533620" y="6858000"/>
                </a:lnTo>
                <a:lnTo>
                  <a:pt x="1464375" y="6858000"/>
                </a:lnTo>
                <a:lnTo>
                  <a:pt x="1341620" y="6858000"/>
                </a:lnTo>
                <a:lnTo>
                  <a:pt x="0" y="6858000"/>
                </a:lnTo>
                <a:lnTo>
                  <a:pt x="0" y="5516563"/>
                </a:lnTo>
                <a:lnTo>
                  <a:pt x="1341620" y="5516563"/>
                </a:lnTo>
                <a:close/>
                <a:moveTo>
                  <a:pt x="1341620" y="0"/>
                </a:moveTo>
                <a:lnTo>
                  <a:pt x="1341621" y="0"/>
                </a:lnTo>
                <a:lnTo>
                  <a:pt x="1341620" y="78675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78CE0F3B-21A5-29F9-8829-0E10D7007F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693262 w 12192000"/>
              <a:gd name="connsiteY0" fmla="*/ 6562790 h 6858000"/>
              <a:gd name="connsiteX1" fmla="*/ 709242 w 12192000"/>
              <a:gd name="connsiteY1" fmla="*/ 6577940 h 6858000"/>
              <a:gd name="connsiteX2" fmla="*/ 676660 w 12192000"/>
              <a:gd name="connsiteY2" fmla="*/ 6577940 h 6858000"/>
              <a:gd name="connsiteX3" fmla="*/ 693262 w 12192000"/>
              <a:gd name="connsiteY3" fmla="*/ 6562790 h 6858000"/>
              <a:gd name="connsiteX4" fmla="*/ 569365 w 12192000"/>
              <a:gd name="connsiteY4" fmla="*/ 6562790 h 6858000"/>
              <a:gd name="connsiteX5" fmla="*/ 585345 w 12192000"/>
              <a:gd name="connsiteY5" fmla="*/ 6577940 h 6858000"/>
              <a:gd name="connsiteX6" fmla="*/ 552763 w 12192000"/>
              <a:gd name="connsiteY6" fmla="*/ 6577940 h 6858000"/>
              <a:gd name="connsiteX7" fmla="*/ 569365 w 12192000"/>
              <a:gd name="connsiteY7" fmla="*/ 6562790 h 6858000"/>
              <a:gd name="connsiteX8" fmla="*/ 605700 w 12192000"/>
              <a:gd name="connsiteY8" fmla="*/ 6556045 h 6858000"/>
              <a:gd name="connsiteX9" fmla="*/ 605700 w 12192000"/>
              <a:gd name="connsiteY9" fmla="*/ 6608757 h 6858000"/>
              <a:gd name="connsiteX10" fmla="*/ 614416 w 12192000"/>
              <a:gd name="connsiteY10" fmla="*/ 6608757 h 6858000"/>
              <a:gd name="connsiteX11" fmla="*/ 614416 w 12192000"/>
              <a:gd name="connsiteY11" fmla="*/ 6556045 h 6858000"/>
              <a:gd name="connsiteX12" fmla="*/ 693262 w 12192000"/>
              <a:gd name="connsiteY12" fmla="*/ 6554697 h 6858000"/>
              <a:gd name="connsiteX13" fmla="*/ 667529 w 12192000"/>
              <a:gd name="connsiteY13" fmla="*/ 6582401 h 6858000"/>
              <a:gd name="connsiteX14" fmla="*/ 693781 w 12192000"/>
              <a:gd name="connsiteY14" fmla="*/ 6610106 h 6858000"/>
              <a:gd name="connsiteX15" fmla="*/ 716402 w 12192000"/>
              <a:gd name="connsiteY15" fmla="*/ 6598485 h 6858000"/>
              <a:gd name="connsiteX16" fmla="*/ 710280 w 12192000"/>
              <a:gd name="connsiteY16" fmla="*/ 6593297 h 6858000"/>
              <a:gd name="connsiteX17" fmla="*/ 693781 w 12192000"/>
              <a:gd name="connsiteY17" fmla="*/ 6602013 h 6858000"/>
              <a:gd name="connsiteX18" fmla="*/ 676556 w 12192000"/>
              <a:gd name="connsiteY18" fmla="*/ 6585203 h 6858000"/>
              <a:gd name="connsiteX19" fmla="*/ 718166 w 12192000"/>
              <a:gd name="connsiteY19" fmla="*/ 6585203 h 6858000"/>
              <a:gd name="connsiteX20" fmla="*/ 718373 w 12192000"/>
              <a:gd name="connsiteY20" fmla="*/ 6582090 h 6858000"/>
              <a:gd name="connsiteX21" fmla="*/ 693262 w 12192000"/>
              <a:gd name="connsiteY21" fmla="*/ 6554697 h 6858000"/>
              <a:gd name="connsiteX22" fmla="*/ 569365 w 12192000"/>
              <a:gd name="connsiteY22" fmla="*/ 6554697 h 6858000"/>
              <a:gd name="connsiteX23" fmla="*/ 543632 w 12192000"/>
              <a:gd name="connsiteY23" fmla="*/ 6582401 h 6858000"/>
              <a:gd name="connsiteX24" fmla="*/ 569884 w 12192000"/>
              <a:gd name="connsiteY24" fmla="*/ 6610106 h 6858000"/>
              <a:gd name="connsiteX25" fmla="*/ 592505 w 12192000"/>
              <a:gd name="connsiteY25" fmla="*/ 6598485 h 6858000"/>
              <a:gd name="connsiteX26" fmla="*/ 586383 w 12192000"/>
              <a:gd name="connsiteY26" fmla="*/ 6593297 h 6858000"/>
              <a:gd name="connsiteX27" fmla="*/ 569884 w 12192000"/>
              <a:gd name="connsiteY27" fmla="*/ 6602013 h 6858000"/>
              <a:gd name="connsiteX28" fmla="*/ 552659 w 12192000"/>
              <a:gd name="connsiteY28" fmla="*/ 6585203 h 6858000"/>
              <a:gd name="connsiteX29" fmla="*/ 594269 w 12192000"/>
              <a:gd name="connsiteY29" fmla="*/ 6585203 h 6858000"/>
              <a:gd name="connsiteX30" fmla="*/ 594476 w 12192000"/>
              <a:gd name="connsiteY30" fmla="*/ 6582090 h 6858000"/>
              <a:gd name="connsiteX31" fmla="*/ 569365 w 12192000"/>
              <a:gd name="connsiteY31" fmla="*/ 6554697 h 6858000"/>
              <a:gd name="connsiteX32" fmla="*/ 643657 w 12192000"/>
              <a:gd name="connsiteY32" fmla="*/ 6541207 h 6858000"/>
              <a:gd name="connsiteX33" fmla="*/ 634941 w 12192000"/>
              <a:gd name="connsiteY33" fmla="*/ 6544216 h 6858000"/>
              <a:gd name="connsiteX34" fmla="*/ 634941 w 12192000"/>
              <a:gd name="connsiteY34" fmla="*/ 6556045 h 6858000"/>
              <a:gd name="connsiteX35" fmla="*/ 625187 w 12192000"/>
              <a:gd name="connsiteY35" fmla="*/ 6556045 h 6858000"/>
              <a:gd name="connsiteX36" fmla="*/ 625187 w 12192000"/>
              <a:gd name="connsiteY36" fmla="*/ 6563620 h 6858000"/>
              <a:gd name="connsiteX37" fmla="*/ 634941 w 12192000"/>
              <a:gd name="connsiteY37" fmla="*/ 6563620 h 6858000"/>
              <a:gd name="connsiteX38" fmla="*/ 634941 w 12192000"/>
              <a:gd name="connsiteY38" fmla="*/ 6593608 h 6858000"/>
              <a:gd name="connsiteX39" fmla="*/ 650298 w 12192000"/>
              <a:gd name="connsiteY39" fmla="*/ 6609899 h 6858000"/>
              <a:gd name="connsiteX40" fmla="*/ 657354 w 12192000"/>
              <a:gd name="connsiteY40" fmla="*/ 6608757 h 6858000"/>
              <a:gd name="connsiteX41" fmla="*/ 657354 w 12192000"/>
              <a:gd name="connsiteY41" fmla="*/ 6600975 h 6858000"/>
              <a:gd name="connsiteX42" fmla="*/ 652373 w 12192000"/>
              <a:gd name="connsiteY42" fmla="*/ 6601909 h 6858000"/>
              <a:gd name="connsiteX43" fmla="*/ 643657 w 12192000"/>
              <a:gd name="connsiteY43" fmla="*/ 6592778 h 6858000"/>
              <a:gd name="connsiteX44" fmla="*/ 643657 w 12192000"/>
              <a:gd name="connsiteY44" fmla="*/ 6563620 h 6858000"/>
              <a:gd name="connsiteX45" fmla="*/ 657354 w 12192000"/>
              <a:gd name="connsiteY45" fmla="*/ 6563620 h 6858000"/>
              <a:gd name="connsiteX46" fmla="*/ 657354 w 12192000"/>
              <a:gd name="connsiteY46" fmla="*/ 6556045 h 6858000"/>
              <a:gd name="connsiteX47" fmla="*/ 643657 w 12192000"/>
              <a:gd name="connsiteY47" fmla="*/ 6556045 h 6858000"/>
              <a:gd name="connsiteX48" fmla="*/ 509588 w 12192000"/>
              <a:gd name="connsiteY48" fmla="*/ 6534878 h 6858000"/>
              <a:gd name="connsiteX49" fmla="*/ 484373 w 12192000"/>
              <a:gd name="connsiteY49" fmla="*/ 6554800 h 6858000"/>
              <a:gd name="connsiteX50" fmla="*/ 503051 w 12192000"/>
              <a:gd name="connsiteY50" fmla="*/ 6574723 h 6858000"/>
              <a:gd name="connsiteX51" fmla="*/ 511663 w 12192000"/>
              <a:gd name="connsiteY51" fmla="*/ 6576591 h 6858000"/>
              <a:gd name="connsiteX52" fmla="*/ 524945 w 12192000"/>
              <a:gd name="connsiteY52" fmla="*/ 6589354 h 6858000"/>
              <a:gd name="connsiteX53" fmla="*/ 507720 w 12192000"/>
              <a:gd name="connsiteY53" fmla="*/ 6601701 h 6858000"/>
              <a:gd name="connsiteX54" fmla="*/ 485618 w 12192000"/>
              <a:gd name="connsiteY54" fmla="*/ 6593815 h 6858000"/>
              <a:gd name="connsiteX55" fmla="*/ 485618 w 12192000"/>
              <a:gd name="connsiteY55" fmla="*/ 6603569 h 6858000"/>
              <a:gd name="connsiteX56" fmla="*/ 507720 w 12192000"/>
              <a:gd name="connsiteY56" fmla="*/ 6610003 h 6858000"/>
              <a:gd name="connsiteX57" fmla="*/ 534284 w 12192000"/>
              <a:gd name="connsiteY57" fmla="*/ 6589042 h 6858000"/>
              <a:gd name="connsiteX58" fmla="*/ 514465 w 12192000"/>
              <a:gd name="connsiteY58" fmla="*/ 6567771 h 6858000"/>
              <a:gd name="connsiteX59" fmla="*/ 505852 w 12192000"/>
              <a:gd name="connsiteY59" fmla="*/ 6565799 h 6858000"/>
              <a:gd name="connsiteX60" fmla="*/ 493816 w 12192000"/>
              <a:gd name="connsiteY60" fmla="*/ 6554178 h 6858000"/>
              <a:gd name="connsiteX61" fmla="*/ 509588 w 12192000"/>
              <a:gd name="connsiteY61" fmla="*/ 6543179 h 6858000"/>
              <a:gd name="connsiteX62" fmla="*/ 530963 w 12192000"/>
              <a:gd name="connsiteY62" fmla="*/ 6551065 h 6858000"/>
              <a:gd name="connsiteX63" fmla="*/ 531067 w 12192000"/>
              <a:gd name="connsiteY63" fmla="*/ 6541311 h 6858000"/>
              <a:gd name="connsiteX64" fmla="*/ 509588 w 12192000"/>
              <a:gd name="connsiteY64" fmla="*/ 6534878 h 6858000"/>
              <a:gd name="connsiteX65" fmla="*/ 610058 w 12192000"/>
              <a:gd name="connsiteY65" fmla="*/ 6534151 h 6858000"/>
              <a:gd name="connsiteX66" fmla="*/ 604039 w 12192000"/>
              <a:gd name="connsiteY66" fmla="*/ 6540170 h 6858000"/>
              <a:gd name="connsiteX67" fmla="*/ 610058 w 12192000"/>
              <a:gd name="connsiteY67" fmla="*/ 6546188 h 6858000"/>
              <a:gd name="connsiteX68" fmla="*/ 616076 w 12192000"/>
              <a:gd name="connsiteY68" fmla="*/ 6540170 h 6858000"/>
              <a:gd name="connsiteX69" fmla="*/ 610058 w 12192000"/>
              <a:gd name="connsiteY69" fmla="*/ 6534151 h 6858000"/>
              <a:gd name="connsiteX70" fmla="*/ 500903 w 12192000"/>
              <a:gd name="connsiteY70" fmla="*/ 6461548 h 6858000"/>
              <a:gd name="connsiteX71" fmla="*/ 519457 w 12192000"/>
              <a:gd name="connsiteY71" fmla="*/ 6461548 h 6858000"/>
              <a:gd name="connsiteX72" fmla="*/ 528835 w 12192000"/>
              <a:gd name="connsiteY72" fmla="*/ 6469515 h 6858000"/>
              <a:gd name="connsiteX73" fmla="*/ 519457 w 12192000"/>
              <a:gd name="connsiteY73" fmla="*/ 6477582 h 6858000"/>
              <a:gd name="connsiteX74" fmla="*/ 500903 w 12192000"/>
              <a:gd name="connsiteY74" fmla="*/ 6477582 h 6858000"/>
              <a:gd name="connsiteX75" fmla="*/ 1062844 w 12192000"/>
              <a:gd name="connsiteY75" fmla="*/ 6451061 h 6858000"/>
              <a:gd name="connsiteX76" fmla="*/ 1075953 w 12192000"/>
              <a:gd name="connsiteY76" fmla="*/ 6464876 h 6858000"/>
              <a:gd name="connsiteX77" fmla="*/ 1062844 w 12192000"/>
              <a:gd name="connsiteY77" fmla="*/ 6478691 h 6858000"/>
              <a:gd name="connsiteX78" fmla="*/ 1049835 w 12192000"/>
              <a:gd name="connsiteY78" fmla="*/ 6464876 h 6858000"/>
              <a:gd name="connsiteX79" fmla="*/ 1062844 w 12192000"/>
              <a:gd name="connsiteY79" fmla="*/ 6451061 h 6858000"/>
              <a:gd name="connsiteX80" fmla="*/ 1225495 w 12192000"/>
              <a:gd name="connsiteY80" fmla="*/ 6450960 h 6858000"/>
              <a:gd name="connsiteX81" fmla="*/ 1238604 w 12192000"/>
              <a:gd name="connsiteY81" fmla="*/ 6464876 h 6858000"/>
              <a:gd name="connsiteX82" fmla="*/ 1225495 w 12192000"/>
              <a:gd name="connsiteY82" fmla="*/ 6478792 h 6858000"/>
              <a:gd name="connsiteX83" fmla="*/ 1212386 w 12192000"/>
              <a:gd name="connsiteY83" fmla="*/ 6464876 h 6858000"/>
              <a:gd name="connsiteX84" fmla="*/ 1225495 w 12192000"/>
              <a:gd name="connsiteY84" fmla="*/ 6450960 h 6858000"/>
              <a:gd name="connsiteX85" fmla="*/ 919961 w 12192000"/>
              <a:gd name="connsiteY85" fmla="*/ 6450960 h 6858000"/>
              <a:gd name="connsiteX86" fmla="*/ 933070 w 12192000"/>
              <a:gd name="connsiteY86" fmla="*/ 6464876 h 6858000"/>
              <a:gd name="connsiteX87" fmla="*/ 919961 w 12192000"/>
              <a:gd name="connsiteY87" fmla="*/ 6478792 h 6858000"/>
              <a:gd name="connsiteX88" fmla="*/ 906852 w 12192000"/>
              <a:gd name="connsiteY88" fmla="*/ 6464876 h 6858000"/>
              <a:gd name="connsiteX89" fmla="*/ 919961 w 12192000"/>
              <a:gd name="connsiteY89" fmla="*/ 6450960 h 6858000"/>
              <a:gd name="connsiteX90" fmla="*/ 581315 w 12192000"/>
              <a:gd name="connsiteY90" fmla="*/ 6450960 h 6858000"/>
              <a:gd name="connsiteX91" fmla="*/ 594424 w 12192000"/>
              <a:gd name="connsiteY91" fmla="*/ 6464876 h 6858000"/>
              <a:gd name="connsiteX92" fmla="*/ 581315 w 12192000"/>
              <a:gd name="connsiteY92" fmla="*/ 6478792 h 6858000"/>
              <a:gd name="connsiteX93" fmla="*/ 568206 w 12192000"/>
              <a:gd name="connsiteY93" fmla="*/ 6464876 h 6858000"/>
              <a:gd name="connsiteX94" fmla="*/ 581315 w 12192000"/>
              <a:gd name="connsiteY94" fmla="*/ 6450960 h 6858000"/>
              <a:gd name="connsiteX95" fmla="*/ 1288499 w 12192000"/>
              <a:gd name="connsiteY95" fmla="*/ 6450153 h 6858000"/>
              <a:gd name="connsiteX96" fmla="*/ 1299895 w 12192000"/>
              <a:gd name="connsiteY96" fmla="*/ 6458926 h 6858000"/>
              <a:gd name="connsiteX97" fmla="*/ 1277306 w 12192000"/>
              <a:gd name="connsiteY97" fmla="*/ 6458926 h 6858000"/>
              <a:gd name="connsiteX98" fmla="*/ 1288499 w 12192000"/>
              <a:gd name="connsiteY98" fmla="*/ 6450153 h 6858000"/>
              <a:gd name="connsiteX99" fmla="*/ 773758 w 12192000"/>
              <a:gd name="connsiteY99" fmla="*/ 6450153 h 6858000"/>
              <a:gd name="connsiteX100" fmla="*/ 785153 w 12192000"/>
              <a:gd name="connsiteY100" fmla="*/ 6458926 h 6858000"/>
              <a:gd name="connsiteX101" fmla="*/ 762564 w 12192000"/>
              <a:gd name="connsiteY101" fmla="*/ 6458926 h 6858000"/>
              <a:gd name="connsiteX102" fmla="*/ 773758 w 12192000"/>
              <a:gd name="connsiteY102" fmla="*/ 6450153 h 6858000"/>
              <a:gd name="connsiteX103" fmla="*/ 868062 w 12192000"/>
              <a:gd name="connsiteY103" fmla="*/ 6438859 h 6858000"/>
              <a:gd name="connsiteX104" fmla="*/ 868062 w 12192000"/>
              <a:gd name="connsiteY104" fmla="*/ 6490893 h 6858000"/>
              <a:gd name="connsiteX105" fmla="*/ 882079 w 12192000"/>
              <a:gd name="connsiteY105" fmla="*/ 6490893 h 6858000"/>
              <a:gd name="connsiteX106" fmla="*/ 882079 w 12192000"/>
              <a:gd name="connsiteY106" fmla="*/ 6438859 h 6858000"/>
              <a:gd name="connsiteX107" fmla="*/ 1351643 w 12192000"/>
              <a:gd name="connsiteY107" fmla="*/ 6437851 h 6858000"/>
              <a:gd name="connsiteX108" fmla="*/ 1336617 w 12192000"/>
              <a:gd name="connsiteY108" fmla="*/ 6448136 h 6858000"/>
              <a:gd name="connsiteX109" fmla="*/ 1336617 w 12192000"/>
              <a:gd name="connsiteY109" fmla="*/ 6438859 h 6858000"/>
              <a:gd name="connsiteX110" fmla="*/ 1322600 w 12192000"/>
              <a:gd name="connsiteY110" fmla="*/ 6438859 h 6858000"/>
              <a:gd name="connsiteX111" fmla="*/ 1322600 w 12192000"/>
              <a:gd name="connsiteY111" fmla="*/ 6490893 h 6858000"/>
              <a:gd name="connsiteX112" fmla="*/ 1336617 w 12192000"/>
              <a:gd name="connsiteY112" fmla="*/ 6490893 h 6858000"/>
              <a:gd name="connsiteX113" fmla="*/ 1336617 w 12192000"/>
              <a:gd name="connsiteY113" fmla="*/ 6462557 h 6858000"/>
              <a:gd name="connsiteX114" fmla="*/ 1350029 w 12192000"/>
              <a:gd name="connsiteY114" fmla="*/ 6452674 h 6858000"/>
              <a:gd name="connsiteX115" fmla="*/ 1352550 w 12192000"/>
              <a:gd name="connsiteY115" fmla="*/ 6452674 h 6858000"/>
              <a:gd name="connsiteX116" fmla="*/ 1352550 w 12192000"/>
              <a:gd name="connsiteY116" fmla="*/ 6437851 h 6858000"/>
              <a:gd name="connsiteX117" fmla="*/ 650269 w 12192000"/>
              <a:gd name="connsiteY117" fmla="*/ 6437851 h 6858000"/>
              <a:gd name="connsiteX118" fmla="*/ 635244 w 12192000"/>
              <a:gd name="connsiteY118" fmla="*/ 6448136 h 6858000"/>
              <a:gd name="connsiteX119" fmla="*/ 635244 w 12192000"/>
              <a:gd name="connsiteY119" fmla="*/ 6438859 h 6858000"/>
              <a:gd name="connsiteX120" fmla="*/ 621227 w 12192000"/>
              <a:gd name="connsiteY120" fmla="*/ 6438859 h 6858000"/>
              <a:gd name="connsiteX121" fmla="*/ 621227 w 12192000"/>
              <a:gd name="connsiteY121" fmla="*/ 6490893 h 6858000"/>
              <a:gd name="connsiteX122" fmla="*/ 635244 w 12192000"/>
              <a:gd name="connsiteY122" fmla="*/ 6490893 h 6858000"/>
              <a:gd name="connsiteX123" fmla="*/ 635244 w 12192000"/>
              <a:gd name="connsiteY123" fmla="*/ 6462557 h 6858000"/>
              <a:gd name="connsiteX124" fmla="*/ 648656 w 12192000"/>
              <a:gd name="connsiteY124" fmla="*/ 6452674 h 6858000"/>
              <a:gd name="connsiteX125" fmla="*/ 651177 w 12192000"/>
              <a:gd name="connsiteY125" fmla="*/ 6452674 h 6858000"/>
              <a:gd name="connsiteX126" fmla="*/ 651177 w 12192000"/>
              <a:gd name="connsiteY126" fmla="*/ 6437851 h 6858000"/>
              <a:gd name="connsiteX127" fmla="*/ 1288499 w 12192000"/>
              <a:gd name="connsiteY127" fmla="*/ 6437447 h 6858000"/>
              <a:gd name="connsiteX128" fmla="*/ 1262583 w 12192000"/>
              <a:gd name="connsiteY128" fmla="*/ 6464876 h 6858000"/>
              <a:gd name="connsiteX129" fmla="*/ 1289709 w 12192000"/>
              <a:gd name="connsiteY129" fmla="*/ 6492405 h 6858000"/>
              <a:gd name="connsiteX130" fmla="*/ 1312701 w 12192000"/>
              <a:gd name="connsiteY130" fmla="*/ 6480607 h 6858000"/>
              <a:gd name="connsiteX131" fmla="*/ 1303222 w 12192000"/>
              <a:gd name="connsiteY131" fmla="*/ 6472540 h 6858000"/>
              <a:gd name="connsiteX132" fmla="*/ 1289709 w 12192000"/>
              <a:gd name="connsiteY132" fmla="*/ 6479699 h 6858000"/>
              <a:gd name="connsiteX133" fmla="*/ 1277104 w 12192000"/>
              <a:gd name="connsiteY133" fmla="*/ 6468909 h 6858000"/>
              <a:gd name="connsiteX134" fmla="*/ 1314113 w 12192000"/>
              <a:gd name="connsiteY134" fmla="*/ 6468909 h 6858000"/>
              <a:gd name="connsiteX135" fmla="*/ 1314516 w 12192000"/>
              <a:gd name="connsiteY135" fmla="*/ 6464271 h 6858000"/>
              <a:gd name="connsiteX136" fmla="*/ 1288499 w 12192000"/>
              <a:gd name="connsiteY136" fmla="*/ 6437447 h 6858000"/>
              <a:gd name="connsiteX137" fmla="*/ 1222369 w 12192000"/>
              <a:gd name="connsiteY137" fmla="*/ 6437447 h 6858000"/>
              <a:gd name="connsiteX138" fmla="*/ 1197864 w 12192000"/>
              <a:gd name="connsiteY138" fmla="*/ 6464876 h 6858000"/>
              <a:gd name="connsiteX139" fmla="*/ 1222369 w 12192000"/>
              <a:gd name="connsiteY139" fmla="*/ 6492405 h 6858000"/>
              <a:gd name="connsiteX140" fmla="*/ 1238604 w 12192000"/>
              <a:gd name="connsiteY140" fmla="*/ 6483430 h 6858000"/>
              <a:gd name="connsiteX141" fmla="*/ 1238604 w 12192000"/>
              <a:gd name="connsiteY141" fmla="*/ 6490893 h 6858000"/>
              <a:gd name="connsiteX142" fmla="*/ 1252621 w 12192000"/>
              <a:gd name="connsiteY142" fmla="*/ 6490893 h 6858000"/>
              <a:gd name="connsiteX143" fmla="*/ 1252621 w 12192000"/>
              <a:gd name="connsiteY143" fmla="*/ 6438859 h 6858000"/>
              <a:gd name="connsiteX144" fmla="*/ 1238604 w 12192000"/>
              <a:gd name="connsiteY144" fmla="*/ 6438859 h 6858000"/>
              <a:gd name="connsiteX145" fmla="*/ 1238604 w 12192000"/>
              <a:gd name="connsiteY145" fmla="*/ 6446422 h 6858000"/>
              <a:gd name="connsiteX146" fmla="*/ 1222369 w 12192000"/>
              <a:gd name="connsiteY146" fmla="*/ 6437447 h 6858000"/>
              <a:gd name="connsiteX147" fmla="*/ 1062844 w 12192000"/>
              <a:gd name="connsiteY147" fmla="*/ 6437447 h 6858000"/>
              <a:gd name="connsiteX148" fmla="*/ 1035314 w 12192000"/>
              <a:gd name="connsiteY148" fmla="*/ 6464876 h 6858000"/>
              <a:gd name="connsiteX149" fmla="*/ 1062844 w 12192000"/>
              <a:gd name="connsiteY149" fmla="*/ 6492304 h 6858000"/>
              <a:gd name="connsiteX150" fmla="*/ 1090474 w 12192000"/>
              <a:gd name="connsiteY150" fmla="*/ 6464876 h 6858000"/>
              <a:gd name="connsiteX151" fmla="*/ 1062844 w 12192000"/>
              <a:gd name="connsiteY151" fmla="*/ 6437447 h 6858000"/>
              <a:gd name="connsiteX152" fmla="*/ 916835 w 12192000"/>
              <a:gd name="connsiteY152" fmla="*/ 6437447 h 6858000"/>
              <a:gd name="connsiteX153" fmla="*/ 892331 w 12192000"/>
              <a:gd name="connsiteY153" fmla="*/ 6464876 h 6858000"/>
              <a:gd name="connsiteX154" fmla="*/ 916835 w 12192000"/>
              <a:gd name="connsiteY154" fmla="*/ 6492405 h 6858000"/>
              <a:gd name="connsiteX155" fmla="*/ 933070 w 12192000"/>
              <a:gd name="connsiteY155" fmla="*/ 6483430 h 6858000"/>
              <a:gd name="connsiteX156" fmla="*/ 933070 w 12192000"/>
              <a:gd name="connsiteY156" fmla="*/ 6490893 h 6858000"/>
              <a:gd name="connsiteX157" fmla="*/ 947087 w 12192000"/>
              <a:gd name="connsiteY157" fmla="*/ 6490893 h 6858000"/>
              <a:gd name="connsiteX158" fmla="*/ 947087 w 12192000"/>
              <a:gd name="connsiteY158" fmla="*/ 6438859 h 6858000"/>
              <a:gd name="connsiteX159" fmla="*/ 933070 w 12192000"/>
              <a:gd name="connsiteY159" fmla="*/ 6438859 h 6858000"/>
              <a:gd name="connsiteX160" fmla="*/ 933070 w 12192000"/>
              <a:gd name="connsiteY160" fmla="*/ 6446422 h 6858000"/>
              <a:gd name="connsiteX161" fmla="*/ 916835 w 12192000"/>
              <a:gd name="connsiteY161" fmla="*/ 6437447 h 6858000"/>
              <a:gd name="connsiteX162" fmla="*/ 839011 w 12192000"/>
              <a:gd name="connsiteY162" fmla="*/ 6437447 h 6858000"/>
              <a:gd name="connsiteX163" fmla="*/ 823381 w 12192000"/>
              <a:gd name="connsiteY163" fmla="*/ 6444809 h 6858000"/>
              <a:gd name="connsiteX164" fmla="*/ 823381 w 12192000"/>
              <a:gd name="connsiteY164" fmla="*/ 6438859 h 6858000"/>
              <a:gd name="connsiteX165" fmla="*/ 809364 w 12192000"/>
              <a:gd name="connsiteY165" fmla="*/ 6438859 h 6858000"/>
              <a:gd name="connsiteX166" fmla="*/ 809364 w 12192000"/>
              <a:gd name="connsiteY166" fmla="*/ 6490893 h 6858000"/>
              <a:gd name="connsiteX167" fmla="*/ 823381 w 12192000"/>
              <a:gd name="connsiteY167" fmla="*/ 6490893 h 6858000"/>
              <a:gd name="connsiteX168" fmla="*/ 823381 w 12192000"/>
              <a:gd name="connsiteY168" fmla="*/ 6459733 h 6858000"/>
              <a:gd name="connsiteX169" fmla="*/ 832961 w 12192000"/>
              <a:gd name="connsiteY169" fmla="*/ 6449750 h 6858000"/>
              <a:gd name="connsiteX170" fmla="*/ 841935 w 12192000"/>
              <a:gd name="connsiteY170" fmla="*/ 6459229 h 6858000"/>
              <a:gd name="connsiteX171" fmla="*/ 841935 w 12192000"/>
              <a:gd name="connsiteY171" fmla="*/ 6490893 h 6858000"/>
              <a:gd name="connsiteX172" fmla="*/ 855952 w 12192000"/>
              <a:gd name="connsiteY172" fmla="*/ 6490893 h 6858000"/>
              <a:gd name="connsiteX173" fmla="*/ 855952 w 12192000"/>
              <a:gd name="connsiteY173" fmla="*/ 6456708 h 6858000"/>
              <a:gd name="connsiteX174" fmla="*/ 839011 w 12192000"/>
              <a:gd name="connsiteY174" fmla="*/ 6437447 h 6858000"/>
              <a:gd name="connsiteX175" fmla="*/ 773758 w 12192000"/>
              <a:gd name="connsiteY175" fmla="*/ 6437447 h 6858000"/>
              <a:gd name="connsiteX176" fmla="*/ 747842 w 12192000"/>
              <a:gd name="connsiteY176" fmla="*/ 6464876 h 6858000"/>
              <a:gd name="connsiteX177" fmla="*/ 774968 w 12192000"/>
              <a:gd name="connsiteY177" fmla="*/ 6492405 h 6858000"/>
              <a:gd name="connsiteX178" fmla="*/ 797960 w 12192000"/>
              <a:gd name="connsiteY178" fmla="*/ 6480607 h 6858000"/>
              <a:gd name="connsiteX179" fmla="*/ 788480 w 12192000"/>
              <a:gd name="connsiteY179" fmla="*/ 6472540 h 6858000"/>
              <a:gd name="connsiteX180" fmla="*/ 774968 w 12192000"/>
              <a:gd name="connsiteY180" fmla="*/ 6479699 h 6858000"/>
              <a:gd name="connsiteX181" fmla="*/ 762363 w 12192000"/>
              <a:gd name="connsiteY181" fmla="*/ 6468909 h 6858000"/>
              <a:gd name="connsiteX182" fmla="*/ 799371 w 12192000"/>
              <a:gd name="connsiteY182" fmla="*/ 6468909 h 6858000"/>
              <a:gd name="connsiteX183" fmla="*/ 799775 w 12192000"/>
              <a:gd name="connsiteY183" fmla="*/ 6464271 h 6858000"/>
              <a:gd name="connsiteX184" fmla="*/ 773758 w 12192000"/>
              <a:gd name="connsiteY184" fmla="*/ 6437447 h 6858000"/>
              <a:gd name="connsiteX185" fmla="*/ 689402 w 12192000"/>
              <a:gd name="connsiteY185" fmla="*/ 6437447 h 6858000"/>
              <a:gd name="connsiteX186" fmla="*/ 674376 w 12192000"/>
              <a:gd name="connsiteY186" fmla="*/ 6444809 h 6858000"/>
              <a:gd name="connsiteX187" fmla="*/ 674376 w 12192000"/>
              <a:gd name="connsiteY187" fmla="*/ 6438859 h 6858000"/>
              <a:gd name="connsiteX188" fmla="*/ 660360 w 12192000"/>
              <a:gd name="connsiteY188" fmla="*/ 6438859 h 6858000"/>
              <a:gd name="connsiteX189" fmla="*/ 660360 w 12192000"/>
              <a:gd name="connsiteY189" fmla="*/ 6490893 h 6858000"/>
              <a:gd name="connsiteX190" fmla="*/ 674376 w 12192000"/>
              <a:gd name="connsiteY190" fmla="*/ 6490893 h 6858000"/>
              <a:gd name="connsiteX191" fmla="*/ 674376 w 12192000"/>
              <a:gd name="connsiteY191" fmla="*/ 6460036 h 6858000"/>
              <a:gd name="connsiteX192" fmla="*/ 683351 w 12192000"/>
              <a:gd name="connsiteY192" fmla="*/ 6449750 h 6858000"/>
              <a:gd name="connsiteX193" fmla="*/ 691923 w 12192000"/>
              <a:gd name="connsiteY193" fmla="*/ 6459632 h 6858000"/>
              <a:gd name="connsiteX194" fmla="*/ 691923 w 12192000"/>
              <a:gd name="connsiteY194" fmla="*/ 6490893 h 6858000"/>
              <a:gd name="connsiteX195" fmla="*/ 705839 w 12192000"/>
              <a:gd name="connsiteY195" fmla="*/ 6490893 h 6858000"/>
              <a:gd name="connsiteX196" fmla="*/ 705839 w 12192000"/>
              <a:gd name="connsiteY196" fmla="*/ 6458523 h 6858000"/>
              <a:gd name="connsiteX197" fmla="*/ 714915 w 12192000"/>
              <a:gd name="connsiteY197" fmla="*/ 6449750 h 6858000"/>
              <a:gd name="connsiteX198" fmla="*/ 723486 w 12192000"/>
              <a:gd name="connsiteY198" fmla="*/ 6459632 h 6858000"/>
              <a:gd name="connsiteX199" fmla="*/ 723486 w 12192000"/>
              <a:gd name="connsiteY199" fmla="*/ 6490893 h 6858000"/>
              <a:gd name="connsiteX200" fmla="*/ 737503 w 12192000"/>
              <a:gd name="connsiteY200" fmla="*/ 6490893 h 6858000"/>
              <a:gd name="connsiteX201" fmla="*/ 737503 w 12192000"/>
              <a:gd name="connsiteY201" fmla="*/ 6457010 h 6858000"/>
              <a:gd name="connsiteX202" fmla="*/ 719553 w 12192000"/>
              <a:gd name="connsiteY202" fmla="*/ 6437447 h 6858000"/>
              <a:gd name="connsiteX203" fmla="*/ 703520 w 12192000"/>
              <a:gd name="connsiteY203" fmla="*/ 6445716 h 6858000"/>
              <a:gd name="connsiteX204" fmla="*/ 689402 w 12192000"/>
              <a:gd name="connsiteY204" fmla="*/ 6437447 h 6858000"/>
              <a:gd name="connsiteX205" fmla="*/ 578189 w 12192000"/>
              <a:gd name="connsiteY205" fmla="*/ 6437447 h 6858000"/>
              <a:gd name="connsiteX206" fmla="*/ 553685 w 12192000"/>
              <a:gd name="connsiteY206" fmla="*/ 6464876 h 6858000"/>
              <a:gd name="connsiteX207" fmla="*/ 578189 w 12192000"/>
              <a:gd name="connsiteY207" fmla="*/ 6492405 h 6858000"/>
              <a:gd name="connsiteX208" fmla="*/ 594424 w 12192000"/>
              <a:gd name="connsiteY208" fmla="*/ 6483430 h 6858000"/>
              <a:gd name="connsiteX209" fmla="*/ 594424 w 12192000"/>
              <a:gd name="connsiteY209" fmla="*/ 6490893 h 6858000"/>
              <a:gd name="connsiteX210" fmla="*/ 608441 w 12192000"/>
              <a:gd name="connsiteY210" fmla="*/ 6490893 h 6858000"/>
              <a:gd name="connsiteX211" fmla="*/ 608441 w 12192000"/>
              <a:gd name="connsiteY211" fmla="*/ 6438859 h 6858000"/>
              <a:gd name="connsiteX212" fmla="*/ 594424 w 12192000"/>
              <a:gd name="connsiteY212" fmla="*/ 6438859 h 6858000"/>
              <a:gd name="connsiteX213" fmla="*/ 594424 w 12192000"/>
              <a:gd name="connsiteY213" fmla="*/ 6446422 h 6858000"/>
              <a:gd name="connsiteX214" fmla="*/ 578189 w 12192000"/>
              <a:gd name="connsiteY214" fmla="*/ 6437447 h 6858000"/>
              <a:gd name="connsiteX215" fmla="*/ 500903 w 12192000"/>
              <a:gd name="connsiteY215" fmla="*/ 6433615 h 6858000"/>
              <a:gd name="connsiteX216" fmla="*/ 518449 w 12192000"/>
              <a:gd name="connsiteY216" fmla="*/ 6433615 h 6858000"/>
              <a:gd name="connsiteX217" fmla="*/ 527121 w 12192000"/>
              <a:gd name="connsiteY217" fmla="*/ 6441078 h 6858000"/>
              <a:gd name="connsiteX218" fmla="*/ 518449 w 12192000"/>
              <a:gd name="connsiteY218" fmla="*/ 6448439 h 6858000"/>
              <a:gd name="connsiteX219" fmla="*/ 500903 w 12192000"/>
              <a:gd name="connsiteY219" fmla="*/ 6448439 h 6858000"/>
              <a:gd name="connsiteX220" fmla="*/ 1120007 w 12192000"/>
              <a:gd name="connsiteY220" fmla="*/ 6423632 h 6858000"/>
              <a:gd name="connsiteX221" fmla="*/ 1105990 w 12192000"/>
              <a:gd name="connsiteY221" fmla="*/ 6427666 h 6858000"/>
              <a:gd name="connsiteX222" fmla="*/ 1105990 w 12192000"/>
              <a:gd name="connsiteY222" fmla="*/ 6438859 h 6858000"/>
              <a:gd name="connsiteX223" fmla="*/ 1097217 w 12192000"/>
              <a:gd name="connsiteY223" fmla="*/ 6438859 h 6858000"/>
              <a:gd name="connsiteX224" fmla="*/ 1097217 w 12192000"/>
              <a:gd name="connsiteY224" fmla="*/ 6450758 h 6858000"/>
              <a:gd name="connsiteX225" fmla="*/ 1105990 w 12192000"/>
              <a:gd name="connsiteY225" fmla="*/ 6450758 h 6858000"/>
              <a:gd name="connsiteX226" fmla="*/ 1105990 w 12192000"/>
              <a:gd name="connsiteY226" fmla="*/ 6472943 h 6858000"/>
              <a:gd name="connsiteX227" fmla="*/ 1124041 w 12192000"/>
              <a:gd name="connsiteY227" fmla="*/ 6492103 h 6858000"/>
              <a:gd name="connsiteX228" fmla="*/ 1132007 w 12192000"/>
              <a:gd name="connsiteY228" fmla="*/ 6491195 h 6858000"/>
              <a:gd name="connsiteX229" fmla="*/ 1132007 w 12192000"/>
              <a:gd name="connsiteY229" fmla="*/ 6479296 h 6858000"/>
              <a:gd name="connsiteX230" fmla="*/ 1128075 w 12192000"/>
              <a:gd name="connsiteY230" fmla="*/ 6479699 h 6858000"/>
              <a:gd name="connsiteX231" fmla="*/ 1120007 w 12192000"/>
              <a:gd name="connsiteY231" fmla="*/ 6471733 h 6858000"/>
              <a:gd name="connsiteX232" fmla="*/ 1120007 w 12192000"/>
              <a:gd name="connsiteY232" fmla="*/ 6450758 h 6858000"/>
              <a:gd name="connsiteX233" fmla="*/ 1132007 w 12192000"/>
              <a:gd name="connsiteY233" fmla="*/ 6450758 h 6858000"/>
              <a:gd name="connsiteX234" fmla="*/ 1132007 w 12192000"/>
              <a:gd name="connsiteY234" fmla="*/ 6438859 h 6858000"/>
              <a:gd name="connsiteX235" fmla="*/ 1120007 w 12192000"/>
              <a:gd name="connsiteY235" fmla="*/ 6438859 h 6858000"/>
              <a:gd name="connsiteX236" fmla="*/ 1141989 w 12192000"/>
              <a:gd name="connsiteY236" fmla="*/ 6420305 h 6858000"/>
              <a:gd name="connsiteX237" fmla="*/ 1141989 w 12192000"/>
              <a:gd name="connsiteY237" fmla="*/ 6490893 h 6858000"/>
              <a:gd name="connsiteX238" fmla="*/ 1156006 w 12192000"/>
              <a:gd name="connsiteY238" fmla="*/ 6490893 h 6858000"/>
              <a:gd name="connsiteX239" fmla="*/ 1156006 w 12192000"/>
              <a:gd name="connsiteY239" fmla="*/ 6459733 h 6858000"/>
              <a:gd name="connsiteX240" fmla="*/ 1165586 w 12192000"/>
              <a:gd name="connsiteY240" fmla="*/ 6449750 h 6858000"/>
              <a:gd name="connsiteX241" fmla="*/ 1174561 w 12192000"/>
              <a:gd name="connsiteY241" fmla="*/ 6459229 h 6858000"/>
              <a:gd name="connsiteX242" fmla="*/ 1174561 w 12192000"/>
              <a:gd name="connsiteY242" fmla="*/ 6490893 h 6858000"/>
              <a:gd name="connsiteX243" fmla="*/ 1188578 w 12192000"/>
              <a:gd name="connsiteY243" fmla="*/ 6490893 h 6858000"/>
              <a:gd name="connsiteX244" fmla="*/ 1188578 w 12192000"/>
              <a:gd name="connsiteY244" fmla="*/ 6456708 h 6858000"/>
              <a:gd name="connsiteX245" fmla="*/ 1171636 w 12192000"/>
              <a:gd name="connsiteY245" fmla="*/ 6437447 h 6858000"/>
              <a:gd name="connsiteX246" fmla="*/ 1156006 w 12192000"/>
              <a:gd name="connsiteY246" fmla="*/ 6444809 h 6858000"/>
              <a:gd name="connsiteX247" fmla="*/ 1156006 w 12192000"/>
              <a:gd name="connsiteY247" fmla="*/ 6420305 h 6858000"/>
              <a:gd name="connsiteX248" fmla="*/ 485776 w 12192000"/>
              <a:gd name="connsiteY248" fmla="*/ 6420305 h 6858000"/>
              <a:gd name="connsiteX249" fmla="*/ 485776 w 12192000"/>
              <a:gd name="connsiteY249" fmla="*/ 6490893 h 6858000"/>
              <a:gd name="connsiteX250" fmla="*/ 520667 w 12192000"/>
              <a:gd name="connsiteY250" fmla="*/ 6490893 h 6858000"/>
              <a:gd name="connsiteX251" fmla="*/ 544567 w 12192000"/>
              <a:gd name="connsiteY251" fmla="*/ 6471229 h 6858000"/>
              <a:gd name="connsiteX252" fmla="*/ 532264 w 12192000"/>
              <a:gd name="connsiteY252" fmla="*/ 6454691 h 6858000"/>
              <a:gd name="connsiteX253" fmla="*/ 542752 w 12192000"/>
              <a:gd name="connsiteY253" fmla="*/ 6438960 h 6858000"/>
              <a:gd name="connsiteX254" fmla="*/ 520567 w 12192000"/>
              <a:gd name="connsiteY254" fmla="*/ 6420305 h 6858000"/>
              <a:gd name="connsiteX255" fmla="*/ 994260 w 12192000"/>
              <a:gd name="connsiteY255" fmla="*/ 6419094 h 6858000"/>
              <a:gd name="connsiteX256" fmla="*/ 958360 w 12192000"/>
              <a:gd name="connsiteY256" fmla="*/ 6455800 h 6858000"/>
              <a:gd name="connsiteX257" fmla="*/ 992041 w 12192000"/>
              <a:gd name="connsiteY257" fmla="*/ 6492405 h 6858000"/>
              <a:gd name="connsiteX258" fmla="*/ 1012613 w 12192000"/>
              <a:gd name="connsiteY258" fmla="*/ 6482624 h 6858000"/>
              <a:gd name="connsiteX259" fmla="*/ 1012613 w 12192000"/>
              <a:gd name="connsiteY259" fmla="*/ 6490893 h 6858000"/>
              <a:gd name="connsiteX260" fmla="*/ 1026226 w 12192000"/>
              <a:gd name="connsiteY260" fmla="*/ 6490893 h 6858000"/>
              <a:gd name="connsiteX261" fmla="*/ 1026226 w 12192000"/>
              <a:gd name="connsiteY261" fmla="*/ 6452977 h 6858000"/>
              <a:gd name="connsiteX262" fmla="*/ 994562 w 12192000"/>
              <a:gd name="connsiteY262" fmla="*/ 6452977 h 6858000"/>
              <a:gd name="connsiteX263" fmla="*/ 994562 w 12192000"/>
              <a:gd name="connsiteY263" fmla="*/ 6466489 h 6858000"/>
              <a:gd name="connsiteX264" fmla="*/ 1011302 w 12192000"/>
              <a:gd name="connsiteY264" fmla="*/ 6466489 h 6858000"/>
              <a:gd name="connsiteX265" fmla="*/ 994462 w 12192000"/>
              <a:gd name="connsiteY265" fmla="*/ 6478086 h 6858000"/>
              <a:gd name="connsiteX266" fmla="*/ 974394 w 12192000"/>
              <a:gd name="connsiteY266" fmla="*/ 6455800 h 6858000"/>
              <a:gd name="connsiteX267" fmla="*/ 994260 w 12192000"/>
              <a:gd name="connsiteY267" fmla="*/ 6433414 h 6858000"/>
              <a:gd name="connsiteX268" fmla="*/ 1012008 w 12192000"/>
              <a:gd name="connsiteY268" fmla="*/ 6443699 h 6858000"/>
              <a:gd name="connsiteX269" fmla="*/ 1024714 w 12192000"/>
              <a:gd name="connsiteY269" fmla="*/ 6435229 h 6858000"/>
              <a:gd name="connsiteX270" fmla="*/ 994260 w 12192000"/>
              <a:gd name="connsiteY270" fmla="*/ 6419094 h 6858000"/>
              <a:gd name="connsiteX271" fmla="*/ 875121 w 12192000"/>
              <a:gd name="connsiteY271" fmla="*/ 6416674 h 6858000"/>
              <a:gd name="connsiteX272" fmla="*/ 866751 w 12192000"/>
              <a:gd name="connsiteY272" fmla="*/ 6424943 h 6858000"/>
              <a:gd name="connsiteX273" fmla="*/ 875121 w 12192000"/>
              <a:gd name="connsiteY273" fmla="*/ 6433313 h 6858000"/>
              <a:gd name="connsiteX274" fmla="*/ 883491 w 12192000"/>
              <a:gd name="connsiteY274" fmla="*/ 6424943 h 6858000"/>
              <a:gd name="connsiteX275" fmla="*/ 875121 w 12192000"/>
              <a:gd name="connsiteY275" fmla="*/ 6416674 h 6858000"/>
              <a:gd name="connsiteX276" fmla="*/ 0 w 12192000"/>
              <a:gd name="connsiteY276" fmla="*/ 786751 h 6858000"/>
              <a:gd name="connsiteX277" fmla="*/ 471872 w 12192000"/>
              <a:gd name="connsiteY277" fmla="*/ 2680582 h 6858000"/>
              <a:gd name="connsiteX278" fmla="*/ 802876 w 12192000"/>
              <a:gd name="connsiteY278" fmla="*/ 2879540 h 6858000"/>
              <a:gd name="connsiteX279" fmla="*/ 857659 w 12192000"/>
              <a:gd name="connsiteY279" fmla="*/ 2865890 h 6858000"/>
              <a:gd name="connsiteX280" fmla="*/ 904737 w 12192000"/>
              <a:gd name="connsiteY280" fmla="*/ 2862396 h 6858000"/>
              <a:gd name="connsiteX281" fmla="*/ 12192000 w 12192000"/>
              <a:gd name="connsiteY281" fmla="*/ 872148 h 6858000"/>
              <a:gd name="connsiteX282" fmla="*/ 12192000 w 12192000"/>
              <a:gd name="connsiteY282" fmla="*/ 6858000 h 6858000"/>
              <a:gd name="connsiteX283" fmla="*/ 0 w 12192000"/>
              <a:gd name="connsiteY283" fmla="*/ 6858000 h 6858000"/>
              <a:gd name="connsiteX284" fmla="*/ 0 w 12192000"/>
              <a:gd name="connsiteY284" fmla="*/ 0 h 6858000"/>
              <a:gd name="connsiteX285" fmla="*/ 1 w 12192000"/>
              <a:gd name="connsiteY285" fmla="*/ 0 h 6858000"/>
              <a:gd name="connsiteX286" fmla="*/ 0 w 12192000"/>
              <a:gd name="connsiteY286" fmla="*/ 7867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</a:cxnLst>
            <a:rect l="l" t="t" r="r" b="b"/>
            <a:pathLst>
              <a:path w="12192000" h="6858000">
                <a:moveTo>
                  <a:pt x="693262" y="6562790"/>
                </a:moveTo>
                <a:cubicBezTo>
                  <a:pt x="701252" y="6562790"/>
                  <a:pt x="707789" y="6568497"/>
                  <a:pt x="709242" y="6577940"/>
                </a:cubicBezTo>
                <a:lnTo>
                  <a:pt x="676660" y="6577940"/>
                </a:lnTo>
                <a:cubicBezTo>
                  <a:pt x="678217" y="6568705"/>
                  <a:pt x="684650" y="6562790"/>
                  <a:pt x="693262" y="6562790"/>
                </a:cubicBezTo>
                <a:close/>
                <a:moveTo>
                  <a:pt x="569365" y="6562790"/>
                </a:moveTo>
                <a:cubicBezTo>
                  <a:pt x="577355" y="6562790"/>
                  <a:pt x="583892" y="6568497"/>
                  <a:pt x="585345" y="6577940"/>
                </a:cubicBezTo>
                <a:lnTo>
                  <a:pt x="552763" y="6577940"/>
                </a:lnTo>
                <a:cubicBezTo>
                  <a:pt x="554320" y="6568705"/>
                  <a:pt x="560753" y="6562790"/>
                  <a:pt x="569365" y="6562790"/>
                </a:cubicBezTo>
                <a:close/>
                <a:moveTo>
                  <a:pt x="605700" y="6556045"/>
                </a:moveTo>
                <a:lnTo>
                  <a:pt x="605700" y="6608757"/>
                </a:lnTo>
                <a:lnTo>
                  <a:pt x="614416" y="6608757"/>
                </a:lnTo>
                <a:lnTo>
                  <a:pt x="614416" y="6556045"/>
                </a:lnTo>
                <a:close/>
                <a:moveTo>
                  <a:pt x="693262" y="6554697"/>
                </a:moveTo>
                <a:cubicBezTo>
                  <a:pt x="678528" y="6554697"/>
                  <a:pt x="667529" y="6566318"/>
                  <a:pt x="667529" y="6582401"/>
                </a:cubicBezTo>
                <a:cubicBezTo>
                  <a:pt x="667529" y="6598381"/>
                  <a:pt x="678735" y="6610106"/>
                  <a:pt x="693781" y="6610106"/>
                </a:cubicBezTo>
                <a:cubicBezTo>
                  <a:pt x="703535" y="6610106"/>
                  <a:pt x="712044" y="6605437"/>
                  <a:pt x="716402" y="6598485"/>
                </a:cubicBezTo>
                <a:lnTo>
                  <a:pt x="710280" y="6593297"/>
                </a:lnTo>
                <a:cubicBezTo>
                  <a:pt x="706959" y="6598692"/>
                  <a:pt x="701045" y="6602013"/>
                  <a:pt x="693781" y="6602013"/>
                </a:cubicBezTo>
                <a:cubicBezTo>
                  <a:pt x="684546" y="6602013"/>
                  <a:pt x="677698" y="6595268"/>
                  <a:pt x="676556" y="6585203"/>
                </a:cubicBezTo>
                <a:lnTo>
                  <a:pt x="718166" y="6585203"/>
                </a:lnTo>
                <a:cubicBezTo>
                  <a:pt x="718270" y="6584165"/>
                  <a:pt x="718373" y="6583024"/>
                  <a:pt x="718373" y="6582090"/>
                </a:cubicBezTo>
                <a:cubicBezTo>
                  <a:pt x="718373" y="6566629"/>
                  <a:pt x="707789" y="6554697"/>
                  <a:pt x="693262" y="6554697"/>
                </a:cubicBezTo>
                <a:close/>
                <a:moveTo>
                  <a:pt x="569365" y="6554697"/>
                </a:moveTo>
                <a:cubicBezTo>
                  <a:pt x="554631" y="6554697"/>
                  <a:pt x="543632" y="6566318"/>
                  <a:pt x="543632" y="6582401"/>
                </a:cubicBezTo>
                <a:cubicBezTo>
                  <a:pt x="543632" y="6598381"/>
                  <a:pt x="554838" y="6610106"/>
                  <a:pt x="569884" y="6610106"/>
                </a:cubicBezTo>
                <a:cubicBezTo>
                  <a:pt x="579638" y="6610106"/>
                  <a:pt x="588147" y="6605437"/>
                  <a:pt x="592505" y="6598485"/>
                </a:cubicBezTo>
                <a:lnTo>
                  <a:pt x="586383" y="6593297"/>
                </a:lnTo>
                <a:cubicBezTo>
                  <a:pt x="583062" y="6598692"/>
                  <a:pt x="577148" y="6602013"/>
                  <a:pt x="569884" y="6602013"/>
                </a:cubicBezTo>
                <a:cubicBezTo>
                  <a:pt x="560649" y="6602013"/>
                  <a:pt x="553801" y="6595268"/>
                  <a:pt x="552659" y="6585203"/>
                </a:cubicBezTo>
                <a:lnTo>
                  <a:pt x="594269" y="6585203"/>
                </a:lnTo>
                <a:cubicBezTo>
                  <a:pt x="594373" y="6584165"/>
                  <a:pt x="594476" y="6583024"/>
                  <a:pt x="594476" y="6582090"/>
                </a:cubicBezTo>
                <a:cubicBezTo>
                  <a:pt x="594476" y="6566629"/>
                  <a:pt x="583892" y="6554697"/>
                  <a:pt x="569365" y="6554697"/>
                </a:cubicBezTo>
                <a:close/>
                <a:moveTo>
                  <a:pt x="643657" y="6541207"/>
                </a:moveTo>
                <a:lnTo>
                  <a:pt x="634941" y="6544216"/>
                </a:lnTo>
                <a:lnTo>
                  <a:pt x="634941" y="6556045"/>
                </a:lnTo>
                <a:lnTo>
                  <a:pt x="625187" y="6556045"/>
                </a:lnTo>
                <a:lnTo>
                  <a:pt x="625187" y="6563620"/>
                </a:lnTo>
                <a:lnTo>
                  <a:pt x="634941" y="6563620"/>
                </a:lnTo>
                <a:lnTo>
                  <a:pt x="634941" y="6593608"/>
                </a:lnTo>
                <a:cubicBezTo>
                  <a:pt x="634941" y="6603881"/>
                  <a:pt x="640544" y="6609899"/>
                  <a:pt x="650298" y="6609899"/>
                </a:cubicBezTo>
                <a:cubicBezTo>
                  <a:pt x="653100" y="6609899"/>
                  <a:pt x="655590" y="6609484"/>
                  <a:pt x="657354" y="6608757"/>
                </a:cubicBezTo>
                <a:lnTo>
                  <a:pt x="657354" y="6600975"/>
                </a:lnTo>
                <a:cubicBezTo>
                  <a:pt x="655798" y="6601598"/>
                  <a:pt x="654034" y="6601909"/>
                  <a:pt x="652373" y="6601909"/>
                </a:cubicBezTo>
                <a:cubicBezTo>
                  <a:pt x="646562" y="6601909"/>
                  <a:pt x="643657" y="6598692"/>
                  <a:pt x="643657" y="6592778"/>
                </a:cubicBezTo>
                <a:lnTo>
                  <a:pt x="643657" y="6563620"/>
                </a:lnTo>
                <a:lnTo>
                  <a:pt x="657354" y="6563620"/>
                </a:lnTo>
                <a:lnTo>
                  <a:pt x="657354" y="6556045"/>
                </a:lnTo>
                <a:lnTo>
                  <a:pt x="643657" y="6556045"/>
                </a:lnTo>
                <a:close/>
                <a:moveTo>
                  <a:pt x="509588" y="6534878"/>
                </a:moveTo>
                <a:cubicBezTo>
                  <a:pt x="493920" y="6534878"/>
                  <a:pt x="484373" y="6542867"/>
                  <a:pt x="484373" y="6554800"/>
                </a:cubicBezTo>
                <a:cubicBezTo>
                  <a:pt x="484373" y="6565799"/>
                  <a:pt x="490288" y="6571921"/>
                  <a:pt x="503051" y="6574723"/>
                </a:cubicBezTo>
                <a:lnTo>
                  <a:pt x="511663" y="6576591"/>
                </a:lnTo>
                <a:cubicBezTo>
                  <a:pt x="520276" y="6578562"/>
                  <a:pt x="524945" y="6582401"/>
                  <a:pt x="524945" y="6589354"/>
                </a:cubicBezTo>
                <a:cubicBezTo>
                  <a:pt x="524945" y="6597032"/>
                  <a:pt x="518823" y="6601701"/>
                  <a:pt x="507720" y="6601701"/>
                </a:cubicBezTo>
                <a:cubicBezTo>
                  <a:pt x="500042" y="6601701"/>
                  <a:pt x="492259" y="6599107"/>
                  <a:pt x="485618" y="6593815"/>
                </a:cubicBezTo>
                <a:lnTo>
                  <a:pt x="485618" y="6603569"/>
                </a:lnTo>
                <a:cubicBezTo>
                  <a:pt x="491741" y="6607720"/>
                  <a:pt x="499834" y="6610003"/>
                  <a:pt x="507720" y="6610003"/>
                </a:cubicBezTo>
                <a:cubicBezTo>
                  <a:pt x="524115" y="6610003"/>
                  <a:pt x="534284" y="6602117"/>
                  <a:pt x="534284" y="6589042"/>
                </a:cubicBezTo>
                <a:cubicBezTo>
                  <a:pt x="534284" y="6577732"/>
                  <a:pt x="527954" y="6570780"/>
                  <a:pt x="514465" y="6567771"/>
                </a:cubicBezTo>
                <a:lnTo>
                  <a:pt x="505852" y="6565799"/>
                </a:lnTo>
                <a:cubicBezTo>
                  <a:pt x="497344" y="6563828"/>
                  <a:pt x="493816" y="6560196"/>
                  <a:pt x="493816" y="6554178"/>
                </a:cubicBezTo>
                <a:cubicBezTo>
                  <a:pt x="493816" y="6547433"/>
                  <a:pt x="499730" y="6543179"/>
                  <a:pt x="509588" y="6543179"/>
                </a:cubicBezTo>
                <a:cubicBezTo>
                  <a:pt x="517163" y="6543179"/>
                  <a:pt x="524737" y="6545669"/>
                  <a:pt x="530963" y="6551065"/>
                </a:cubicBezTo>
                <a:lnTo>
                  <a:pt x="531067" y="6541311"/>
                </a:lnTo>
                <a:cubicBezTo>
                  <a:pt x="524634" y="6536849"/>
                  <a:pt x="516436" y="6534878"/>
                  <a:pt x="509588" y="6534878"/>
                </a:cubicBezTo>
                <a:close/>
                <a:moveTo>
                  <a:pt x="610058" y="6534151"/>
                </a:moveTo>
                <a:cubicBezTo>
                  <a:pt x="606634" y="6534151"/>
                  <a:pt x="604039" y="6536849"/>
                  <a:pt x="604039" y="6540170"/>
                </a:cubicBezTo>
                <a:cubicBezTo>
                  <a:pt x="604039" y="6543594"/>
                  <a:pt x="606634" y="6546188"/>
                  <a:pt x="610058" y="6546188"/>
                </a:cubicBezTo>
                <a:cubicBezTo>
                  <a:pt x="613482" y="6546188"/>
                  <a:pt x="616076" y="6543594"/>
                  <a:pt x="616076" y="6540170"/>
                </a:cubicBezTo>
                <a:cubicBezTo>
                  <a:pt x="616076" y="6536849"/>
                  <a:pt x="613482" y="6534151"/>
                  <a:pt x="610058" y="6534151"/>
                </a:cubicBezTo>
                <a:close/>
                <a:moveTo>
                  <a:pt x="500903" y="6461548"/>
                </a:moveTo>
                <a:lnTo>
                  <a:pt x="519457" y="6461548"/>
                </a:lnTo>
                <a:cubicBezTo>
                  <a:pt x="525407" y="6461548"/>
                  <a:pt x="528835" y="6464573"/>
                  <a:pt x="528835" y="6469515"/>
                </a:cubicBezTo>
                <a:cubicBezTo>
                  <a:pt x="528835" y="6474657"/>
                  <a:pt x="525407" y="6477582"/>
                  <a:pt x="519457" y="6477582"/>
                </a:cubicBezTo>
                <a:lnTo>
                  <a:pt x="500903" y="6477582"/>
                </a:lnTo>
                <a:close/>
                <a:moveTo>
                  <a:pt x="1062844" y="6451061"/>
                </a:moveTo>
                <a:cubicBezTo>
                  <a:pt x="1070508" y="6451061"/>
                  <a:pt x="1075953" y="6457010"/>
                  <a:pt x="1075953" y="6464876"/>
                </a:cubicBezTo>
                <a:cubicBezTo>
                  <a:pt x="1075953" y="6472741"/>
                  <a:pt x="1070508" y="6478691"/>
                  <a:pt x="1062844" y="6478691"/>
                </a:cubicBezTo>
                <a:cubicBezTo>
                  <a:pt x="1055281" y="6478691"/>
                  <a:pt x="1049835" y="6472741"/>
                  <a:pt x="1049835" y="6464876"/>
                </a:cubicBezTo>
                <a:cubicBezTo>
                  <a:pt x="1049835" y="6457010"/>
                  <a:pt x="1055281" y="6451061"/>
                  <a:pt x="1062844" y="6451061"/>
                </a:cubicBezTo>
                <a:close/>
                <a:moveTo>
                  <a:pt x="1225495" y="6450960"/>
                </a:moveTo>
                <a:cubicBezTo>
                  <a:pt x="1233058" y="6450960"/>
                  <a:pt x="1238604" y="6457010"/>
                  <a:pt x="1238604" y="6464876"/>
                </a:cubicBezTo>
                <a:cubicBezTo>
                  <a:pt x="1238604" y="6472741"/>
                  <a:pt x="1233058" y="6478792"/>
                  <a:pt x="1225495" y="6478792"/>
                </a:cubicBezTo>
                <a:cubicBezTo>
                  <a:pt x="1217932" y="6478792"/>
                  <a:pt x="1212386" y="6472741"/>
                  <a:pt x="1212386" y="6464876"/>
                </a:cubicBezTo>
                <a:cubicBezTo>
                  <a:pt x="1212386" y="6457010"/>
                  <a:pt x="1217932" y="6450960"/>
                  <a:pt x="1225495" y="6450960"/>
                </a:cubicBezTo>
                <a:close/>
                <a:moveTo>
                  <a:pt x="919961" y="6450960"/>
                </a:moveTo>
                <a:cubicBezTo>
                  <a:pt x="927524" y="6450960"/>
                  <a:pt x="933070" y="6457010"/>
                  <a:pt x="933070" y="6464876"/>
                </a:cubicBezTo>
                <a:cubicBezTo>
                  <a:pt x="933070" y="6472741"/>
                  <a:pt x="927524" y="6478792"/>
                  <a:pt x="919961" y="6478792"/>
                </a:cubicBezTo>
                <a:cubicBezTo>
                  <a:pt x="912398" y="6478792"/>
                  <a:pt x="906852" y="6472741"/>
                  <a:pt x="906852" y="6464876"/>
                </a:cubicBezTo>
                <a:cubicBezTo>
                  <a:pt x="906852" y="6457010"/>
                  <a:pt x="912398" y="6450960"/>
                  <a:pt x="919961" y="6450960"/>
                </a:cubicBezTo>
                <a:close/>
                <a:moveTo>
                  <a:pt x="581315" y="6450960"/>
                </a:moveTo>
                <a:cubicBezTo>
                  <a:pt x="588878" y="6450960"/>
                  <a:pt x="594424" y="6457010"/>
                  <a:pt x="594424" y="6464876"/>
                </a:cubicBezTo>
                <a:cubicBezTo>
                  <a:pt x="594424" y="6472741"/>
                  <a:pt x="588878" y="6478792"/>
                  <a:pt x="581315" y="6478792"/>
                </a:cubicBezTo>
                <a:cubicBezTo>
                  <a:pt x="573752" y="6478792"/>
                  <a:pt x="568206" y="6472741"/>
                  <a:pt x="568206" y="6464876"/>
                </a:cubicBezTo>
                <a:cubicBezTo>
                  <a:pt x="568206" y="6457010"/>
                  <a:pt x="573752" y="6450960"/>
                  <a:pt x="581315" y="6450960"/>
                </a:cubicBezTo>
                <a:close/>
                <a:moveTo>
                  <a:pt x="1288499" y="6450153"/>
                </a:moveTo>
                <a:cubicBezTo>
                  <a:pt x="1294046" y="6450153"/>
                  <a:pt x="1298382" y="6452977"/>
                  <a:pt x="1299895" y="6458926"/>
                </a:cubicBezTo>
                <a:lnTo>
                  <a:pt x="1277306" y="6458926"/>
                </a:lnTo>
                <a:cubicBezTo>
                  <a:pt x="1278818" y="6453380"/>
                  <a:pt x="1282852" y="6450153"/>
                  <a:pt x="1288499" y="6450153"/>
                </a:cubicBezTo>
                <a:close/>
                <a:moveTo>
                  <a:pt x="773758" y="6450153"/>
                </a:moveTo>
                <a:cubicBezTo>
                  <a:pt x="779304" y="6450153"/>
                  <a:pt x="783640" y="6452977"/>
                  <a:pt x="785153" y="6458926"/>
                </a:cubicBezTo>
                <a:lnTo>
                  <a:pt x="762564" y="6458926"/>
                </a:lnTo>
                <a:cubicBezTo>
                  <a:pt x="764077" y="6453380"/>
                  <a:pt x="768111" y="6450153"/>
                  <a:pt x="773758" y="6450153"/>
                </a:cubicBezTo>
                <a:close/>
                <a:moveTo>
                  <a:pt x="868062" y="6438859"/>
                </a:moveTo>
                <a:lnTo>
                  <a:pt x="868062" y="6490893"/>
                </a:lnTo>
                <a:lnTo>
                  <a:pt x="882079" y="6490893"/>
                </a:lnTo>
                <a:lnTo>
                  <a:pt x="882079" y="6438859"/>
                </a:lnTo>
                <a:close/>
                <a:moveTo>
                  <a:pt x="1351643" y="6437851"/>
                </a:moveTo>
                <a:cubicBezTo>
                  <a:pt x="1343071" y="6437851"/>
                  <a:pt x="1338332" y="6442288"/>
                  <a:pt x="1336617" y="6448136"/>
                </a:cubicBezTo>
                <a:lnTo>
                  <a:pt x="1336617" y="6438859"/>
                </a:lnTo>
                <a:lnTo>
                  <a:pt x="1322600" y="6438859"/>
                </a:lnTo>
                <a:lnTo>
                  <a:pt x="1322600" y="6490893"/>
                </a:lnTo>
                <a:lnTo>
                  <a:pt x="1336617" y="6490893"/>
                </a:lnTo>
                <a:lnTo>
                  <a:pt x="1336617" y="6462557"/>
                </a:lnTo>
                <a:cubicBezTo>
                  <a:pt x="1336617" y="6455599"/>
                  <a:pt x="1339542" y="6452674"/>
                  <a:pt x="1350029" y="6452674"/>
                </a:cubicBezTo>
                <a:lnTo>
                  <a:pt x="1352550" y="6452674"/>
                </a:lnTo>
                <a:lnTo>
                  <a:pt x="1352550" y="6437851"/>
                </a:lnTo>
                <a:close/>
                <a:moveTo>
                  <a:pt x="650269" y="6437851"/>
                </a:moveTo>
                <a:cubicBezTo>
                  <a:pt x="641698" y="6437851"/>
                  <a:pt x="636958" y="6442288"/>
                  <a:pt x="635244" y="6448136"/>
                </a:cubicBezTo>
                <a:lnTo>
                  <a:pt x="635244" y="6438859"/>
                </a:lnTo>
                <a:lnTo>
                  <a:pt x="621227" y="6438859"/>
                </a:lnTo>
                <a:lnTo>
                  <a:pt x="621227" y="6490893"/>
                </a:lnTo>
                <a:lnTo>
                  <a:pt x="635244" y="6490893"/>
                </a:lnTo>
                <a:lnTo>
                  <a:pt x="635244" y="6462557"/>
                </a:lnTo>
                <a:cubicBezTo>
                  <a:pt x="635244" y="6455599"/>
                  <a:pt x="638168" y="6452674"/>
                  <a:pt x="648656" y="6452674"/>
                </a:cubicBezTo>
                <a:lnTo>
                  <a:pt x="651177" y="6452674"/>
                </a:lnTo>
                <a:lnTo>
                  <a:pt x="651177" y="6437851"/>
                </a:lnTo>
                <a:close/>
                <a:moveTo>
                  <a:pt x="1288499" y="6437447"/>
                </a:moveTo>
                <a:cubicBezTo>
                  <a:pt x="1273474" y="6437447"/>
                  <a:pt x="1262583" y="6449044"/>
                  <a:pt x="1262583" y="6464876"/>
                </a:cubicBezTo>
                <a:cubicBezTo>
                  <a:pt x="1262583" y="6480708"/>
                  <a:pt x="1273978" y="6492405"/>
                  <a:pt x="1289709" y="6492405"/>
                </a:cubicBezTo>
                <a:cubicBezTo>
                  <a:pt x="1299088" y="6492405"/>
                  <a:pt x="1308466" y="6487565"/>
                  <a:pt x="1312701" y="6480607"/>
                </a:cubicBezTo>
                <a:lnTo>
                  <a:pt x="1303222" y="6472540"/>
                </a:lnTo>
                <a:cubicBezTo>
                  <a:pt x="1300600" y="6476977"/>
                  <a:pt x="1295356" y="6479699"/>
                  <a:pt x="1289709" y="6479699"/>
                </a:cubicBezTo>
                <a:cubicBezTo>
                  <a:pt x="1282751" y="6479699"/>
                  <a:pt x="1278415" y="6474960"/>
                  <a:pt x="1277104" y="6468909"/>
                </a:cubicBezTo>
                <a:lnTo>
                  <a:pt x="1314113" y="6468909"/>
                </a:lnTo>
                <a:cubicBezTo>
                  <a:pt x="1314315" y="6467498"/>
                  <a:pt x="1314516" y="6465783"/>
                  <a:pt x="1314516" y="6464271"/>
                </a:cubicBezTo>
                <a:cubicBezTo>
                  <a:pt x="1314516" y="6449548"/>
                  <a:pt x="1304533" y="6437447"/>
                  <a:pt x="1288499" y="6437447"/>
                </a:cubicBezTo>
                <a:close/>
                <a:moveTo>
                  <a:pt x="1222369" y="6437447"/>
                </a:moveTo>
                <a:cubicBezTo>
                  <a:pt x="1209158" y="6437447"/>
                  <a:pt x="1197864" y="6448943"/>
                  <a:pt x="1197864" y="6464876"/>
                </a:cubicBezTo>
                <a:cubicBezTo>
                  <a:pt x="1197864" y="6480909"/>
                  <a:pt x="1209158" y="6492405"/>
                  <a:pt x="1222369" y="6492405"/>
                </a:cubicBezTo>
                <a:cubicBezTo>
                  <a:pt x="1230033" y="6492405"/>
                  <a:pt x="1235377" y="6489178"/>
                  <a:pt x="1238604" y="6483430"/>
                </a:cubicBezTo>
                <a:lnTo>
                  <a:pt x="1238604" y="6490893"/>
                </a:lnTo>
                <a:lnTo>
                  <a:pt x="1252621" y="6490893"/>
                </a:lnTo>
                <a:lnTo>
                  <a:pt x="1252621" y="6438859"/>
                </a:lnTo>
                <a:lnTo>
                  <a:pt x="1238604" y="6438859"/>
                </a:lnTo>
                <a:lnTo>
                  <a:pt x="1238604" y="6446422"/>
                </a:lnTo>
                <a:cubicBezTo>
                  <a:pt x="1235377" y="6440674"/>
                  <a:pt x="1230033" y="6437447"/>
                  <a:pt x="1222369" y="6437447"/>
                </a:cubicBezTo>
                <a:close/>
                <a:moveTo>
                  <a:pt x="1062844" y="6437447"/>
                </a:moveTo>
                <a:cubicBezTo>
                  <a:pt x="1047213" y="6437447"/>
                  <a:pt x="1035314" y="6448943"/>
                  <a:pt x="1035314" y="6464876"/>
                </a:cubicBezTo>
                <a:cubicBezTo>
                  <a:pt x="1035314" y="6480809"/>
                  <a:pt x="1047213" y="6492304"/>
                  <a:pt x="1062844" y="6492304"/>
                </a:cubicBezTo>
                <a:cubicBezTo>
                  <a:pt x="1078575" y="6492304"/>
                  <a:pt x="1090474" y="6480809"/>
                  <a:pt x="1090474" y="6464876"/>
                </a:cubicBezTo>
                <a:cubicBezTo>
                  <a:pt x="1090474" y="6448943"/>
                  <a:pt x="1078575" y="6437447"/>
                  <a:pt x="1062844" y="6437447"/>
                </a:cubicBezTo>
                <a:close/>
                <a:moveTo>
                  <a:pt x="916835" y="6437447"/>
                </a:moveTo>
                <a:cubicBezTo>
                  <a:pt x="903625" y="6437447"/>
                  <a:pt x="892331" y="6448943"/>
                  <a:pt x="892331" y="6464876"/>
                </a:cubicBezTo>
                <a:cubicBezTo>
                  <a:pt x="892331" y="6480909"/>
                  <a:pt x="903625" y="6492405"/>
                  <a:pt x="916835" y="6492405"/>
                </a:cubicBezTo>
                <a:cubicBezTo>
                  <a:pt x="924499" y="6492405"/>
                  <a:pt x="929843" y="6489178"/>
                  <a:pt x="933070" y="6483430"/>
                </a:cubicBezTo>
                <a:lnTo>
                  <a:pt x="933070" y="6490893"/>
                </a:lnTo>
                <a:lnTo>
                  <a:pt x="947087" y="6490893"/>
                </a:lnTo>
                <a:lnTo>
                  <a:pt x="947087" y="6438859"/>
                </a:lnTo>
                <a:lnTo>
                  <a:pt x="933070" y="6438859"/>
                </a:lnTo>
                <a:lnTo>
                  <a:pt x="933070" y="6446422"/>
                </a:lnTo>
                <a:cubicBezTo>
                  <a:pt x="929843" y="6440674"/>
                  <a:pt x="924499" y="6437447"/>
                  <a:pt x="916835" y="6437447"/>
                </a:cubicBezTo>
                <a:close/>
                <a:moveTo>
                  <a:pt x="839011" y="6437447"/>
                </a:moveTo>
                <a:cubicBezTo>
                  <a:pt x="830843" y="6437447"/>
                  <a:pt x="825700" y="6441178"/>
                  <a:pt x="823381" y="6444809"/>
                </a:cubicBezTo>
                <a:lnTo>
                  <a:pt x="823381" y="6438859"/>
                </a:lnTo>
                <a:lnTo>
                  <a:pt x="809364" y="6438859"/>
                </a:lnTo>
                <a:lnTo>
                  <a:pt x="809364" y="6490893"/>
                </a:lnTo>
                <a:lnTo>
                  <a:pt x="823381" y="6490893"/>
                </a:lnTo>
                <a:lnTo>
                  <a:pt x="823381" y="6459733"/>
                </a:lnTo>
                <a:cubicBezTo>
                  <a:pt x="823381" y="6453077"/>
                  <a:pt x="827313" y="6449750"/>
                  <a:pt x="832961" y="6449750"/>
                </a:cubicBezTo>
                <a:cubicBezTo>
                  <a:pt x="838809" y="6449750"/>
                  <a:pt x="841935" y="6453582"/>
                  <a:pt x="841935" y="6459229"/>
                </a:cubicBezTo>
                <a:lnTo>
                  <a:pt x="841935" y="6490893"/>
                </a:lnTo>
                <a:lnTo>
                  <a:pt x="855952" y="6490893"/>
                </a:lnTo>
                <a:lnTo>
                  <a:pt x="855952" y="6456708"/>
                </a:lnTo>
                <a:cubicBezTo>
                  <a:pt x="855952" y="6443195"/>
                  <a:pt x="848389" y="6437447"/>
                  <a:pt x="839011" y="6437447"/>
                </a:cubicBezTo>
                <a:close/>
                <a:moveTo>
                  <a:pt x="773758" y="6437447"/>
                </a:moveTo>
                <a:cubicBezTo>
                  <a:pt x="758732" y="6437447"/>
                  <a:pt x="747842" y="6449044"/>
                  <a:pt x="747842" y="6464876"/>
                </a:cubicBezTo>
                <a:cubicBezTo>
                  <a:pt x="747842" y="6480708"/>
                  <a:pt x="759237" y="6492405"/>
                  <a:pt x="774968" y="6492405"/>
                </a:cubicBezTo>
                <a:cubicBezTo>
                  <a:pt x="784346" y="6492405"/>
                  <a:pt x="793724" y="6487565"/>
                  <a:pt x="797960" y="6480607"/>
                </a:cubicBezTo>
                <a:lnTo>
                  <a:pt x="788480" y="6472540"/>
                </a:lnTo>
                <a:cubicBezTo>
                  <a:pt x="785859" y="6476977"/>
                  <a:pt x="780615" y="6479699"/>
                  <a:pt x="774968" y="6479699"/>
                </a:cubicBezTo>
                <a:cubicBezTo>
                  <a:pt x="768010" y="6479699"/>
                  <a:pt x="763674" y="6474960"/>
                  <a:pt x="762363" y="6468909"/>
                </a:cubicBezTo>
                <a:lnTo>
                  <a:pt x="799371" y="6468909"/>
                </a:lnTo>
                <a:cubicBezTo>
                  <a:pt x="799573" y="6467498"/>
                  <a:pt x="799775" y="6465783"/>
                  <a:pt x="799775" y="6464271"/>
                </a:cubicBezTo>
                <a:cubicBezTo>
                  <a:pt x="799775" y="6449548"/>
                  <a:pt x="789792" y="6437447"/>
                  <a:pt x="773758" y="6437447"/>
                </a:cubicBezTo>
                <a:close/>
                <a:moveTo>
                  <a:pt x="689402" y="6437447"/>
                </a:moveTo>
                <a:cubicBezTo>
                  <a:pt x="681435" y="6437447"/>
                  <a:pt x="676797" y="6441078"/>
                  <a:pt x="674376" y="6444809"/>
                </a:cubicBezTo>
                <a:lnTo>
                  <a:pt x="674376" y="6438859"/>
                </a:lnTo>
                <a:lnTo>
                  <a:pt x="660360" y="6438859"/>
                </a:lnTo>
                <a:lnTo>
                  <a:pt x="660360" y="6490893"/>
                </a:lnTo>
                <a:lnTo>
                  <a:pt x="674376" y="6490893"/>
                </a:lnTo>
                <a:lnTo>
                  <a:pt x="674376" y="6460036"/>
                </a:lnTo>
                <a:cubicBezTo>
                  <a:pt x="674376" y="6453077"/>
                  <a:pt x="677906" y="6449750"/>
                  <a:pt x="683351" y="6449750"/>
                </a:cubicBezTo>
                <a:cubicBezTo>
                  <a:pt x="689099" y="6449750"/>
                  <a:pt x="691923" y="6453683"/>
                  <a:pt x="691923" y="6459632"/>
                </a:cubicBezTo>
                <a:lnTo>
                  <a:pt x="691923" y="6490893"/>
                </a:lnTo>
                <a:lnTo>
                  <a:pt x="705839" y="6490893"/>
                </a:lnTo>
                <a:lnTo>
                  <a:pt x="705839" y="6458523"/>
                </a:lnTo>
                <a:cubicBezTo>
                  <a:pt x="705839" y="6453178"/>
                  <a:pt x="709570" y="6449750"/>
                  <a:pt x="714915" y="6449750"/>
                </a:cubicBezTo>
                <a:cubicBezTo>
                  <a:pt x="720562" y="6449750"/>
                  <a:pt x="723486" y="6453582"/>
                  <a:pt x="723486" y="6459632"/>
                </a:cubicBezTo>
                <a:lnTo>
                  <a:pt x="723486" y="6490893"/>
                </a:lnTo>
                <a:lnTo>
                  <a:pt x="737503" y="6490893"/>
                </a:lnTo>
                <a:lnTo>
                  <a:pt x="737503" y="6457010"/>
                </a:lnTo>
                <a:cubicBezTo>
                  <a:pt x="737503" y="6443296"/>
                  <a:pt x="730142" y="6437447"/>
                  <a:pt x="719553" y="6437447"/>
                </a:cubicBezTo>
                <a:cubicBezTo>
                  <a:pt x="712797" y="6437447"/>
                  <a:pt x="707351" y="6439968"/>
                  <a:pt x="703520" y="6445716"/>
                </a:cubicBezTo>
                <a:cubicBezTo>
                  <a:pt x="700595" y="6439968"/>
                  <a:pt x="695351" y="6437447"/>
                  <a:pt x="689402" y="6437447"/>
                </a:cubicBezTo>
                <a:close/>
                <a:moveTo>
                  <a:pt x="578189" y="6437447"/>
                </a:moveTo>
                <a:cubicBezTo>
                  <a:pt x="564979" y="6437447"/>
                  <a:pt x="553685" y="6448943"/>
                  <a:pt x="553685" y="6464876"/>
                </a:cubicBezTo>
                <a:cubicBezTo>
                  <a:pt x="553685" y="6480909"/>
                  <a:pt x="564979" y="6492405"/>
                  <a:pt x="578189" y="6492405"/>
                </a:cubicBezTo>
                <a:cubicBezTo>
                  <a:pt x="585853" y="6492405"/>
                  <a:pt x="591197" y="6489178"/>
                  <a:pt x="594424" y="6483430"/>
                </a:cubicBezTo>
                <a:lnTo>
                  <a:pt x="594424" y="6490893"/>
                </a:lnTo>
                <a:lnTo>
                  <a:pt x="608441" y="6490893"/>
                </a:lnTo>
                <a:lnTo>
                  <a:pt x="608441" y="6438859"/>
                </a:lnTo>
                <a:lnTo>
                  <a:pt x="594424" y="6438859"/>
                </a:lnTo>
                <a:lnTo>
                  <a:pt x="594424" y="6446422"/>
                </a:lnTo>
                <a:cubicBezTo>
                  <a:pt x="591197" y="6440674"/>
                  <a:pt x="585853" y="6437447"/>
                  <a:pt x="578189" y="6437447"/>
                </a:cubicBezTo>
                <a:close/>
                <a:moveTo>
                  <a:pt x="500903" y="6433615"/>
                </a:moveTo>
                <a:lnTo>
                  <a:pt x="518449" y="6433615"/>
                </a:lnTo>
                <a:cubicBezTo>
                  <a:pt x="523995" y="6433615"/>
                  <a:pt x="527121" y="6436338"/>
                  <a:pt x="527121" y="6441078"/>
                </a:cubicBezTo>
                <a:cubicBezTo>
                  <a:pt x="527121" y="6445716"/>
                  <a:pt x="523995" y="6448439"/>
                  <a:pt x="518449" y="6448439"/>
                </a:cubicBezTo>
                <a:lnTo>
                  <a:pt x="500903" y="6448439"/>
                </a:lnTo>
                <a:close/>
                <a:moveTo>
                  <a:pt x="1120007" y="6423632"/>
                </a:moveTo>
                <a:lnTo>
                  <a:pt x="1105990" y="6427666"/>
                </a:lnTo>
                <a:lnTo>
                  <a:pt x="1105990" y="6438859"/>
                </a:lnTo>
                <a:lnTo>
                  <a:pt x="1097217" y="6438859"/>
                </a:lnTo>
                <a:lnTo>
                  <a:pt x="1097217" y="6450758"/>
                </a:lnTo>
                <a:lnTo>
                  <a:pt x="1105990" y="6450758"/>
                </a:lnTo>
                <a:lnTo>
                  <a:pt x="1105990" y="6472943"/>
                </a:lnTo>
                <a:cubicBezTo>
                  <a:pt x="1105990" y="6485246"/>
                  <a:pt x="1112646" y="6492103"/>
                  <a:pt x="1124041" y="6492103"/>
                </a:cubicBezTo>
                <a:cubicBezTo>
                  <a:pt x="1127167" y="6492103"/>
                  <a:pt x="1129890" y="6491800"/>
                  <a:pt x="1132007" y="6491195"/>
                </a:cubicBezTo>
                <a:lnTo>
                  <a:pt x="1132007" y="6479296"/>
                </a:lnTo>
                <a:cubicBezTo>
                  <a:pt x="1130696" y="6479498"/>
                  <a:pt x="1129184" y="6479699"/>
                  <a:pt x="1128075" y="6479699"/>
                </a:cubicBezTo>
                <a:cubicBezTo>
                  <a:pt x="1122528" y="6479699"/>
                  <a:pt x="1120007" y="6476876"/>
                  <a:pt x="1120007" y="6471733"/>
                </a:cubicBezTo>
                <a:lnTo>
                  <a:pt x="1120007" y="6450758"/>
                </a:lnTo>
                <a:lnTo>
                  <a:pt x="1132007" y="6450758"/>
                </a:lnTo>
                <a:lnTo>
                  <a:pt x="1132007" y="6438859"/>
                </a:lnTo>
                <a:lnTo>
                  <a:pt x="1120007" y="6438859"/>
                </a:lnTo>
                <a:close/>
                <a:moveTo>
                  <a:pt x="1141989" y="6420305"/>
                </a:moveTo>
                <a:lnTo>
                  <a:pt x="1141989" y="6490893"/>
                </a:lnTo>
                <a:lnTo>
                  <a:pt x="1156006" y="6490893"/>
                </a:lnTo>
                <a:lnTo>
                  <a:pt x="1156006" y="6459733"/>
                </a:lnTo>
                <a:cubicBezTo>
                  <a:pt x="1156006" y="6453077"/>
                  <a:pt x="1159939" y="6449750"/>
                  <a:pt x="1165586" y="6449750"/>
                </a:cubicBezTo>
                <a:cubicBezTo>
                  <a:pt x="1171435" y="6449750"/>
                  <a:pt x="1174561" y="6453582"/>
                  <a:pt x="1174561" y="6459229"/>
                </a:cubicBezTo>
                <a:lnTo>
                  <a:pt x="1174561" y="6490893"/>
                </a:lnTo>
                <a:lnTo>
                  <a:pt x="1188578" y="6490893"/>
                </a:lnTo>
                <a:lnTo>
                  <a:pt x="1188578" y="6456708"/>
                </a:lnTo>
                <a:cubicBezTo>
                  <a:pt x="1188578" y="6443195"/>
                  <a:pt x="1181115" y="6437447"/>
                  <a:pt x="1171636" y="6437447"/>
                </a:cubicBezTo>
                <a:cubicBezTo>
                  <a:pt x="1163468" y="6437447"/>
                  <a:pt x="1158325" y="6441178"/>
                  <a:pt x="1156006" y="6444809"/>
                </a:cubicBezTo>
                <a:lnTo>
                  <a:pt x="1156006" y="6420305"/>
                </a:lnTo>
                <a:close/>
                <a:moveTo>
                  <a:pt x="485776" y="6420305"/>
                </a:moveTo>
                <a:lnTo>
                  <a:pt x="485776" y="6490893"/>
                </a:lnTo>
                <a:lnTo>
                  <a:pt x="520667" y="6490893"/>
                </a:lnTo>
                <a:cubicBezTo>
                  <a:pt x="535693" y="6490893"/>
                  <a:pt x="544567" y="6483430"/>
                  <a:pt x="544567" y="6471229"/>
                </a:cubicBezTo>
                <a:cubicBezTo>
                  <a:pt x="544567" y="6463262"/>
                  <a:pt x="540230" y="6457414"/>
                  <a:pt x="532264" y="6454691"/>
                </a:cubicBezTo>
                <a:cubicBezTo>
                  <a:pt x="538718" y="6452170"/>
                  <a:pt x="542752" y="6446321"/>
                  <a:pt x="542752" y="6438960"/>
                </a:cubicBezTo>
                <a:cubicBezTo>
                  <a:pt x="542752" y="6427162"/>
                  <a:pt x="534483" y="6420305"/>
                  <a:pt x="520567" y="6420305"/>
                </a:cubicBezTo>
                <a:close/>
                <a:moveTo>
                  <a:pt x="994260" y="6419094"/>
                </a:moveTo>
                <a:cubicBezTo>
                  <a:pt x="973789" y="6419094"/>
                  <a:pt x="958360" y="6434523"/>
                  <a:pt x="958360" y="6455800"/>
                </a:cubicBezTo>
                <a:cubicBezTo>
                  <a:pt x="958360" y="6477077"/>
                  <a:pt x="973083" y="6492405"/>
                  <a:pt x="992041" y="6492405"/>
                </a:cubicBezTo>
                <a:cubicBezTo>
                  <a:pt x="1001016" y="6492405"/>
                  <a:pt x="1008277" y="6488674"/>
                  <a:pt x="1012613" y="6482624"/>
                </a:cubicBezTo>
                <a:lnTo>
                  <a:pt x="1012613" y="6490893"/>
                </a:lnTo>
                <a:lnTo>
                  <a:pt x="1026226" y="6490893"/>
                </a:lnTo>
                <a:lnTo>
                  <a:pt x="1026226" y="6452977"/>
                </a:lnTo>
                <a:lnTo>
                  <a:pt x="994562" y="6452977"/>
                </a:lnTo>
                <a:lnTo>
                  <a:pt x="994562" y="6466489"/>
                </a:lnTo>
                <a:lnTo>
                  <a:pt x="1011302" y="6466489"/>
                </a:lnTo>
                <a:cubicBezTo>
                  <a:pt x="1009285" y="6473246"/>
                  <a:pt x="1002630" y="6478086"/>
                  <a:pt x="994462" y="6478086"/>
                </a:cubicBezTo>
                <a:cubicBezTo>
                  <a:pt x="982865" y="6478086"/>
                  <a:pt x="974394" y="6468506"/>
                  <a:pt x="974394" y="6455800"/>
                </a:cubicBezTo>
                <a:cubicBezTo>
                  <a:pt x="974394" y="6442994"/>
                  <a:pt x="982764" y="6433414"/>
                  <a:pt x="994260" y="6433414"/>
                </a:cubicBezTo>
                <a:cubicBezTo>
                  <a:pt x="1002932" y="6433414"/>
                  <a:pt x="1008882" y="6437851"/>
                  <a:pt x="1012008" y="6443699"/>
                </a:cubicBezTo>
                <a:lnTo>
                  <a:pt x="1024714" y="6435229"/>
                </a:lnTo>
                <a:cubicBezTo>
                  <a:pt x="1019470" y="6424943"/>
                  <a:pt x="1007873" y="6419094"/>
                  <a:pt x="994260" y="6419094"/>
                </a:cubicBezTo>
                <a:close/>
                <a:moveTo>
                  <a:pt x="875121" y="6416674"/>
                </a:moveTo>
                <a:cubicBezTo>
                  <a:pt x="870482" y="6416674"/>
                  <a:pt x="866751" y="6420405"/>
                  <a:pt x="866751" y="6424943"/>
                </a:cubicBezTo>
                <a:cubicBezTo>
                  <a:pt x="866751" y="6429582"/>
                  <a:pt x="870482" y="6433313"/>
                  <a:pt x="875121" y="6433313"/>
                </a:cubicBezTo>
                <a:cubicBezTo>
                  <a:pt x="879760" y="6433313"/>
                  <a:pt x="883491" y="6429582"/>
                  <a:pt x="883491" y="6424943"/>
                </a:cubicBezTo>
                <a:cubicBezTo>
                  <a:pt x="883491" y="6420405"/>
                  <a:pt x="879760" y="6416674"/>
                  <a:pt x="875121" y="6416674"/>
                </a:cubicBezTo>
                <a:close/>
                <a:moveTo>
                  <a:pt x="0" y="786751"/>
                </a:moveTo>
                <a:lnTo>
                  <a:pt x="471872" y="2680582"/>
                </a:lnTo>
                <a:cubicBezTo>
                  <a:pt x="508336" y="2826927"/>
                  <a:pt x="656532" y="2916005"/>
                  <a:pt x="802876" y="2879540"/>
                </a:cubicBezTo>
                <a:lnTo>
                  <a:pt x="857659" y="2865890"/>
                </a:lnTo>
                <a:lnTo>
                  <a:pt x="904737" y="2862396"/>
                </a:lnTo>
                <a:lnTo>
                  <a:pt x="12192000" y="872148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0" y="786751"/>
                </a:ln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64000">
                <a:srgbClr val="000000">
                  <a:alpha val="33326"/>
                </a:srgbClr>
              </a:gs>
              <a:gs pos="25000">
                <a:srgbClr val="000000">
                  <a:alpha val="32842"/>
                </a:srgbClr>
              </a:gs>
              <a:gs pos="98000">
                <a:srgbClr val="000000">
                  <a:alpha val="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24B1BB-76D4-F0E8-4F3B-1D64FFAD8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9003" y="5107459"/>
            <a:ext cx="5615286" cy="2154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BarmeniaGothaer Offc" panose="020B05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B709F6-F3C8-5678-4E06-AFE97791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B882A52-DD2E-384D-8B54-9AF8C0FCA07A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9E5FF0-9081-F60D-6CD4-1B9B62B9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C66ABB-DD74-AF60-09F3-237D61F6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AF090EBC-39DB-6354-F2CD-107C04D1970E}"/>
              </a:ext>
            </a:extLst>
          </p:cNvPr>
          <p:cNvSpPr/>
          <p:nvPr userDrawn="1"/>
        </p:nvSpPr>
        <p:spPr>
          <a:xfrm rot="21000000">
            <a:off x="289000" y="-1054528"/>
            <a:ext cx="11887066" cy="2954700"/>
          </a:xfrm>
          <a:custGeom>
            <a:avLst/>
            <a:gdLst>
              <a:gd name="connsiteX0" fmla="*/ 0 w 11887066"/>
              <a:gd name="connsiteY0" fmla="*/ 0 h 2954700"/>
              <a:gd name="connsiteX1" fmla="*/ 11887066 w 11887066"/>
              <a:gd name="connsiteY1" fmla="*/ 2096011 h 2954700"/>
              <a:gd name="connsiteX2" fmla="*/ 11735656 w 11887066"/>
              <a:gd name="connsiteY2" fmla="*/ 2954700 h 2954700"/>
              <a:gd name="connsiteX3" fmla="*/ 273050 w 11887066"/>
              <a:gd name="connsiteY3" fmla="*/ 2954700 h 2954700"/>
              <a:gd name="connsiteX4" fmla="*/ 0 w 11887066"/>
              <a:gd name="connsiteY4" fmla="*/ 2681650 h 29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7066" h="2954700">
                <a:moveTo>
                  <a:pt x="0" y="0"/>
                </a:moveTo>
                <a:lnTo>
                  <a:pt x="11887066" y="2096011"/>
                </a:lnTo>
                <a:lnTo>
                  <a:pt x="11735656" y="2954700"/>
                </a:lnTo>
                <a:lnTo>
                  <a:pt x="273050" y="2954700"/>
                </a:lnTo>
                <a:cubicBezTo>
                  <a:pt x="122249" y="2954700"/>
                  <a:pt x="0" y="2832452"/>
                  <a:pt x="0" y="2681650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solidFill>
                <a:schemeClr val="accent2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EC39B381-65D4-DB25-E616-299DD5165DDB}"/>
              </a:ext>
            </a:extLst>
          </p:cNvPr>
          <p:cNvSpPr/>
          <p:nvPr userDrawn="1"/>
        </p:nvSpPr>
        <p:spPr>
          <a:xfrm rot="20760535">
            <a:off x="-1659" y="-1451584"/>
            <a:ext cx="12021682" cy="2988226"/>
          </a:xfrm>
          <a:custGeom>
            <a:avLst/>
            <a:gdLst>
              <a:gd name="connsiteX0" fmla="*/ 190214 w 12021682"/>
              <a:gd name="connsiteY0" fmla="*/ 0 h 2988226"/>
              <a:gd name="connsiteX1" fmla="*/ 12021682 w 12021682"/>
              <a:gd name="connsiteY1" fmla="*/ 2947960 h 2988226"/>
              <a:gd name="connsiteX2" fmla="*/ 12011650 w 12021682"/>
              <a:gd name="connsiteY2" fmla="*/ 2988226 h 2988226"/>
              <a:gd name="connsiteX3" fmla="*/ 273082 w 12021682"/>
              <a:gd name="connsiteY3" fmla="*/ 2988226 h 2988226"/>
              <a:gd name="connsiteX4" fmla="*/ 0 w 12021682"/>
              <a:gd name="connsiteY4" fmla="*/ 2715144 h 2988226"/>
              <a:gd name="connsiteX5" fmla="*/ 0 w 12021682"/>
              <a:gd name="connsiteY5" fmla="*/ 763411 h 298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21682" h="2988226">
                <a:moveTo>
                  <a:pt x="190214" y="0"/>
                </a:moveTo>
                <a:lnTo>
                  <a:pt x="12021682" y="2947960"/>
                </a:lnTo>
                <a:lnTo>
                  <a:pt x="12011650" y="2988226"/>
                </a:lnTo>
                <a:lnTo>
                  <a:pt x="273082" y="2988226"/>
                </a:lnTo>
                <a:cubicBezTo>
                  <a:pt x="122263" y="2988226"/>
                  <a:pt x="0" y="2865963"/>
                  <a:pt x="0" y="2715144"/>
                </a:cubicBezTo>
                <a:lnTo>
                  <a:pt x="0" y="763411"/>
                </a:lnTo>
                <a:close/>
              </a:path>
            </a:pathLst>
          </a:custGeom>
          <a:solidFill>
            <a:srgbClr val="002641"/>
          </a:solidFill>
          <a:ln w="6351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24" name="Grafik 10">
            <a:extLst>
              <a:ext uri="{FF2B5EF4-FFF2-40B4-BE49-F238E27FC236}">
                <a16:creationId xmlns:a16="http://schemas.microsoft.com/office/drawing/2014/main" id="{F3FE441B-C081-D2A7-28FE-4281EE75C0D9}"/>
              </a:ext>
            </a:extLst>
          </p:cNvPr>
          <p:cNvSpPr/>
          <p:nvPr userDrawn="1"/>
        </p:nvSpPr>
        <p:spPr>
          <a:xfrm>
            <a:off x="11425881" y="441325"/>
            <a:ext cx="286693" cy="285375"/>
          </a:xfrm>
          <a:custGeom>
            <a:avLst/>
            <a:gdLst>
              <a:gd name="connsiteX0" fmla="*/ 960912 w 2117020"/>
              <a:gd name="connsiteY0" fmla="*/ 1154058 h 2107284"/>
              <a:gd name="connsiteX1" fmla="*/ 956912 w 2117020"/>
              <a:gd name="connsiteY1" fmla="*/ 1151582 h 2107284"/>
              <a:gd name="connsiteX2" fmla="*/ 411606 w 2117020"/>
              <a:gd name="connsiteY2" fmla="*/ 1071096 h 2107284"/>
              <a:gd name="connsiteX3" fmla="*/ 170909 w 2117020"/>
              <a:gd name="connsiteY3" fmla="*/ 1158249 h 2107284"/>
              <a:gd name="connsiteX4" fmla="*/ 411606 w 2117020"/>
              <a:gd name="connsiteY4" fmla="*/ 1245403 h 2107284"/>
              <a:gd name="connsiteX5" fmla="*/ 878045 w 2117020"/>
              <a:gd name="connsiteY5" fmla="*/ 1187491 h 2107284"/>
              <a:gd name="connsiteX6" fmla="*/ 229011 w 2117020"/>
              <a:gd name="connsiteY6" fmla="*/ 1744704 h 2107284"/>
              <a:gd name="connsiteX7" fmla="*/ 17556 w 2117020"/>
              <a:gd name="connsiteY7" fmla="*/ 2088556 h 2107284"/>
              <a:gd name="connsiteX8" fmla="*/ 365028 w 2117020"/>
              <a:gd name="connsiteY8" fmla="*/ 1879292 h 2107284"/>
              <a:gd name="connsiteX9" fmla="*/ 928051 w 2117020"/>
              <a:gd name="connsiteY9" fmla="*/ 1237021 h 2107284"/>
              <a:gd name="connsiteX10" fmla="*/ 870044 w 2117020"/>
              <a:gd name="connsiteY10" fmla="*/ 1703841 h 2107284"/>
              <a:gd name="connsiteX11" fmla="*/ 957198 w 2117020"/>
              <a:gd name="connsiteY11" fmla="*/ 1944443 h 2107284"/>
              <a:gd name="connsiteX12" fmla="*/ 1044351 w 2117020"/>
              <a:gd name="connsiteY12" fmla="*/ 1703841 h 2107284"/>
              <a:gd name="connsiteX13" fmla="*/ 963865 w 2117020"/>
              <a:gd name="connsiteY13" fmla="*/ 1158535 h 2107284"/>
              <a:gd name="connsiteX14" fmla="*/ 961008 w 2117020"/>
              <a:gd name="connsiteY14" fmla="*/ 1154154 h 2107284"/>
              <a:gd name="connsiteX15" fmla="*/ 931575 w 2117020"/>
              <a:gd name="connsiteY15" fmla="*/ 939460 h 2107284"/>
              <a:gd name="connsiteX16" fmla="*/ 942434 w 2117020"/>
              <a:gd name="connsiteY16" fmla="*/ 928602 h 2107284"/>
              <a:gd name="connsiteX17" fmla="*/ 373220 w 2117020"/>
              <a:gd name="connsiteY17" fmla="*/ 228038 h 2107284"/>
              <a:gd name="connsiteX18" fmla="*/ 21938 w 2117020"/>
              <a:gd name="connsiteY18" fmla="*/ 18869 h 2107284"/>
              <a:gd name="connsiteX19" fmla="*/ 231012 w 2117020"/>
              <a:gd name="connsiteY19" fmla="*/ 370151 h 2107284"/>
              <a:gd name="connsiteX20" fmla="*/ 931575 w 2117020"/>
              <a:gd name="connsiteY20" fmla="*/ 939365 h 2107284"/>
              <a:gd name="connsiteX21" fmla="*/ 1065306 w 2117020"/>
              <a:gd name="connsiteY21" fmla="*/ 134407 h 2107284"/>
              <a:gd name="connsiteX22" fmla="*/ 978248 w 2117020"/>
              <a:gd name="connsiteY22" fmla="*/ 371008 h 2107284"/>
              <a:gd name="connsiteX23" fmla="*/ 1058734 w 2117020"/>
              <a:gd name="connsiteY23" fmla="*/ 907075 h 2107284"/>
              <a:gd name="connsiteX24" fmla="*/ 1071974 w 2117020"/>
              <a:gd name="connsiteY24" fmla="*/ 907075 h 2107284"/>
              <a:gd name="connsiteX25" fmla="*/ 1152460 w 2117020"/>
              <a:gd name="connsiteY25" fmla="*/ 371008 h 2107284"/>
              <a:gd name="connsiteX26" fmla="*/ 1065306 w 2117020"/>
              <a:gd name="connsiteY26" fmla="*/ 134407 h 2107284"/>
              <a:gd name="connsiteX27" fmla="*/ 1187417 w 2117020"/>
              <a:gd name="connsiteY27" fmla="*/ 1167870 h 2107284"/>
              <a:gd name="connsiteX28" fmla="*/ 1176558 w 2117020"/>
              <a:gd name="connsiteY28" fmla="*/ 1178728 h 2107284"/>
              <a:gd name="connsiteX29" fmla="*/ 1745772 w 2117020"/>
              <a:gd name="connsiteY29" fmla="*/ 1879292 h 2107284"/>
              <a:gd name="connsiteX30" fmla="*/ 2097054 w 2117020"/>
              <a:gd name="connsiteY30" fmla="*/ 2088366 h 2107284"/>
              <a:gd name="connsiteX31" fmla="*/ 1887885 w 2117020"/>
              <a:gd name="connsiteY31" fmla="*/ 1737084 h 2107284"/>
              <a:gd name="connsiteX32" fmla="*/ 1187322 w 2117020"/>
              <a:gd name="connsiteY32" fmla="*/ 1167870 h 2107284"/>
              <a:gd name="connsiteX33" fmla="*/ 1746820 w 2117020"/>
              <a:gd name="connsiteY33" fmla="*/ 228514 h 2107284"/>
              <a:gd name="connsiteX34" fmla="*/ 1177606 w 2117020"/>
              <a:gd name="connsiteY34" fmla="*/ 929078 h 2107284"/>
              <a:gd name="connsiteX35" fmla="*/ 1188465 w 2117020"/>
              <a:gd name="connsiteY35" fmla="*/ 939936 h 2107284"/>
              <a:gd name="connsiteX36" fmla="*/ 1889028 w 2117020"/>
              <a:gd name="connsiteY36" fmla="*/ 370722 h 2107284"/>
              <a:gd name="connsiteX37" fmla="*/ 2098102 w 2117020"/>
              <a:gd name="connsiteY37" fmla="*/ 19440 h 2107284"/>
              <a:gd name="connsiteX38" fmla="*/ 1746820 w 2117020"/>
              <a:gd name="connsiteY38" fmla="*/ 228514 h 2107284"/>
              <a:gd name="connsiteX39" fmla="*/ 1803018 w 2117020"/>
              <a:gd name="connsiteY39" fmla="*/ 1148534 h 2107284"/>
              <a:gd name="connsiteX40" fmla="*/ 2064669 w 2117020"/>
              <a:gd name="connsiteY40" fmla="*/ 1061475 h 2107284"/>
              <a:gd name="connsiteX41" fmla="*/ 1803018 w 2117020"/>
              <a:gd name="connsiteY41" fmla="*/ 974322 h 2107284"/>
              <a:gd name="connsiteX42" fmla="*/ 1210182 w 2117020"/>
              <a:gd name="connsiteY42" fmla="*/ 1054808 h 2107284"/>
              <a:gd name="connsiteX43" fmla="*/ 1210182 w 2117020"/>
              <a:gd name="connsiteY43" fmla="*/ 1068143 h 2107284"/>
              <a:gd name="connsiteX44" fmla="*/ 1803018 w 2117020"/>
              <a:gd name="connsiteY44" fmla="*/ 1148534 h 210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117020" h="2107284">
                <a:moveTo>
                  <a:pt x="960912" y="1154058"/>
                </a:moveTo>
                <a:cubicBezTo>
                  <a:pt x="959960" y="1153011"/>
                  <a:pt x="958626" y="1152153"/>
                  <a:pt x="956912" y="1151582"/>
                </a:cubicBezTo>
                <a:cubicBezTo>
                  <a:pt x="811751" y="1106433"/>
                  <a:pt x="636681" y="1071096"/>
                  <a:pt x="411606" y="1071096"/>
                </a:cubicBezTo>
                <a:cubicBezTo>
                  <a:pt x="247776" y="1071096"/>
                  <a:pt x="170909" y="1087479"/>
                  <a:pt x="170909" y="1158249"/>
                </a:cubicBezTo>
                <a:cubicBezTo>
                  <a:pt x="170909" y="1229020"/>
                  <a:pt x="247680" y="1245403"/>
                  <a:pt x="411606" y="1245403"/>
                </a:cubicBezTo>
                <a:cubicBezTo>
                  <a:pt x="597343" y="1245403"/>
                  <a:pt x="749076" y="1221305"/>
                  <a:pt x="878045" y="1187491"/>
                </a:cubicBezTo>
                <a:cubicBezTo>
                  <a:pt x="685449" y="1318650"/>
                  <a:pt x="471518" y="1504769"/>
                  <a:pt x="229011" y="1744704"/>
                </a:cubicBezTo>
                <a:cubicBezTo>
                  <a:pt x="38702" y="1933013"/>
                  <a:pt x="-37689" y="2033882"/>
                  <a:pt x="17556" y="2088556"/>
                </a:cubicBezTo>
                <a:cubicBezTo>
                  <a:pt x="72801" y="2143230"/>
                  <a:pt x="174719" y="2067601"/>
                  <a:pt x="365028" y="1879292"/>
                </a:cubicBezTo>
                <a:cubicBezTo>
                  <a:pt x="607535" y="1639262"/>
                  <a:pt x="795558" y="1427616"/>
                  <a:pt x="928051" y="1237021"/>
                </a:cubicBezTo>
                <a:cubicBezTo>
                  <a:pt x="894237" y="1365990"/>
                  <a:pt x="870044" y="1517818"/>
                  <a:pt x="870044" y="1703841"/>
                </a:cubicBezTo>
                <a:cubicBezTo>
                  <a:pt x="870044" y="1867671"/>
                  <a:pt x="886427" y="1944443"/>
                  <a:pt x="957198" y="1944443"/>
                </a:cubicBezTo>
                <a:cubicBezTo>
                  <a:pt x="1027968" y="1944443"/>
                  <a:pt x="1044351" y="1867671"/>
                  <a:pt x="1044351" y="1703841"/>
                </a:cubicBezTo>
                <a:cubicBezTo>
                  <a:pt x="1044351" y="1478766"/>
                  <a:pt x="1009109" y="1303601"/>
                  <a:pt x="963865" y="1158535"/>
                </a:cubicBezTo>
                <a:cubicBezTo>
                  <a:pt x="963293" y="1156535"/>
                  <a:pt x="962246" y="1155106"/>
                  <a:pt x="961008" y="1154154"/>
                </a:cubicBezTo>
                <a:moveTo>
                  <a:pt x="931575" y="939460"/>
                </a:moveTo>
                <a:cubicBezTo>
                  <a:pt x="942434" y="946413"/>
                  <a:pt x="949387" y="939460"/>
                  <a:pt x="942434" y="928602"/>
                </a:cubicBezTo>
                <a:cubicBezTo>
                  <a:pt x="810322" y="722766"/>
                  <a:pt x="635252" y="490071"/>
                  <a:pt x="373220" y="228038"/>
                </a:cubicBezTo>
                <a:cubicBezTo>
                  <a:pt x="182529" y="37252"/>
                  <a:pt x="79659" y="-38853"/>
                  <a:pt x="21938" y="18869"/>
                </a:cubicBezTo>
                <a:cubicBezTo>
                  <a:pt x="-35784" y="76590"/>
                  <a:pt x="40321" y="179365"/>
                  <a:pt x="231012" y="370151"/>
                </a:cubicBezTo>
                <a:cubicBezTo>
                  <a:pt x="493044" y="632184"/>
                  <a:pt x="725740" y="807348"/>
                  <a:pt x="931575" y="939365"/>
                </a:cubicBezTo>
                <a:moveTo>
                  <a:pt x="1065306" y="134407"/>
                </a:moveTo>
                <a:cubicBezTo>
                  <a:pt x="994631" y="134407"/>
                  <a:pt x="978248" y="209940"/>
                  <a:pt x="978248" y="371008"/>
                </a:cubicBezTo>
                <a:cubicBezTo>
                  <a:pt x="978248" y="592274"/>
                  <a:pt x="1013490" y="764486"/>
                  <a:pt x="1058734" y="907075"/>
                </a:cubicBezTo>
                <a:cubicBezTo>
                  <a:pt x="1061115" y="914600"/>
                  <a:pt x="1069593" y="914600"/>
                  <a:pt x="1071974" y="907075"/>
                </a:cubicBezTo>
                <a:cubicBezTo>
                  <a:pt x="1117122" y="764390"/>
                  <a:pt x="1152460" y="592274"/>
                  <a:pt x="1152460" y="371008"/>
                </a:cubicBezTo>
                <a:cubicBezTo>
                  <a:pt x="1152460" y="209940"/>
                  <a:pt x="1136077" y="134407"/>
                  <a:pt x="1065306" y="134407"/>
                </a:cubicBezTo>
                <a:moveTo>
                  <a:pt x="1187417" y="1167870"/>
                </a:moveTo>
                <a:cubicBezTo>
                  <a:pt x="1176558" y="1160821"/>
                  <a:pt x="1169605" y="1167870"/>
                  <a:pt x="1176558" y="1178728"/>
                </a:cubicBezTo>
                <a:cubicBezTo>
                  <a:pt x="1308670" y="1384563"/>
                  <a:pt x="1483740" y="1617259"/>
                  <a:pt x="1745772" y="1879292"/>
                </a:cubicBezTo>
                <a:cubicBezTo>
                  <a:pt x="1936558" y="2070078"/>
                  <a:pt x="2039333" y="2146182"/>
                  <a:pt x="2097054" y="2088366"/>
                </a:cubicBezTo>
                <a:cubicBezTo>
                  <a:pt x="2154776" y="2030644"/>
                  <a:pt x="2078671" y="1927869"/>
                  <a:pt x="1887885" y="1737084"/>
                </a:cubicBezTo>
                <a:cubicBezTo>
                  <a:pt x="1625852" y="1475051"/>
                  <a:pt x="1393157" y="1299886"/>
                  <a:pt x="1187322" y="1167870"/>
                </a:cubicBezTo>
                <a:moveTo>
                  <a:pt x="1746820" y="228514"/>
                </a:moveTo>
                <a:cubicBezTo>
                  <a:pt x="1484787" y="490547"/>
                  <a:pt x="1309623" y="723243"/>
                  <a:pt x="1177606" y="929078"/>
                </a:cubicBezTo>
                <a:cubicBezTo>
                  <a:pt x="1170653" y="939936"/>
                  <a:pt x="1177606" y="946890"/>
                  <a:pt x="1188465" y="939936"/>
                </a:cubicBezTo>
                <a:cubicBezTo>
                  <a:pt x="1394300" y="807824"/>
                  <a:pt x="1626995" y="632755"/>
                  <a:pt x="1889028" y="370722"/>
                </a:cubicBezTo>
                <a:cubicBezTo>
                  <a:pt x="2079814" y="179937"/>
                  <a:pt x="2155919" y="77162"/>
                  <a:pt x="2098102" y="19440"/>
                </a:cubicBezTo>
                <a:cubicBezTo>
                  <a:pt x="2040381" y="-38281"/>
                  <a:pt x="1937606" y="37824"/>
                  <a:pt x="1746820" y="228514"/>
                </a:cubicBezTo>
                <a:moveTo>
                  <a:pt x="1803018" y="1148534"/>
                </a:moveTo>
                <a:cubicBezTo>
                  <a:pt x="1981135" y="1148534"/>
                  <a:pt x="2064669" y="1132151"/>
                  <a:pt x="2064669" y="1061475"/>
                </a:cubicBezTo>
                <a:cubicBezTo>
                  <a:pt x="2064669" y="990800"/>
                  <a:pt x="1981135" y="974322"/>
                  <a:pt x="1803018" y="974322"/>
                </a:cubicBezTo>
                <a:cubicBezTo>
                  <a:pt x="1558320" y="974322"/>
                  <a:pt x="1367916" y="1009659"/>
                  <a:pt x="1210182" y="1054808"/>
                </a:cubicBezTo>
                <a:cubicBezTo>
                  <a:pt x="1201895" y="1057189"/>
                  <a:pt x="1201895" y="1065762"/>
                  <a:pt x="1210182" y="1068143"/>
                </a:cubicBezTo>
                <a:cubicBezTo>
                  <a:pt x="1367916" y="1113291"/>
                  <a:pt x="1558416" y="1148534"/>
                  <a:pt x="1803018" y="1148534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17D7118-F126-526B-D8D8-C5C1C158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003" y="2663826"/>
            <a:ext cx="8423573" cy="2147071"/>
          </a:xfrm>
        </p:spPr>
        <p:txBody>
          <a:bodyPr anchor="b">
            <a:noAutofit/>
          </a:bodyPr>
          <a:lstStyle>
            <a:lvl1pPr>
              <a:defRPr sz="5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829485B-7ED9-B3B2-27BD-E12B1EC9A2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74601" y="3935393"/>
            <a:ext cx="1038490" cy="915846"/>
          </a:xfrm>
        </p:spPr>
        <p:txBody>
          <a:bodyPr anchor="ctr"/>
          <a:lstStyle>
            <a:lvl1pPr>
              <a:lnSpc>
                <a:spcPct val="90000"/>
              </a:lnSpc>
              <a:defRPr sz="6600" b="0" i="0">
                <a:solidFill>
                  <a:schemeClr val="accent2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975044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 Bild Sky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9A084D3-0EF0-FD98-9563-16FCFA9996A8}"/>
              </a:ext>
            </a:extLst>
          </p:cNvPr>
          <p:cNvSpPr/>
          <p:nvPr userDrawn="1"/>
        </p:nvSpPr>
        <p:spPr>
          <a:xfrm>
            <a:off x="192199" y="6284316"/>
            <a:ext cx="1882402" cy="530002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F9A37261-0F3D-70AE-C12B-6E3F5F48B1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330685" y="0"/>
            <a:ext cx="13533620" cy="6858000"/>
          </a:xfrm>
          <a:custGeom>
            <a:avLst/>
            <a:gdLst>
              <a:gd name="connsiteX0" fmla="*/ 2034882 w 13533620"/>
              <a:gd name="connsiteY0" fmla="*/ 6562790 h 6858000"/>
              <a:gd name="connsiteX1" fmla="*/ 2050862 w 13533620"/>
              <a:gd name="connsiteY1" fmla="*/ 6577940 h 6858000"/>
              <a:gd name="connsiteX2" fmla="*/ 2018280 w 13533620"/>
              <a:gd name="connsiteY2" fmla="*/ 6577940 h 6858000"/>
              <a:gd name="connsiteX3" fmla="*/ 2034882 w 13533620"/>
              <a:gd name="connsiteY3" fmla="*/ 6562790 h 6858000"/>
              <a:gd name="connsiteX4" fmla="*/ 1910985 w 13533620"/>
              <a:gd name="connsiteY4" fmla="*/ 6562790 h 6858000"/>
              <a:gd name="connsiteX5" fmla="*/ 1926965 w 13533620"/>
              <a:gd name="connsiteY5" fmla="*/ 6577940 h 6858000"/>
              <a:gd name="connsiteX6" fmla="*/ 1894383 w 13533620"/>
              <a:gd name="connsiteY6" fmla="*/ 6577940 h 6858000"/>
              <a:gd name="connsiteX7" fmla="*/ 1910985 w 13533620"/>
              <a:gd name="connsiteY7" fmla="*/ 6562790 h 6858000"/>
              <a:gd name="connsiteX8" fmla="*/ 1947320 w 13533620"/>
              <a:gd name="connsiteY8" fmla="*/ 6556045 h 6858000"/>
              <a:gd name="connsiteX9" fmla="*/ 1947320 w 13533620"/>
              <a:gd name="connsiteY9" fmla="*/ 6608757 h 6858000"/>
              <a:gd name="connsiteX10" fmla="*/ 1956036 w 13533620"/>
              <a:gd name="connsiteY10" fmla="*/ 6608757 h 6858000"/>
              <a:gd name="connsiteX11" fmla="*/ 1956036 w 13533620"/>
              <a:gd name="connsiteY11" fmla="*/ 6556045 h 6858000"/>
              <a:gd name="connsiteX12" fmla="*/ 2034882 w 13533620"/>
              <a:gd name="connsiteY12" fmla="*/ 6554697 h 6858000"/>
              <a:gd name="connsiteX13" fmla="*/ 2009149 w 13533620"/>
              <a:gd name="connsiteY13" fmla="*/ 6582401 h 6858000"/>
              <a:gd name="connsiteX14" fmla="*/ 2035401 w 13533620"/>
              <a:gd name="connsiteY14" fmla="*/ 6610106 h 6858000"/>
              <a:gd name="connsiteX15" fmla="*/ 2058022 w 13533620"/>
              <a:gd name="connsiteY15" fmla="*/ 6598485 h 6858000"/>
              <a:gd name="connsiteX16" fmla="*/ 2051900 w 13533620"/>
              <a:gd name="connsiteY16" fmla="*/ 6593297 h 6858000"/>
              <a:gd name="connsiteX17" fmla="*/ 2035401 w 13533620"/>
              <a:gd name="connsiteY17" fmla="*/ 6602013 h 6858000"/>
              <a:gd name="connsiteX18" fmla="*/ 2018176 w 13533620"/>
              <a:gd name="connsiteY18" fmla="*/ 6585203 h 6858000"/>
              <a:gd name="connsiteX19" fmla="*/ 2059786 w 13533620"/>
              <a:gd name="connsiteY19" fmla="*/ 6585203 h 6858000"/>
              <a:gd name="connsiteX20" fmla="*/ 2059993 w 13533620"/>
              <a:gd name="connsiteY20" fmla="*/ 6582090 h 6858000"/>
              <a:gd name="connsiteX21" fmla="*/ 2034882 w 13533620"/>
              <a:gd name="connsiteY21" fmla="*/ 6554697 h 6858000"/>
              <a:gd name="connsiteX22" fmla="*/ 1910985 w 13533620"/>
              <a:gd name="connsiteY22" fmla="*/ 6554697 h 6858000"/>
              <a:gd name="connsiteX23" fmla="*/ 1885252 w 13533620"/>
              <a:gd name="connsiteY23" fmla="*/ 6582401 h 6858000"/>
              <a:gd name="connsiteX24" fmla="*/ 1911504 w 13533620"/>
              <a:gd name="connsiteY24" fmla="*/ 6610106 h 6858000"/>
              <a:gd name="connsiteX25" fmla="*/ 1934125 w 13533620"/>
              <a:gd name="connsiteY25" fmla="*/ 6598485 h 6858000"/>
              <a:gd name="connsiteX26" fmla="*/ 1928003 w 13533620"/>
              <a:gd name="connsiteY26" fmla="*/ 6593297 h 6858000"/>
              <a:gd name="connsiteX27" fmla="*/ 1911504 w 13533620"/>
              <a:gd name="connsiteY27" fmla="*/ 6602013 h 6858000"/>
              <a:gd name="connsiteX28" fmla="*/ 1894279 w 13533620"/>
              <a:gd name="connsiteY28" fmla="*/ 6585203 h 6858000"/>
              <a:gd name="connsiteX29" fmla="*/ 1935889 w 13533620"/>
              <a:gd name="connsiteY29" fmla="*/ 6585203 h 6858000"/>
              <a:gd name="connsiteX30" fmla="*/ 1936096 w 13533620"/>
              <a:gd name="connsiteY30" fmla="*/ 6582090 h 6858000"/>
              <a:gd name="connsiteX31" fmla="*/ 1910985 w 13533620"/>
              <a:gd name="connsiteY31" fmla="*/ 6554697 h 6858000"/>
              <a:gd name="connsiteX32" fmla="*/ 1985277 w 13533620"/>
              <a:gd name="connsiteY32" fmla="*/ 6541207 h 6858000"/>
              <a:gd name="connsiteX33" fmla="*/ 1976561 w 13533620"/>
              <a:gd name="connsiteY33" fmla="*/ 6544216 h 6858000"/>
              <a:gd name="connsiteX34" fmla="*/ 1976561 w 13533620"/>
              <a:gd name="connsiteY34" fmla="*/ 6556045 h 6858000"/>
              <a:gd name="connsiteX35" fmla="*/ 1966807 w 13533620"/>
              <a:gd name="connsiteY35" fmla="*/ 6556045 h 6858000"/>
              <a:gd name="connsiteX36" fmla="*/ 1966807 w 13533620"/>
              <a:gd name="connsiteY36" fmla="*/ 6563620 h 6858000"/>
              <a:gd name="connsiteX37" fmla="*/ 1976561 w 13533620"/>
              <a:gd name="connsiteY37" fmla="*/ 6563620 h 6858000"/>
              <a:gd name="connsiteX38" fmla="*/ 1976561 w 13533620"/>
              <a:gd name="connsiteY38" fmla="*/ 6593608 h 6858000"/>
              <a:gd name="connsiteX39" fmla="*/ 1991918 w 13533620"/>
              <a:gd name="connsiteY39" fmla="*/ 6609899 h 6858000"/>
              <a:gd name="connsiteX40" fmla="*/ 1998974 w 13533620"/>
              <a:gd name="connsiteY40" fmla="*/ 6608757 h 6858000"/>
              <a:gd name="connsiteX41" fmla="*/ 1998974 w 13533620"/>
              <a:gd name="connsiteY41" fmla="*/ 6600975 h 6858000"/>
              <a:gd name="connsiteX42" fmla="*/ 1993993 w 13533620"/>
              <a:gd name="connsiteY42" fmla="*/ 6601909 h 6858000"/>
              <a:gd name="connsiteX43" fmla="*/ 1985277 w 13533620"/>
              <a:gd name="connsiteY43" fmla="*/ 6592778 h 6858000"/>
              <a:gd name="connsiteX44" fmla="*/ 1985277 w 13533620"/>
              <a:gd name="connsiteY44" fmla="*/ 6563620 h 6858000"/>
              <a:gd name="connsiteX45" fmla="*/ 1998974 w 13533620"/>
              <a:gd name="connsiteY45" fmla="*/ 6563620 h 6858000"/>
              <a:gd name="connsiteX46" fmla="*/ 1998974 w 13533620"/>
              <a:gd name="connsiteY46" fmla="*/ 6556045 h 6858000"/>
              <a:gd name="connsiteX47" fmla="*/ 1985277 w 13533620"/>
              <a:gd name="connsiteY47" fmla="*/ 6556045 h 6858000"/>
              <a:gd name="connsiteX48" fmla="*/ 1851208 w 13533620"/>
              <a:gd name="connsiteY48" fmla="*/ 6534878 h 6858000"/>
              <a:gd name="connsiteX49" fmla="*/ 1825993 w 13533620"/>
              <a:gd name="connsiteY49" fmla="*/ 6554800 h 6858000"/>
              <a:gd name="connsiteX50" fmla="*/ 1844671 w 13533620"/>
              <a:gd name="connsiteY50" fmla="*/ 6574723 h 6858000"/>
              <a:gd name="connsiteX51" fmla="*/ 1853283 w 13533620"/>
              <a:gd name="connsiteY51" fmla="*/ 6576591 h 6858000"/>
              <a:gd name="connsiteX52" fmla="*/ 1866565 w 13533620"/>
              <a:gd name="connsiteY52" fmla="*/ 6589354 h 6858000"/>
              <a:gd name="connsiteX53" fmla="*/ 1849340 w 13533620"/>
              <a:gd name="connsiteY53" fmla="*/ 6601701 h 6858000"/>
              <a:gd name="connsiteX54" fmla="*/ 1827238 w 13533620"/>
              <a:gd name="connsiteY54" fmla="*/ 6593815 h 6858000"/>
              <a:gd name="connsiteX55" fmla="*/ 1827238 w 13533620"/>
              <a:gd name="connsiteY55" fmla="*/ 6603569 h 6858000"/>
              <a:gd name="connsiteX56" fmla="*/ 1849340 w 13533620"/>
              <a:gd name="connsiteY56" fmla="*/ 6610003 h 6858000"/>
              <a:gd name="connsiteX57" fmla="*/ 1875904 w 13533620"/>
              <a:gd name="connsiteY57" fmla="*/ 6589042 h 6858000"/>
              <a:gd name="connsiteX58" fmla="*/ 1856085 w 13533620"/>
              <a:gd name="connsiteY58" fmla="*/ 6567771 h 6858000"/>
              <a:gd name="connsiteX59" fmla="*/ 1847472 w 13533620"/>
              <a:gd name="connsiteY59" fmla="*/ 6565799 h 6858000"/>
              <a:gd name="connsiteX60" fmla="*/ 1835436 w 13533620"/>
              <a:gd name="connsiteY60" fmla="*/ 6554178 h 6858000"/>
              <a:gd name="connsiteX61" fmla="*/ 1851208 w 13533620"/>
              <a:gd name="connsiteY61" fmla="*/ 6543179 h 6858000"/>
              <a:gd name="connsiteX62" fmla="*/ 1872583 w 13533620"/>
              <a:gd name="connsiteY62" fmla="*/ 6551065 h 6858000"/>
              <a:gd name="connsiteX63" fmla="*/ 1872687 w 13533620"/>
              <a:gd name="connsiteY63" fmla="*/ 6541311 h 6858000"/>
              <a:gd name="connsiteX64" fmla="*/ 1851208 w 13533620"/>
              <a:gd name="connsiteY64" fmla="*/ 6534878 h 6858000"/>
              <a:gd name="connsiteX65" fmla="*/ 1951678 w 13533620"/>
              <a:gd name="connsiteY65" fmla="*/ 6534151 h 6858000"/>
              <a:gd name="connsiteX66" fmla="*/ 1945659 w 13533620"/>
              <a:gd name="connsiteY66" fmla="*/ 6540170 h 6858000"/>
              <a:gd name="connsiteX67" fmla="*/ 1951678 w 13533620"/>
              <a:gd name="connsiteY67" fmla="*/ 6546188 h 6858000"/>
              <a:gd name="connsiteX68" fmla="*/ 1957696 w 13533620"/>
              <a:gd name="connsiteY68" fmla="*/ 6540170 h 6858000"/>
              <a:gd name="connsiteX69" fmla="*/ 1951678 w 13533620"/>
              <a:gd name="connsiteY69" fmla="*/ 6534151 h 6858000"/>
              <a:gd name="connsiteX70" fmla="*/ 1842523 w 13533620"/>
              <a:gd name="connsiteY70" fmla="*/ 6461548 h 6858000"/>
              <a:gd name="connsiteX71" fmla="*/ 1861077 w 13533620"/>
              <a:gd name="connsiteY71" fmla="*/ 6461548 h 6858000"/>
              <a:gd name="connsiteX72" fmla="*/ 1870455 w 13533620"/>
              <a:gd name="connsiteY72" fmla="*/ 6469515 h 6858000"/>
              <a:gd name="connsiteX73" fmla="*/ 1861077 w 13533620"/>
              <a:gd name="connsiteY73" fmla="*/ 6477582 h 6858000"/>
              <a:gd name="connsiteX74" fmla="*/ 1842523 w 13533620"/>
              <a:gd name="connsiteY74" fmla="*/ 6477582 h 6858000"/>
              <a:gd name="connsiteX75" fmla="*/ 2404464 w 13533620"/>
              <a:gd name="connsiteY75" fmla="*/ 6451061 h 6858000"/>
              <a:gd name="connsiteX76" fmla="*/ 2417573 w 13533620"/>
              <a:gd name="connsiteY76" fmla="*/ 6464876 h 6858000"/>
              <a:gd name="connsiteX77" fmla="*/ 2404464 w 13533620"/>
              <a:gd name="connsiteY77" fmla="*/ 6478691 h 6858000"/>
              <a:gd name="connsiteX78" fmla="*/ 2391455 w 13533620"/>
              <a:gd name="connsiteY78" fmla="*/ 6464876 h 6858000"/>
              <a:gd name="connsiteX79" fmla="*/ 2404464 w 13533620"/>
              <a:gd name="connsiteY79" fmla="*/ 6451061 h 6858000"/>
              <a:gd name="connsiteX80" fmla="*/ 2567115 w 13533620"/>
              <a:gd name="connsiteY80" fmla="*/ 6450960 h 6858000"/>
              <a:gd name="connsiteX81" fmla="*/ 2580224 w 13533620"/>
              <a:gd name="connsiteY81" fmla="*/ 6464876 h 6858000"/>
              <a:gd name="connsiteX82" fmla="*/ 2567115 w 13533620"/>
              <a:gd name="connsiteY82" fmla="*/ 6478792 h 6858000"/>
              <a:gd name="connsiteX83" fmla="*/ 2554006 w 13533620"/>
              <a:gd name="connsiteY83" fmla="*/ 6464876 h 6858000"/>
              <a:gd name="connsiteX84" fmla="*/ 2567115 w 13533620"/>
              <a:gd name="connsiteY84" fmla="*/ 6450960 h 6858000"/>
              <a:gd name="connsiteX85" fmla="*/ 2261581 w 13533620"/>
              <a:gd name="connsiteY85" fmla="*/ 6450960 h 6858000"/>
              <a:gd name="connsiteX86" fmla="*/ 2274690 w 13533620"/>
              <a:gd name="connsiteY86" fmla="*/ 6464876 h 6858000"/>
              <a:gd name="connsiteX87" fmla="*/ 2261581 w 13533620"/>
              <a:gd name="connsiteY87" fmla="*/ 6478792 h 6858000"/>
              <a:gd name="connsiteX88" fmla="*/ 2248472 w 13533620"/>
              <a:gd name="connsiteY88" fmla="*/ 6464876 h 6858000"/>
              <a:gd name="connsiteX89" fmla="*/ 2261581 w 13533620"/>
              <a:gd name="connsiteY89" fmla="*/ 6450960 h 6858000"/>
              <a:gd name="connsiteX90" fmla="*/ 1922935 w 13533620"/>
              <a:gd name="connsiteY90" fmla="*/ 6450960 h 6858000"/>
              <a:gd name="connsiteX91" fmla="*/ 1936044 w 13533620"/>
              <a:gd name="connsiteY91" fmla="*/ 6464876 h 6858000"/>
              <a:gd name="connsiteX92" fmla="*/ 1922935 w 13533620"/>
              <a:gd name="connsiteY92" fmla="*/ 6478792 h 6858000"/>
              <a:gd name="connsiteX93" fmla="*/ 1909826 w 13533620"/>
              <a:gd name="connsiteY93" fmla="*/ 6464876 h 6858000"/>
              <a:gd name="connsiteX94" fmla="*/ 1922935 w 13533620"/>
              <a:gd name="connsiteY94" fmla="*/ 6450960 h 6858000"/>
              <a:gd name="connsiteX95" fmla="*/ 2630119 w 13533620"/>
              <a:gd name="connsiteY95" fmla="*/ 6450153 h 6858000"/>
              <a:gd name="connsiteX96" fmla="*/ 2641515 w 13533620"/>
              <a:gd name="connsiteY96" fmla="*/ 6458926 h 6858000"/>
              <a:gd name="connsiteX97" fmla="*/ 2618926 w 13533620"/>
              <a:gd name="connsiteY97" fmla="*/ 6458926 h 6858000"/>
              <a:gd name="connsiteX98" fmla="*/ 2630119 w 13533620"/>
              <a:gd name="connsiteY98" fmla="*/ 6450153 h 6858000"/>
              <a:gd name="connsiteX99" fmla="*/ 2115378 w 13533620"/>
              <a:gd name="connsiteY99" fmla="*/ 6450153 h 6858000"/>
              <a:gd name="connsiteX100" fmla="*/ 2126773 w 13533620"/>
              <a:gd name="connsiteY100" fmla="*/ 6458926 h 6858000"/>
              <a:gd name="connsiteX101" fmla="*/ 2104184 w 13533620"/>
              <a:gd name="connsiteY101" fmla="*/ 6458926 h 6858000"/>
              <a:gd name="connsiteX102" fmla="*/ 2115378 w 13533620"/>
              <a:gd name="connsiteY102" fmla="*/ 6450153 h 6858000"/>
              <a:gd name="connsiteX103" fmla="*/ 2209682 w 13533620"/>
              <a:gd name="connsiteY103" fmla="*/ 6438859 h 6858000"/>
              <a:gd name="connsiteX104" fmla="*/ 2209682 w 13533620"/>
              <a:gd name="connsiteY104" fmla="*/ 6490893 h 6858000"/>
              <a:gd name="connsiteX105" fmla="*/ 2223699 w 13533620"/>
              <a:gd name="connsiteY105" fmla="*/ 6490893 h 6858000"/>
              <a:gd name="connsiteX106" fmla="*/ 2223699 w 13533620"/>
              <a:gd name="connsiteY106" fmla="*/ 6438859 h 6858000"/>
              <a:gd name="connsiteX107" fmla="*/ 2693263 w 13533620"/>
              <a:gd name="connsiteY107" fmla="*/ 6437851 h 6858000"/>
              <a:gd name="connsiteX108" fmla="*/ 2678237 w 13533620"/>
              <a:gd name="connsiteY108" fmla="*/ 6448136 h 6858000"/>
              <a:gd name="connsiteX109" fmla="*/ 2678237 w 13533620"/>
              <a:gd name="connsiteY109" fmla="*/ 6438859 h 6858000"/>
              <a:gd name="connsiteX110" fmla="*/ 2664220 w 13533620"/>
              <a:gd name="connsiteY110" fmla="*/ 6438859 h 6858000"/>
              <a:gd name="connsiteX111" fmla="*/ 2664220 w 13533620"/>
              <a:gd name="connsiteY111" fmla="*/ 6490893 h 6858000"/>
              <a:gd name="connsiteX112" fmla="*/ 2678237 w 13533620"/>
              <a:gd name="connsiteY112" fmla="*/ 6490893 h 6858000"/>
              <a:gd name="connsiteX113" fmla="*/ 2678237 w 13533620"/>
              <a:gd name="connsiteY113" fmla="*/ 6462557 h 6858000"/>
              <a:gd name="connsiteX114" fmla="*/ 2691649 w 13533620"/>
              <a:gd name="connsiteY114" fmla="*/ 6452674 h 6858000"/>
              <a:gd name="connsiteX115" fmla="*/ 2694170 w 13533620"/>
              <a:gd name="connsiteY115" fmla="*/ 6452674 h 6858000"/>
              <a:gd name="connsiteX116" fmla="*/ 2694170 w 13533620"/>
              <a:gd name="connsiteY116" fmla="*/ 6437851 h 6858000"/>
              <a:gd name="connsiteX117" fmla="*/ 1991889 w 13533620"/>
              <a:gd name="connsiteY117" fmla="*/ 6437851 h 6858000"/>
              <a:gd name="connsiteX118" fmla="*/ 1976864 w 13533620"/>
              <a:gd name="connsiteY118" fmla="*/ 6448136 h 6858000"/>
              <a:gd name="connsiteX119" fmla="*/ 1976864 w 13533620"/>
              <a:gd name="connsiteY119" fmla="*/ 6438859 h 6858000"/>
              <a:gd name="connsiteX120" fmla="*/ 1962847 w 13533620"/>
              <a:gd name="connsiteY120" fmla="*/ 6438859 h 6858000"/>
              <a:gd name="connsiteX121" fmla="*/ 1962847 w 13533620"/>
              <a:gd name="connsiteY121" fmla="*/ 6490893 h 6858000"/>
              <a:gd name="connsiteX122" fmla="*/ 1976864 w 13533620"/>
              <a:gd name="connsiteY122" fmla="*/ 6490893 h 6858000"/>
              <a:gd name="connsiteX123" fmla="*/ 1976864 w 13533620"/>
              <a:gd name="connsiteY123" fmla="*/ 6462557 h 6858000"/>
              <a:gd name="connsiteX124" fmla="*/ 1990276 w 13533620"/>
              <a:gd name="connsiteY124" fmla="*/ 6452674 h 6858000"/>
              <a:gd name="connsiteX125" fmla="*/ 1992797 w 13533620"/>
              <a:gd name="connsiteY125" fmla="*/ 6452674 h 6858000"/>
              <a:gd name="connsiteX126" fmla="*/ 1992797 w 13533620"/>
              <a:gd name="connsiteY126" fmla="*/ 6437851 h 6858000"/>
              <a:gd name="connsiteX127" fmla="*/ 2630119 w 13533620"/>
              <a:gd name="connsiteY127" fmla="*/ 6437447 h 6858000"/>
              <a:gd name="connsiteX128" fmla="*/ 2604203 w 13533620"/>
              <a:gd name="connsiteY128" fmla="*/ 6464876 h 6858000"/>
              <a:gd name="connsiteX129" fmla="*/ 2631329 w 13533620"/>
              <a:gd name="connsiteY129" fmla="*/ 6492405 h 6858000"/>
              <a:gd name="connsiteX130" fmla="*/ 2654321 w 13533620"/>
              <a:gd name="connsiteY130" fmla="*/ 6480607 h 6858000"/>
              <a:gd name="connsiteX131" fmla="*/ 2644842 w 13533620"/>
              <a:gd name="connsiteY131" fmla="*/ 6472540 h 6858000"/>
              <a:gd name="connsiteX132" fmla="*/ 2631329 w 13533620"/>
              <a:gd name="connsiteY132" fmla="*/ 6479699 h 6858000"/>
              <a:gd name="connsiteX133" fmla="*/ 2618724 w 13533620"/>
              <a:gd name="connsiteY133" fmla="*/ 6468909 h 6858000"/>
              <a:gd name="connsiteX134" fmla="*/ 2655733 w 13533620"/>
              <a:gd name="connsiteY134" fmla="*/ 6468909 h 6858000"/>
              <a:gd name="connsiteX135" fmla="*/ 2656136 w 13533620"/>
              <a:gd name="connsiteY135" fmla="*/ 6464271 h 6858000"/>
              <a:gd name="connsiteX136" fmla="*/ 2630119 w 13533620"/>
              <a:gd name="connsiteY136" fmla="*/ 6437447 h 6858000"/>
              <a:gd name="connsiteX137" fmla="*/ 2563989 w 13533620"/>
              <a:gd name="connsiteY137" fmla="*/ 6437447 h 6858000"/>
              <a:gd name="connsiteX138" fmla="*/ 2539484 w 13533620"/>
              <a:gd name="connsiteY138" fmla="*/ 6464876 h 6858000"/>
              <a:gd name="connsiteX139" fmla="*/ 2563989 w 13533620"/>
              <a:gd name="connsiteY139" fmla="*/ 6492405 h 6858000"/>
              <a:gd name="connsiteX140" fmla="*/ 2580224 w 13533620"/>
              <a:gd name="connsiteY140" fmla="*/ 6483430 h 6858000"/>
              <a:gd name="connsiteX141" fmla="*/ 2580224 w 13533620"/>
              <a:gd name="connsiteY141" fmla="*/ 6490893 h 6858000"/>
              <a:gd name="connsiteX142" fmla="*/ 2594241 w 13533620"/>
              <a:gd name="connsiteY142" fmla="*/ 6490893 h 6858000"/>
              <a:gd name="connsiteX143" fmla="*/ 2594241 w 13533620"/>
              <a:gd name="connsiteY143" fmla="*/ 6438859 h 6858000"/>
              <a:gd name="connsiteX144" fmla="*/ 2580224 w 13533620"/>
              <a:gd name="connsiteY144" fmla="*/ 6438859 h 6858000"/>
              <a:gd name="connsiteX145" fmla="*/ 2580224 w 13533620"/>
              <a:gd name="connsiteY145" fmla="*/ 6446422 h 6858000"/>
              <a:gd name="connsiteX146" fmla="*/ 2563989 w 13533620"/>
              <a:gd name="connsiteY146" fmla="*/ 6437447 h 6858000"/>
              <a:gd name="connsiteX147" fmla="*/ 2404464 w 13533620"/>
              <a:gd name="connsiteY147" fmla="*/ 6437447 h 6858000"/>
              <a:gd name="connsiteX148" fmla="*/ 2376934 w 13533620"/>
              <a:gd name="connsiteY148" fmla="*/ 6464876 h 6858000"/>
              <a:gd name="connsiteX149" fmla="*/ 2404464 w 13533620"/>
              <a:gd name="connsiteY149" fmla="*/ 6492304 h 6858000"/>
              <a:gd name="connsiteX150" fmla="*/ 2432094 w 13533620"/>
              <a:gd name="connsiteY150" fmla="*/ 6464876 h 6858000"/>
              <a:gd name="connsiteX151" fmla="*/ 2404464 w 13533620"/>
              <a:gd name="connsiteY151" fmla="*/ 6437447 h 6858000"/>
              <a:gd name="connsiteX152" fmla="*/ 2258455 w 13533620"/>
              <a:gd name="connsiteY152" fmla="*/ 6437447 h 6858000"/>
              <a:gd name="connsiteX153" fmla="*/ 2233951 w 13533620"/>
              <a:gd name="connsiteY153" fmla="*/ 6464876 h 6858000"/>
              <a:gd name="connsiteX154" fmla="*/ 2258455 w 13533620"/>
              <a:gd name="connsiteY154" fmla="*/ 6492405 h 6858000"/>
              <a:gd name="connsiteX155" fmla="*/ 2274690 w 13533620"/>
              <a:gd name="connsiteY155" fmla="*/ 6483430 h 6858000"/>
              <a:gd name="connsiteX156" fmla="*/ 2274690 w 13533620"/>
              <a:gd name="connsiteY156" fmla="*/ 6490893 h 6858000"/>
              <a:gd name="connsiteX157" fmla="*/ 2288707 w 13533620"/>
              <a:gd name="connsiteY157" fmla="*/ 6490893 h 6858000"/>
              <a:gd name="connsiteX158" fmla="*/ 2288707 w 13533620"/>
              <a:gd name="connsiteY158" fmla="*/ 6438859 h 6858000"/>
              <a:gd name="connsiteX159" fmla="*/ 2274690 w 13533620"/>
              <a:gd name="connsiteY159" fmla="*/ 6438859 h 6858000"/>
              <a:gd name="connsiteX160" fmla="*/ 2274690 w 13533620"/>
              <a:gd name="connsiteY160" fmla="*/ 6446422 h 6858000"/>
              <a:gd name="connsiteX161" fmla="*/ 2258455 w 13533620"/>
              <a:gd name="connsiteY161" fmla="*/ 6437447 h 6858000"/>
              <a:gd name="connsiteX162" fmla="*/ 2180631 w 13533620"/>
              <a:gd name="connsiteY162" fmla="*/ 6437447 h 6858000"/>
              <a:gd name="connsiteX163" fmla="*/ 2165001 w 13533620"/>
              <a:gd name="connsiteY163" fmla="*/ 6444809 h 6858000"/>
              <a:gd name="connsiteX164" fmla="*/ 2165001 w 13533620"/>
              <a:gd name="connsiteY164" fmla="*/ 6438859 h 6858000"/>
              <a:gd name="connsiteX165" fmla="*/ 2150984 w 13533620"/>
              <a:gd name="connsiteY165" fmla="*/ 6438859 h 6858000"/>
              <a:gd name="connsiteX166" fmla="*/ 2150984 w 13533620"/>
              <a:gd name="connsiteY166" fmla="*/ 6490893 h 6858000"/>
              <a:gd name="connsiteX167" fmla="*/ 2165001 w 13533620"/>
              <a:gd name="connsiteY167" fmla="*/ 6490893 h 6858000"/>
              <a:gd name="connsiteX168" fmla="*/ 2165001 w 13533620"/>
              <a:gd name="connsiteY168" fmla="*/ 6459733 h 6858000"/>
              <a:gd name="connsiteX169" fmla="*/ 2174581 w 13533620"/>
              <a:gd name="connsiteY169" fmla="*/ 6449750 h 6858000"/>
              <a:gd name="connsiteX170" fmla="*/ 2183555 w 13533620"/>
              <a:gd name="connsiteY170" fmla="*/ 6459229 h 6858000"/>
              <a:gd name="connsiteX171" fmla="*/ 2183555 w 13533620"/>
              <a:gd name="connsiteY171" fmla="*/ 6490893 h 6858000"/>
              <a:gd name="connsiteX172" fmla="*/ 2197572 w 13533620"/>
              <a:gd name="connsiteY172" fmla="*/ 6490893 h 6858000"/>
              <a:gd name="connsiteX173" fmla="*/ 2197572 w 13533620"/>
              <a:gd name="connsiteY173" fmla="*/ 6456708 h 6858000"/>
              <a:gd name="connsiteX174" fmla="*/ 2180631 w 13533620"/>
              <a:gd name="connsiteY174" fmla="*/ 6437447 h 6858000"/>
              <a:gd name="connsiteX175" fmla="*/ 2115378 w 13533620"/>
              <a:gd name="connsiteY175" fmla="*/ 6437447 h 6858000"/>
              <a:gd name="connsiteX176" fmla="*/ 2089462 w 13533620"/>
              <a:gd name="connsiteY176" fmla="*/ 6464876 h 6858000"/>
              <a:gd name="connsiteX177" fmla="*/ 2116588 w 13533620"/>
              <a:gd name="connsiteY177" fmla="*/ 6492405 h 6858000"/>
              <a:gd name="connsiteX178" fmla="*/ 2139580 w 13533620"/>
              <a:gd name="connsiteY178" fmla="*/ 6480607 h 6858000"/>
              <a:gd name="connsiteX179" fmla="*/ 2130100 w 13533620"/>
              <a:gd name="connsiteY179" fmla="*/ 6472540 h 6858000"/>
              <a:gd name="connsiteX180" fmla="*/ 2116588 w 13533620"/>
              <a:gd name="connsiteY180" fmla="*/ 6479699 h 6858000"/>
              <a:gd name="connsiteX181" fmla="*/ 2103983 w 13533620"/>
              <a:gd name="connsiteY181" fmla="*/ 6468909 h 6858000"/>
              <a:gd name="connsiteX182" fmla="*/ 2140991 w 13533620"/>
              <a:gd name="connsiteY182" fmla="*/ 6468909 h 6858000"/>
              <a:gd name="connsiteX183" fmla="*/ 2141395 w 13533620"/>
              <a:gd name="connsiteY183" fmla="*/ 6464271 h 6858000"/>
              <a:gd name="connsiteX184" fmla="*/ 2115378 w 13533620"/>
              <a:gd name="connsiteY184" fmla="*/ 6437447 h 6858000"/>
              <a:gd name="connsiteX185" fmla="*/ 2031022 w 13533620"/>
              <a:gd name="connsiteY185" fmla="*/ 6437447 h 6858000"/>
              <a:gd name="connsiteX186" fmla="*/ 2015996 w 13533620"/>
              <a:gd name="connsiteY186" fmla="*/ 6444809 h 6858000"/>
              <a:gd name="connsiteX187" fmla="*/ 2015996 w 13533620"/>
              <a:gd name="connsiteY187" fmla="*/ 6438859 h 6858000"/>
              <a:gd name="connsiteX188" fmla="*/ 2001980 w 13533620"/>
              <a:gd name="connsiteY188" fmla="*/ 6438859 h 6858000"/>
              <a:gd name="connsiteX189" fmla="*/ 2001980 w 13533620"/>
              <a:gd name="connsiteY189" fmla="*/ 6490893 h 6858000"/>
              <a:gd name="connsiteX190" fmla="*/ 2015996 w 13533620"/>
              <a:gd name="connsiteY190" fmla="*/ 6490893 h 6858000"/>
              <a:gd name="connsiteX191" fmla="*/ 2015996 w 13533620"/>
              <a:gd name="connsiteY191" fmla="*/ 6460036 h 6858000"/>
              <a:gd name="connsiteX192" fmla="*/ 2024971 w 13533620"/>
              <a:gd name="connsiteY192" fmla="*/ 6449750 h 6858000"/>
              <a:gd name="connsiteX193" fmla="*/ 2033543 w 13533620"/>
              <a:gd name="connsiteY193" fmla="*/ 6459632 h 6858000"/>
              <a:gd name="connsiteX194" fmla="*/ 2033543 w 13533620"/>
              <a:gd name="connsiteY194" fmla="*/ 6490893 h 6858000"/>
              <a:gd name="connsiteX195" fmla="*/ 2047459 w 13533620"/>
              <a:gd name="connsiteY195" fmla="*/ 6490893 h 6858000"/>
              <a:gd name="connsiteX196" fmla="*/ 2047459 w 13533620"/>
              <a:gd name="connsiteY196" fmla="*/ 6458523 h 6858000"/>
              <a:gd name="connsiteX197" fmla="*/ 2056535 w 13533620"/>
              <a:gd name="connsiteY197" fmla="*/ 6449750 h 6858000"/>
              <a:gd name="connsiteX198" fmla="*/ 2065106 w 13533620"/>
              <a:gd name="connsiteY198" fmla="*/ 6459632 h 6858000"/>
              <a:gd name="connsiteX199" fmla="*/ 2065106 w 13533620"/>
              <a:gd name="connsiteY199" fmla="*/ 6490893 h 6858000"/>
              <a:gd name="connsiteX200" fmla="*/ 2079123 w 13533620"/>
              <a:gd name="connsiteY200" fmla="*/ 6490893 h 6858000"/>
              <a:gd name="connsiteX201" fmla="*/ 2079123 w 13533620"/>
              <a:gd name="connsiteY201" fmla="*/ 6457010 h 6858000"/>
              <a:gd name="connsiteX202" fmla="*/ 2061173 w 13533620"/>
              <a:gd name="connsiteY202" fmla="*/ 6437447 h 6858000"/>
              <a:gd name="connsiteX203" fmla="*/ 2045140 w 13533620"/>
              <a:gd name="connsiteY203" fmla="*/ 6445716 h 6858000"/>
              <a:gd name="connsiteX204" fmla="*/ 2031022 w 13533620"/>
              <a:gd name="connsiteY204" fmla="*/ 6437447 h 6858000"/>
              <a:gd name="connsiteX205" fmla="*/ 1919809 w 13533620"/>
              <a:gd name="connsiteY205" fmla="*/ 6437447 h 6858000"/>
              <a:gd name="connsiteX206" fmla="*/ 1895305 w 13533620"/>
              <a:gd name="connsiteY206" fmla="*/ 6464876 h 6858000"/>
              <a:gd name="connsiteX207" fmla="*/ 1919809 w 13533620"/>
              <a:gd name="connsiteY207" fmla="*/ 6492405 h 6858000"/>
              <a:gd name="connsiteX208" fmla="*/ 1936044 w 13533620"/>
              <a:gd name="connsiteY208" fmla="*/ 6483430 h 6858000"/>
              <a:gd name="connsiteX209" fmla="*/ 1936044 w 13533620"/>
              <a:gd name="connsiteY209" fmla="*/ 6490893 h 6858000"/>
              <a:gd name="connsiteX210" fmla="*/ 1950061 w 13533620"/>
              <a:gd name="connsiteY210" fmla="*/ 6490893 h 6858000"/>
              <a:gd name="connsiteX211" fmla="*/ 1950061 w 13533620"/>
              <a:gd name="connsiteY211" fmla="*/ 6438859 h 6858000"/>
              <a:gd name="connsiteX212" fmla="*/ 1936044 w 13533620"/>
              <a:gd name="connsiteY212" fmla="*/ 6438859 h 6858000"/>
              <a:gd name="connsiteX213" fmla="*/ 1936044 w 13533620"/>
              <a:gd name="connsiteY213" fmla="*/ 6446422 h 6858000"/>
              <a:gd name="connsiteX214" fmla="*/ 1919809 w 13533620"/>
              <a:gd name="connsiteY214" fmla="*/ 6437447 h 6858000"/>
              <a:gd name="connsiteX215" fmla="*/ 1842523 w 13533620"/>
              <a:gd name="connsiteY215" fmla="*/ 6433615 h 6858000"/>
              <a:gd name="connsiteX216" fmla="*/ 1860069 w 13533620"/>
              <a:gd name="connsiteY216" fmla="*/ 6433615 h 6858000"/>
              <a:gd name="connsiteX217" fmla="*/ 1868741 w 13533620"/>
              <a:gd name="connsiteY217" fmla="*/ 6441078 h 6858000"/>
              <a:gd name="connsiteX218" fmla="*/ 1860069 w 13533620"/>
              <a:gd name="connsiteY218" fmla="*/ 6448439 h 6858000"/>
              <a:gd name="connsiteX219" fmla="*/ 1842523 w 13533620"/>
              <a:gd name="connsiteY219" fmla="*/ 6448439 h 6858000"/>
              <a:gd name="connsiteX220" fmla="*/ 2461627 w 13533620"/>
              <a:gd name="connsiteY220" fmla="*/ 6423632 h 6858000"/>
              <a:gd name="connsiteX221" fmla="*/ 2447610 w 13533620"/>
              <a:gd name="connsiteY221" fmla="*/ 6427666 h 6858000"/>
              <a:gd name="connsiteX222" fmla="*/ 2447610 w 13533620"/>
              <a:gd name="connsiteY222" fmla="*/ 6438859 h 6858000"/>
              <a:gd name="connsiteX223" fmla="*/ 2438837 w 13533620"/>
              <a:gd name="connsiteY223" fmla="*/ 6438859 h 6858000"/>
              <a:gd name="connsiteX224" fmla="*/ 2438837 w 13533620"/>
              <a:gd name="connsiteY224" fmla="*/ 6450758 h 6858000"/>
              <a:gd name="connsiteX225" fmla="*/ 2447610 w 13533620"/>
              <a:gd name="connsiteY225" fmla="*/ 6450758 h 6858000"/>
              <a:gd name="connsiteX226" fmla="*/ 2447610 w 13533620"/>
              <a:gd name="connsiteY226" fmla="*/ 6472943 h 6858000"/>
              <a:gd name="connsiteX227" fmla="*/ 2465661 w 13533620"/>
              <a:gd name="connsiteY227" fmla="*/ 6492103 h 6858000"/>
              <a:gd name="connsiteX228" fmla="*/ 2473627 w 13533620"/>
              <a:gd name="connsiteY228" fmla="*/ 6491195 h 6858000"/>
              <a:gd name="connsiteX229" fmla="*/ 2473627 w 13533620"/>
              <a:gd name="connsiteY229" fmla="*/ 6479296 h 6858000"/>
              <a:gd name="connsiteX230" fmla="*/ 2469695 w 13533620"/>
              <a:gd name="connsiteY230" fmla="*/ 6479699 h 6858000"/>
              <a:gd name="connsiteX231" fmla="*/ 2461627 w 13533620"/>
              <a:gd name="connsiteY231" fmla="*/ 6471733 h 6858000"/>
              <a:gd name="connsiteX232" fmla="*/ 2461627 w 13533620"/>
              <a:gd name="connsiteY232" fmla="*/ 6450758 h 6858000"/>
              <a:gd name="connsiteX233" fmla="*/ 2473627 w 13533620"/>
              <a:gd name="connsiteY233" fmla="*/ 6450758 h 6858000"/>
              <a:gd name="connsiteX234" fmla="*/ 2473627 w 13533620"/>
              <a:gd name="connsiteY234" fmla="*/ 6438859 h 6858000"/>
              <a:gd name="connsiteX235" fmla="*/ 2461627 w 13533620"/>
              <a:gd name="connsiteY235" fmla="*/ 6438859 h 6858000"/>
              <a:gd name="connsiteX236" fmla="*/ 2483609 w 13533620"/>
              <a:gd name="connsiteY236" fmla="*/ 6420305 h 6858000"/>
              <a:gd name="connsiteX237" fmla="*/ 2483609 w 13533620"/>
              <a:gd name="connsiteY237" fmla="*/ 6490893 h 6858000"/>
              <a:gd name="connsiteX238" fmla="*/ 2497626 w 13533620"/>
              <a:gd name="connsiteY238" fmla="*/ 6490893 h 6858000"/>
              <a:gd name="connsiteX239" fmla="*/ 2497626 w 13533620"/>
              <a:gd name="connsiteY239" fmla="*/ 6459733 h 6858000"/>
              <a:gd name="connsiteX240" fmla="*/ 2507206 w 13533620"/>
              <a:gd name="connsiteY240" fmla="*/ 6449750 h 6858000"/>
              <a:gd name="connsiteX241" fmla="*/ 2516181 w 13533620"/>
              <a:gd name="connsiteY241" fmla="*/ 6459229 h 6858000"/>
              <a:gd name="connsiteX242" fmla="*/ 2516181 w 13533620"/>
              <a:gd name="connsiteY242" fmla="*/ 6490893 h 6858000"/>
              <a:gd name="connsiteX243" fmla="*/ 2530198 w 13533620"/>
              <a:gd name="connsiteY243" fmla="*/ 6490893 h 6858000"/>
              <a:gd name="connsiteX244" fmla="*/ 2530198 w 13533620"/>
              <a:gd name="connsiteY244" fmla="*/ 6456708 h 6858000"/>
              <a:gd name="connsiteX245" fmla="*/ 2513256 w 13533620"/>
              <a:gd name="connsiteY245" fmla="*/ 6437447 h 6858000"/>
              <a:gd name="connsiteX246" fmla="*/ 2497626 w 13533620"/>
              <a:gd name="connsiteY246" fmla="*/ 6444809 h 6858000"/>
              <a:gd name="connsiteX247" fmla="*/ 2497626 w 13533620"/>
              <a:gd name="connsiteY247" fmla="*/ 6420305 h 6858000"/>
              <a:gd name="connsiteX248" fmla="*/ 1827396 w 13533620"/>
              <a:gd name="connsiteY248" fmla="*/ 6420305 h 6858000"/>
              <a:gd name="connsiteX249" fmla="*/ 1827396 w 13533620"/>
              <a:gd name="connsiteY249" fmla="*/ 6490893 h 6858000"/>
              <a:gd name="connsiteX250" fmla="*/ 1862287 w 13533620"/>
              <a:gd name="connsiteY250" fmla="*/ 6490893 h 6858000"/>
              <a:gd name="connsiteX251" fmla="*/ 1886187 w 13533620"/>
              <a:gd name="connsiteY251" fmla="*/ 6471229 h 6858000"/>
              <a:gd name="connsiteX252" fmla="*/ 1873884 w 13533620"/>
              <a:gd name="connsiteY252" fmla="*/ 6454691 h 6858000"/>
              <a:gd name="connsiteX253" fmla="*/ 1884372 w 13533620"/>
              <a:gd name="connsiteY253" fmla="*/ 6438960 h 6858000"/>
              <a:gd name="connsiteX254" fmla="*/ 1862187 w 13533620"/>
              <a:gd name="connsiteY254" fmla="*/ 6420305 h 6858000"/>
              <a:gd name="connsiteX255" fmla="*/ 2335880 w 13533620"/>
              <a:gd name="connsiteY255" fmla="*/ 6419094 h 6858000"/>
              <a:gd name="connsiteX256" fmla="*/ 2299980 w 13533620"/>
              <a:gd name="connsiteY256" fmla="*/ 6455800 h 6858000"/>
              <a:gd name="connsiteX257" fmla="*/ 2333661 w 13533620"/>
              <a:gd name="connsiteY257" fmla="*/ 6492405 h 6858000"/>
              <a:gd name="connsiteX258" fmla="*/ 2354233 w 13533620"/>
              <a:gd name="connsiteY258" fmla="*/ 6482624 h 6858000"/>
              <a:gd name="connsiteX259" fmla="*/ 2354233 w 13533620"/>
              <a:gd name="connsiteY259" fmla="*/ 6490893 h 6858000"/>
              <a:gd name="connsiteX260" fmla="*/ 2367846 w 13533620"/>
              <a:gd name="connsiteY260" fmla="*/ 6490893 h 6858000"/>
              <a:gd name="connsiteX261" fmla="*/ 2367846 w 13533620"/>
              <a:gd name="connsiteY261" fmla="*/ 6452977 h 6858000"/>
              <a:gd name="connsiteX262" fmla="*/ 2336182 w 13533620"/>
              <a:gd name="connsiteY262" fmla="*/ 6452977 h 6858000"/>
              <a:gd name="connsiteX263" fmla="*/ 2336182 w 13533620"/>
              <a:gd name="connsiteY263" fmla="*/ 6466489 h 6858000"/>
              <a:gd name="connsiteX264" fmla="*/ 2352922 w 13533620"/>
              <a:gd name="connsiteY264" fmla="*/ 6466489 h 6858000"/>
              <a:gd name="connsiteX265" fmla="*/ 2336082 w 13533620"/>
              <a:gd name="connsiteY265" fmla="*/ 6478086 h 6858000"/>
              <a:gd name="connsiteX266" fmla="*/ 2316014 w 13533620"/>
              <a:gd name="connsiteY266" fmla="*/ 6455800 h 6858000"/>
              <a:gd name="connsiteX267" fmla="*/ 2335880 w 13533620"/>
              <a:gd name="connsiteY267" fmla="*/ 6433414 h 6858000"/>
              <a:gd name="connsiteX268" fmla="*/ 2353628 w 13533620"/>
              <a:gd name="connsiteY268" fmla="*/ 6443699 h 6858000"/>
              <a:gd name="connsiteX269" fmla="*/ 2366334 w 13533620"/>
              <a:gd name="connsiteY269" fmla="*/ 6435229 h 6858000"/>
              <a:gd name="connsiteX270" fmla="*/ 2335880 w 13533620"/>
              <a:gd name="connsiteY270" fmla="*/ 6419094 h 6858000"/>
              <a:gd name="connsiteX271" fmla="*/ 2216741 w 13533620"/>
              <a:gd name="connsiteY271" fmla="*/ 6416674 h 6858000"/>
              <a:gd name="connsiteX272" fmla="*/ 2208371 w 13533620"/>
              <a:gd name="connsiteY272" fmla="*/ 6424943 h 6858000"/>
              <a:gd name="connsiteX273" fmla="*/ 2216741 w 13533620"/>
              <a:gd name="connsiteY273" fmla="*/ 6433313 h 6858000"/>
              <a:gd name="connsiteX274" fmla="*/ 2225111 w 13533620"/>
              <a:gd name="connsiteY274" fmla="*/ 6424943 h 6858000"/>
              <a:gd name="connsiteX275" fmla="*/ 2216741 w 13533620"/>
              <a:gd name="connsiteY275" fmla="*/ 6416674 h 6858000"/>
              <a:gd name="connsiteX276" fmla="*/ 1341620 w 13533620"/>
              <a:gd name="connsiteY276" fmla="*/ 786751 h 6858000"/>
              <a:gd name="connsiteX277" fmla="*/ 1813492 w 13533620"/>
              <a:gd name="connsiteY277" fmla="*/ 2680582 h 6858000"/>
              <a:gd name="connsiteX278" fmla="*/ 2144496 w 13533620"/>
              <a:gd name="connsiteY278" fmla="*/ 2879540 h 6858000"/>
              <a:gd name="connsiteX279" fmla="*/ 2199279 w 13533620"/>
              <a:gd name="connsiteY279" fmla="*/ 2865890 h 6858000"/>
              <a:gd name="connsiteX280" fmla="*/ 2246357 w 13533620"/>
              <a:gd name="connsiteY280" fmla="*/ 2862396 h 6858000"/>
              <a:gd name="connsiteX281" fmla="*/ 13533620 w 13533620"/>
              <a:gd name="connsiteY281" fmla="*/ 872148 h 6858000"/>
              <a:gd name="connsiteX282" fmla="*/ 13533620 w 13533620"/>
              <a:gd name="connsiteY282" fmla="*/ 6858000 h 6858000"/>
              <a:gd name="connsiteX283" fmla="*/ 1464375 w 13533620"/>
              <a:gd name="connsiteY283" fmla="*/ 6858000 h 6858000"/>
              <a:gd name="connsiteX284" fmla="*/ 1341620 w 13533620"/>
              <a:gd name="connsiteY284" fmla="*/ 6858000 h 6858000"/>
              <a:gd name="connsiteX285" fmla="*/ 0 w 13533620"/>
              <a:gd name="connsiteY285" fmla="*/ 6858000 h 6858000"/>
              <a:gd name="connsiteX286" fmla="*/ 0 w 13533620"/>
              <a:gd name="connsiteY286" fmla="*/ 5516563 h 6858000"/>
              <a:gd name="connsiteX287" fmla="*/ 1341620 w 13533620"/>
              <a:gd name="connsiteY287" fmla="*/ 5516563 h 6858000"/>
              <a:gd name="connsiteX288" fmla="*/ 1341620 w 13533620"/>
              <a:gd name="connsiteY288" fmla="*/ 0 h 6858000"/>
              <a:gd name="connsiteX289" fmla="*/ 1341621 w 13533620"/>
              <a:gd name="connsiteY289" fmla="*/ 0 h 6858000"/>
              <a:gd name="connsiteX290" fmla="*/ 1341620 w 13533620"/>
              <a:gd name="connsiteY290" fmla="*/ 7867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13533620" h="6858000">
                <a:moveTo>
                  <a:pt x="2034882" y="6562790"/>
                </a:moveTo>
                <a:cubicBezTo>
                  <a:pt x="2042872" y="6562790"/>
                  <a:pt x="2049409" y="6568497"/>
                  <a:pt x="2050862" y="6577940"/>
                </a:cubicBezTo>
                <a:lnTo>
                  <a:pt x="2018280" y="6577940"/>
                </a:lnTo>
                <a:cubicBezTo>
                  <a:pt x="2019837" y="6568705"/>
                  <a:pt x="2026270" y="6562790"/>
                  <a:pt x="2034882" y="6562790"/>
                </a:cubicBezTo>
                <a:close/>
                <a:moveTo>
                  <a:pt x="1910985" y="6562790"/>
                </a:moveTo>
                <a:cubicBezTo>
                  <a:pt x="1918975" y="6562790"/>
                  <a:pt x="1925512" y="6568497"/>
                  <a:pt x="1926965" y="6577940"/>
                </a:cubicBezTo>
                <a:lnTo>
                  <a:pt x="1894383" y="6577940"/>
                </a:lnTo>
                <a:cubicBezTo>
                  <a:pt x="1895940" y="6568705"/>
                  <a:pt x="1902373" y="6562790"/>
                  <a:pt x="1910985" y="6562790"/>
                </a:cubicBezTo>
                <a:close/>
                <a:moveTo>
                  <a:pt x="1947320" y="6556045"/>
                </a:moveTo>
                <a:lnTo>
                  <a:pt x="1947320" y="6608757"/>
                </a:lnTo>
                <a:lnTo>
                  <a:pt x="1956036" y="6608757"/>
                </a:lnTo>
                <a:lnTo>
                  <a:pt x="1956036" y="6556045"/>
                </a:lnTo>
                <a:close/>
                <a:moveTo>
                  <a:pt x="2034882" y="6554697"/>
                </a:moveTo>
                <a:cubicBezTo>
                  <a:pt x="2020148" y="6554697"/>
                  <a:pt x="2009149" y="6566318"/>
                  <a:pt x="2009149" y="6582401"/>
                </a:cubicBezTo>
                <a:cubicBezTo>
                  <a:pt x="2009149" y="6598381"/>
                  <a:pt x="2020355" y="6610106"/>
                  <a:pt x="2035401" y="6610106"/>
                </a:cubicBezTo>
                <a:cubicBezTo>
                  <a:pt x="2045155" y="6610106"/>
                  <a:pt x="2053664" y="6605437"/>
                  <a:pt x="2058022" y="6598485"/>
                </a:cubicBezTo>
                <a:lnTo>
                  <a:pt x="2051900" y="6593297"/>
                </a:lnTo>
                <a:cubicBezTo>
                  <a:pt x="2048579" y="6598692"/>
                  <a:pt x="2042665" y="6602013"/>
                  <a:pt x="2035401" y="6602013"/>
                </a:cubicBezTo>
                <a:cubicBezTo>
                  <a:pt x="2026166" y="6602013"/>
                  <a:pt x="2019318" y="6595268"/>
                  <a:pt x="2018176" y="6585203"/>
                </a:cubicBezTo>
                <a:lnTo>
                  <a:pt x="2059786" y="6585203"/>
                </a:lnTo>
                <a:cubicBezTo>
                  <a:pt x="2059890" y="6584165"/>
                  <a:pt x="2059993" y="6583024"/>
                  <a:pt x="2059993" y="6582090"/>
                </a:cubicBezTo>
                <a:cubicBezTo>
                  <a:pt x="2059993" y="6566629"/>
                  <a:pt x="2049409" y="6554697"/>
                  <a:pt x="2034882" y="6554697"/>
                </a:cubicBezTo>
                <a:close/>
                <a:moveTo>
                  <a:pt x="1910985" y="6554697"/>
                </a:moveTo>
                <a:cubicBezTo>
                  <a:pt x="1896251" y="6554697"/>
                  <a:pt x="1885252" y="6566318"/>
                  <a:pt x="1885252" y="6582401"/>
                </a:cubicBezTo>
                <a:cubicBezTo>
                  <a:pt x="1885252" y="6598381"/>
                  <a:pt x="1896458" y="6610106"/>
                  <a:pt x="1911504" y="6610106"/>
                </a:cubicBezTo>
                <a:cubicBezTo>
                  <a:pt x="1921258" y="6610106"/>
                  <a:pt x="1929767" y="6605437"/>
                  <a:pt x="1934125" y="6598485"/>
                </a:cubicBezTo>
                <a:lnTo>
                  <a:pt x="1928003" y="6593297"/>
                </a:lnTo>
                <a:cubicBezTo>
                  <a:pt x="1924682" y="6598692"/>
                  <a:pt x="1918768" y="6602013"/>
                  <a:pt x="1911504" y="6602013"/>
                </a:cubicBezTo>
                <a:cubicBezTo>
                  <a:pt x="1902269" y="6602013"/>
                  <a:pt x="1895421" y="6595268"/>
                  <a:pt x="1894279" y="6585203"/>
                </a:cubicBezTo>
                <a:lnTo>
                  <a:pt x="1935889" y="6585203"/>
                </a:lnTo>
                <a:cubicBezTo>
                  <a:pt x="1935993" y="6584165"/>
                  <a:pt x="1936096" y="6583024"/>
                  <a:pt x="1936096" y="6582090"/>
                </a:cubicBezTo>
                <a:cubicBezTo>
                  <a:pt x="1936096" y="6566629"/>
                  <a:pt x="1925512" y="6554697"/>
                  <a:pt x="1910985" y="6554697"/>
                </a:cubicBezTo>
                <a:close/>
                <a:moveTo>
                  <a:pt x="1985277" y="6541207"/>
                </a:moveTo>
                <a:lnTo>
                  <a:pt x="1976561" y="6544216"/>
                </a:lnTo>
                <a:lnTo>
                  <a:pt x="1976561" y="6556045"/>
                </a:lnTo>
                <a:lnTo>
                  <a:pt x="1966807" y="6556045"/>
                </a:lnTo>
                <a:lnTo>
                  <a:pt x="1966807" y="6563620"/>
                </a:lnTo>
                <a:lnTo>
                  <a:pt x="1976561" y="6563620"/>
                </a:lnTo>
                <a:lnTo>
                  <a:pt x="1976561" y="6593608"/>
                </a:lnTo>
                <a:cubicBezTo>
                  <a:pt x="1976561" y="6603881"/>
                  <a:pt x="1982164" y="6609899"/>
                  <a:pt x="1991918" y="6609899"/>
                </a:cubicBezTo>
                <a:cubicBezTo>
                  <a:pt x="1994720" y="6609899"/>
                  <a:pt x="1997210" y="6609484"/>
                  <a:pt x="1998974" y="6608757"/>
                </a:cubicBezTo>
                <a:lnTo>
                  <a:pt x="1998974" y="6600975"/>
                </a:lnTo>
                <a:cubicBezTo>
                  <a:pt x="1997418" y="6601598"/>
                  <a:pt x="1995654" y="6601909"/>
                  <a:pt x="1993993" y="6601909"/>
                </a:cubicBezTo>
                <a:cubicBezTo>
                  <a:pt x="1988182" y="6601909"/>
                  <a:pt x="1985277" y="6598692"/>
                  <a:pt x="1985277" y="6592778"/>
                </a:cubicBezTo>
                <a:lnTo>
                  <a:pt x="1985277" y="6563620"/>
                </a:lnTo>
                <a:lnTo>
                  <a:pt x="1998974" y="6563620"/>
                </a:lnTo>
                <a:lnTo>
                  <a:pt x="1998974" y="6556045"/>
                </a:lnTo>
                <a:lnTo>
                  <a:pt x="1985277" y="6556045"/>
                </a:lnTo>
                <a:close/>
                <a:moveTo>
                  <a:pt x="1851208" y="6534878"/>
                </a:moveTo>
                <a:cubicBezTo>
                  <a:pt x="1835540" y="6534878"/>
                  <a:pt x="1825993" y="6542867"/>
                  <a:pt x="1825993" y="6554800"/>
                </a:cubicBezTo>
                <a:cubicBezTo>
                  <a:pt x="1825993" y="6565799"/>
                  <a:pt x="1831908" y="6571921"/>
                  <a:pt x="1844671" y="6574723"/>
                </a:cubicBezTo>
                <a:lnTo>
                  <a:pt x="1853283" y="6576591"/>
                </a:lnTo>
                <a:cubicBezTo>
                  <a:pt x="1861896" y="6578562"/>
                  <a:pt x="1866565" y="6582401"/>
                  <a:pt x="1866565" y="6589354"/>
                </a:cubicBezTo>
                <a:cubicBezTo>
                  <a:pt x="1866565" y="6597032"/>
                  <a:pt x="1860443" y="6601701"/>
                  <a:pt x="1849340" y="6601701"/>
                </a:cubicBezTo>
                <a:cubicBezTo>
                  <a:pt x="1841662" y="6601701"/>
                  <a:pt x="1833879" y="6599107"/>
                  <a:pt x="1827238" y="6593815"/>
                </a:cubicBezTo>
                <a:lnTo>
                  <a:pt x="1827238" y="6603569"/>
                </a:lnTo>
                <a:cubicBezTo>
                  <a:pt x="1833361" y="6607720"/>
                  <a:pt x="1841454" y="6610003"/>
                  <a:pt x="1849340" y="6610003"/>
                </a:cubicBezTo>
                <a:cubicBezTo>
                  <a:pt x="1865735" y="6610003"/>
                  <a:pt x="1875904" y="6602117"/>
                  <a:pt x="1875904" y="6589042"/>
                </a:cubicBezTo>
                <a:cubicBezTo>
                  <a:pt x="1875904" y="6577732"/>
                  <a:pt x="1869574" y="6570780"/>
                  <a:pt x="1856085" y="6567771"/>
                </a:cubicBezTo>
                <a:lnTo>
                  <a:pt x="1847472" y="6565799"/>
                </a:lnTo>
                <a:cubicBezTo>
                  <a:pt x="1838964" y="6563828"/>
                  <a:pt x="1835436" y="6560196"/>
                  <a:pt x="1835436" y="6554178"/>
                </a:cubicBezTo>
                <a:cubicBezTo>
                  <a:pt x="1835436" y="6547433"/>
                  <a:pt x="1841350" y="6543179"/>
                  <a:pt x="1851208" y="6543179"/>
                </a:cubicBezTo>
                <a:cubicBezTo>
                  <a:pt x="1858783" y="6543179"/>
                  <a:pt x="1866357" y="6545669"/>
                  <a:pt x="1872583" y="6551065"/>
                </a:cubicBezTo>
                <a:lnTo>
                  <a:pt x="1872687" y="6541311"/>
                </a:lnTo>
                <a:cubicBezTo>
                  <a:pt x="1866254" y="6536849"/>
                  <a:pt x="1858056" y="6534878"/>
                  <a:pt x="1851208" y="6534878"/>
                </a:cubicBezTo>
                <a:close/>
                <a:moveTo>
                  <a:pt x="1951678" y="6534151"/>
                </a:moveTo>
                <a:cubicBezTo>
                  <a:pt x="1948254" y="6534151"/>
                  <a:pt x="1945659" y="6536849"/>
                  <a:pt x="1945659" y="6540170"/>
                </a:cubicBezTo>
                <a:cubicBezTo>
                  <a:pt x="1945659" y="6543594"/>
                  <a:pt x="1948254" y="6546188"/>
                  <a:pt x="1951678" y="6546188"/>
                </a:cubicBezTo>
                <a:cubicBezTo>
                  <a:pt x="1955102" y="6546188"/>
                  <a:pt x="1957696" y="6543594"/>
                  <a:pt x="1957696" y="6540170"/>
                </a:cubicBezTo>
                <a:cubicBezTo>
                  <a:pt x="1957696" y="6536849"/>
                  <a:pt x="1955102" y="6534151"/>
                  <a:pt x="1951678" y="6534151"/>
                </a:cubicBezTo>
                <a:close/>
                <a:moveTo>
                  <a:pt x="1842523" y="6461548"/>
                </a:moveTo>
                <a:lnTo>
                  <a:pt x="1861077" y="6461548"/>
                </a:lnTo>
                <a:cubicBezTo>
                  <a:pt x="1867027" y="6461548"/>
                  <a:pt x="1870455" y="6464573"/>
                  <a:pt x="1870455" y="6469515"/>
                </a:cubicBezTo>
                <a:cubicBezTo>
                  <a:pt x="1870455" y="6474657"/>
                  <a:pt x="1867027" y="6477582"/>
                  <a:pt x="1861077" y="6477582"/>
                </a:cubicBezTo>
                <a:lnTo>
                  <a:pt x="1842523" y="6477582"/>
                </a:lnTo>
                <a:close/>
                <a:moveTo>
                  <a:pt x="2404464" y="6451061"/>
                </a:moveTo>
                <a:cubicBezTo>
                  <a:pt x="2412128" y="6451061"/>
                  <a:pt x="2417573" y="6457010"/>
                  <a:pt x="2417573" y="6464876"/>
                </a:cubicBezTo>
                <a:cubicBezTo>
                  <a:pt x="2417573" y="6472741"/>
                  <a:pt x="2412128" y="6478691"/>
                  <a:pt x="2404464" y="6478691"/>
                </a:cubicBezTo>
                <a:cubicBezTo>
                  <a:pt x="2396901" y="6478691"/>
                  <a:pt x="2391455" y="6472741"/>
                  <a:pt x="2391455" y="6464876"/>
                </a:cubicBezTo>
                <a:cubicBezTo>
                  <a:pt x="2391455" y="6457010"/>
                  <a:pt x="2396901" y="6451061"/>
                  <a:pt x="2404464" y="6451061"/>
                </a:cubicBezTo>
                <a:close/>
                <a:moveTo>
                  <a:pt x="2567115" y="6450960"/>
                </a:moveTo>
                <a:cubicBezTo>
                  <a:pt x="2574678" y="6450960"/>
                  <a:pt x="2580224" y="6457010"/>
                  <a:pt x="2580224" y="6464876"/>
                </a:cubicBezTo>
                <a:cubicBezTo>
                  <a:pt x="2580224" y="6472741"/>
                  <a:pt x="2574678" y="6478792"/>
                  <a:pt x="2567115" y="6478792"/>
                </a:cubicBezTo>
                <a:cubicBezTo>
                  <a:pt x="2559552" y="6478792"/>
                  <a:pt x="2554006" y="6472741"/>
                  <a:pt x="2554006" y="6464876"/>
                </a:cubicBezTo>
                <a:cubicBezTo>
                  <a:pt x="2554006" y="6457010"/>
                  <a:pt x="2559552" y="6450960"/>
                  <a:pt x="2567115" y="6450960"/>
                </a:cubicBezTo>
                <a:close/>
                <a:moveTo>
                  <a:pt x="2261581" y="6450960"/>
                </a:moveTo>
                <a:cubicBezTo>
                  <a:pt x="2269144" y="6450960"/>
                  <a:pt x="2274690" y="6457010"/>
                  <a:pt x="2274690" y="6464876"/>
                </a:cubicBezTo>
                <a:cubicBezTo>
                  <a:pt x="2274690" y="6472741"/>
                  <a:pt x="2269144" y="6478792"/>
                  <a:pt x="2261581" y="6478792"/>
                </a:cubicBezTo>
                <a:cubicBezTo>
                  <a:pt x="2254018" y="6478792"/>
                  <a:pt x="2248472" y="6472741"/>
                  <a:pt x="2248472" y="6464876"/>
                </a:cubicBezTo>
                <a:cubicBezTo>
                  <a:pt x="2248472" y="6457010"/>
                  <a:pt x="2254018" y="6450960"/>
                  <a:pt x="2261581" y="6450960"/>
                </a:cubicBezTo>
                <a:close/>
                <a:moveTo>
                  <a:pt x="1922935" y="6450960"/>
                </a:moveTo>
                <a:cubicBezTo>
                  <a:pt x="1930498" y="6450960"/>
                  <a:pt x="1936044" y="6457010"/>
                  <a:pt x="1936044" y="6464876"/>
                </a:cubicBezTo>
                <a:cubicBezTo>
                  <a:pt x="1936044" y="6472741"/>
                  <a:pt x="1930498" y="6478792"/>
                  <a:pt x="1922935" y="6478792"/>
                </a:cubicBezTo>
                <a:cubicBezTo>
                  <a:pt x="1915372" y="6478792"/>
                  <a:pt x="1909826" y="6472741"/>
                  <a:pt x="1909826" y="6464876"/>
                </a:cubicBezTo>
                <a:cubicBezTo>
                  <a:pt x="1909826" y="6457010"/>
                  <a:pt x="1915372" y="6450960"/>
                  <a:pt x="1922935" y="6450960"/>
                </a:cubicBezTo>
                <a:close/>
                <a:moveTo>
                  <a:pt x="2630119" y="6450153"/>
                </a:moveTo>
                <a:cubicBezTo>
                  <a:pt x="2635666" y="6450153"/>
                  <a:pt x="2640002" y="6452977"/>
                  <a:pt x="2641515" y="6458926"/>
                </a:cubicBezTo>
                <a:lnTo>
                  <a:pt x="2618926" y="6458926"/>
                </a:lnTo>
                <a:cubicBezTo>
                  <a:pt x="2620438" y="6453380"/>
                  <a:pt x="2624472" y="6450153"/>
                  <a:pt x="2630119" y="6450153"/>
                </a:cubicBezTo>
                <a:close/>
                <a:moveTo>
                  <a:pt x="2115378" y="6450153"/>
                </a:moveTo>
                <a:cubicBezTo>
                  <a:pt x="2120924" y="6450153"/>
                  <a:pt x="2125260" y="6452977"/>
                  <a:pt x="2126773" y="6458926"/>
                </a:cubicBezTo>
                <a:lnTo>
                  <a:pt x="2104184" y="6458926"/>
                </a:lnTo>
                <a:cubicBezTo>
                  <a:pt x="2105697" y="6453380"/>
                  <a:pt x="2109731" y="6450153"/>
                  <a:pt x="2115378" y="6450153"/>
                </a:cubicBezTo>
                <a:close/>
                <a:moveTo>
                  <a:pt x="2209682" y="6438859"/>
                </a:moveTo>
                <a:lnTo>
                  <a:pt x="2209682" y="6490893"/>
                </a:lnTo>
                <a:lnTo>
                  <a:pt x="2223699" y="6490893"/>
                </a:lnTo>
                <a:lnTo>
                  <a:pt x="2223699" y="6438859"/>
                </a:lnTo>
                <a:close/>
                <a:moveTo>
                  <a:pt x="2693263" y="6437851"/>
                </a:moveTo>
                <a:cubicBezTo>
                  <a:pt x="2684691" y="6437851"/>
                  <a:pt x="2679952" y="6442288"/>
                  <a:pt x="2678237" y="6448136"/>
                </a:cubicBezTo>
                <a:lnTo>
                  <a:pt x="2678237" y="6438859"/>
                </a:lnTo>
                <a:lnTo>
                  <a:pt x="2664220" y="6438859"/>
                </a:lnTo>
                <a:lnTo>
                  <a:pt x="2664220" y="6490893"/>
                </a:lnTo>
                <a:lnTo>
                  <a:pt x="2678237" y="6490893"/>
                </a:lnTo>
                <a:lnTo>
                  <a:pt x="2678237" y="6462557"/>
                </a:lnTo>
                <a:cubicBezTo>
                  <a:pt x="2678237" y="6455599"/>
                  <a:pt x="2681162" y="6452674"/>
                  <a:pt x="2691649" y="6452674"/>
                </a:cubicBezTo>
                <a:lnTo>
                  <a:pt x="2694170" y="6452674"/>
                </a:lnTo>
                <a:lnTo>
                  <a:pt x="2694170" y="6437851"/>
                </a:lnTo>
                <a:close/>
                <a:moveTo>
                  <a:pt x="1991889" y="6437851"/>
                </a:moveTo>
                <a:cubicBezTo>
                  <a:pt x="1983318" y="6437851"/>
                  <a:pt x="1978578" y="6442288"/>
                  <a:pt x="1976864" y="6448136"/>
                </a:cubicBezTo>
                <a:lnTo>
                  <a:pt x="1976864" y="6438859"/>
                </a:lnTo>
                <a:lnTo>
                  <a:pt x="1962847" y="6438859"/>
                </a:lnTo>
                <a:lnTo>
                  <a:pt x="1962847" y="6490893"/>
                </a:lnTo>
                <a:lnTo>
                  <a:pt x="1976864" y="6490893"/>
                </a:lnTo>
                <a:lnTo>
                  <a:pt x="1976864" y="6462557"/>
                </a:lnTo>
                <a:cubicBezTo>
                  <a:pt x="1976864" y="6455599"/>
                  <a:pt x="1979788" y="6452674"/>
                  <a:pt x="1990276" y="6452674"/>
                </a:cubicBezTo>
                <a:lnTo>
                  <a:pt x="1992797" y="6452674"/>
                </a:lnTo>
                <a:lnTo>
                  <a:pt x="1992797" y="6437851"/>
                </a:lnTo>
                <a:close/>
                <a:moveTo>
                  <a:pt x="2630119" y="6437447"/>
                </a:moveTo>
                <a:cubicBezTo>
                  <a:pt x="2615094" y="6437447"/>
                  <a:pt x="2604203" y="6449044"/>
                  <a:pt x="2604203" y="6464876"/>
                </a:cubicBezTo>
                <a:cubicBezTo>
                  <a:pt x="2604203" y="6480708"/>
                  <a:pt x="2615598" y="6492405"/>
                  <a:pt x="2631329" y="6492405"/>
                </a:cubicBezTo>
                <a:cubicBezTo>
                  <a:pt x="2640708" y="6492405"/>
                  <a:pt x="2650086" y="6487565"/>
                  <a:pt x="2654321" y="6480607"/>
                </a:cubicBezTo>
                <a:lnTo>
                  <a:pt x="2644842" y="6472540"/>
                </a:lnTo>
                <a:cubicBezTo>
                  <a:pt x="2642220" y="6476977"/>
                  <a:pt x="2636976" y="6479699"/>
                  <a:pt x="2631329" y="6479699"/>
                </a:cubicBezTo>
                <a:cubicBezTo>
                  <a:pt x="2624371" y="6479699"/>
                  <a:pt x="2620035" y="6474960"/>
                  <a:pt x="2618724" y="6468909"/>
                </a:cubicBezTo>
                <a:lnTo>
                  <a:pt x="2655733" y="6468909"/>
                </a:lnTo>
                <a:cubicBezTo>
                  <a:pt x="2655935" y="6467498"/>
                  <a:pt x="2656136" y="6465783"/>
                  <a:pt x="2656136" y="6464271"/>
                </a:cubicBezTo>
                <a:cubicBezTo>
                  <a:pt x="2656136" y="6449548"/>
                  <a:pt x="2646153" y="6437447"/>
                  <a:pt x="2630119" y="6437447"/>
                </a:cubicBezTo>
                <a:close/>
                <a:moveTo>
                  <a:pt x="2563989" y="6437447"/>
                </a:moveTo>
                <a:cubicBezTo>
                  <a:pt x="2550778" y="6437447"/>
                  <a:pt x="2539484" y="6448943"/>
                  <a:pt x="2539484" y="6464876"/>
                </a:cubicBezTo>
                <a:cubicBezTo>
                  <a:pt x="2539484" y="6480909"/>
                  <a:pt x="2550778" y="6492405"/>
                  <a:pt x="2563989" y="6492405"/>
                </a:cubicBezTo>
                <a:cubicBezTo>
                  <a:pt x="2571653" y="6492405"/>
                  <a:pt x="2576997" y="6489178"/>
                  <a:pt x="2580224" y="6483430"/>
                </a:cubicBezTo>
                <a:lnTo>
                  <a:pt x="2580224" y="6490893"/>
                </a:lnTo>
                <a:lnTo>
                  <a:pt x="2594241" y="6490893"/>
                </a:lnTo>
                <a:lnTo>
                  <a:pt x="2594241" y="6438859"/>
                </a:lnTo>
                <a:lnTo>
                  <a:pt x="2580224" y="6438859"/>
                </a:lnTo>
                <a:lnTo>
                  <a:pt x="2580224" y="6446422"/>
                </a:lnTo>
                <a:cubicBezTo>
                  <a:pt x="2576997" y="6440674"/>
                  <a:pt x="2571653" y="6437447"/>
                  <a:pt x="2563989" y="6437447"/>
                </a:cubicBezTo>
                <a:close/>
                <a:moveTo>
                  <a:pt x="2404464" y="6437447"/>
                </a:moveTo>
                <a:cubicBezTo>
                  <a:pt x="2388833" y="6437447"/>
                  <a:pt x="2376934" y="6448943"/>
                  <a:pt x="2376934" y="6464876"/>
                </a:cubicBezTo>
                <a:cubicBezTo>
                  <a:pt x="2376934" y="6480809"/>
                  <a:pt x="2388833" y="6492304"/>
                  <a:pt x="2404464" y="6492304"/>
                </a:cubicBezTo>
                <a:cubicBezTo>
                  <a:pt x="2420195" y="6492304"/>
                  <a:pt x="2432094" y="6480809"/>
                  <a:pt x="2432094" y="6464876"/>
                </a:cubicBezTo>
                <a:cubicBezTo>
                  <a:pt x="2432094" y="6448943"/>
                  <a:pt x="2420195" y="6437447"/>
                  <a:pt x="2404464" y="6437447"/>
                </a:cubicBezTo>
                <a:close/>
                <a:moveTo>
                  <a:pt x="2258455" y="6437447"/>
                </a:moveTo>
                <a:cubicBezTo>
                  <a:pt x="2245245" y="6437447"/>
                  <a:pt x="2233951" y="6448943"/>
                  <a:pt x="2233951" y="6464876"/>
                </a:cubicBezTo>
                <a:cubicBezTo>
                  <a:pt x="2233951" y="6480909"/>
                  <a:pt x="2245245" y="6492405"/>
                  <a:pt x="2258455" y="6492405"/>
                </a:cubicBezTo>
                <a:cubicBezTo>
                  <a:pt x="2266119" y="6492405"/>
                  <a:pt x="2271463" y="6489178"/>
                  <a:pt x="2274690" y="6483430"/>
                </a:cubicBezTo>
                <a:lnTo>
                  <a:pt x="2274690" y="6490893"/>
                </a:lnTo>
                <a:lnTo>
                  <a:pt x="2288707" y="6490893"/>
                </a:lnTo>
                <a:lnTo>
                  <a:pt x="2288707" y="6438859"/>
                </a:lnTo>
                <a:lnTo>
                  <a:pt x="2274690" y="6438859"/>
                </a:lnTo>
                <a:lnTo>
                  <a:pt x="2274690" y="6446422"/>
                </a:lnTo>
                <a:cubicBezTo>
                  <a:pt x="2271463" y="6440674"/>
                  <a:pt x="2266119" y="6437447"/>
                  <a:pt x="2258455" y="6437447"/>
                </a:cubicBezTo>
                <a:close/>
                <a:moveTo>
                  <a:pt x="2180631" y="6437447"/>
                </a:moveTo>
                <a:cubicBezTo>
                  <a:pt x="2172463" y="6437447"/>
                  <a:pt x="2167320" y="6441178"/>
                  <a:pt x="2165001" y="6444809"/>
                </a:cubicBezTo>
                <a:lnTo>
                  <a:pt x="2165001" y="6438859"/>
                </a:lnTo>
                <a:lnTo>
                  <a:pt x="2150984" y="6438859"/>
                </a:lnTo>
                <a:lnTo>
                  <a:pt x="2150984" y="6490893"/>
                </a:lnTo>
                <a:lnTo>
                  <a:pt x="2165001" y="6490893"/>
                </a:lnTo>
                <a:lnTo>
                  <a:pt x="2165001" y="6459733"/>
                </a:lnTo>
                <a:cubicBezTo>
                  <a:pt x="2165001" y="6453077"/>
                  <a:pt x="2168933" y="6449750"/>
                  <a:pt x="2174581" y="6449750"/>
                </a:cubicBezTo>
                <a:cubicBezTo>
                  <a:pt x="2180429" y="6449750"/>
                  <a:pt x="2183555" y="6453582"/>
                  <a:pt x="2183555" y="6459229"/>
                </a:cubicBezTo>
                <a:lnTo>
                  <a:pt x="2183555" y="6490893"/>
                </a:lnTo>
                <a:lnTo>
                  <a:pt x="2197572" y="6490893"/>
                </a:lnTo>
                <a:lnTo>
                  <a:pt x="2197572" y="6456708"/>
                </a:lnTo>
                <a:cubicBezTo>
                  <a:pt x="2197572" y="6443195"/>
                  <a:pt x="2190009" y="6437447"/>
                  <a:pt x="2180631" y="6437447"/>
                </a:cubicBezTo>
                <a:close/>
                <a:moveTo>
                  <a:pt x="2115378" y="6437447"/>
                </a:moveTo>
                <a:cubicBezTo>
                  <a:pt x="2100352" y="6437447"/>
                  <a:pt x="2089462" y="6449044"/>
                  <a:pt x="2089462" y="6464876"/>
                </a:cubicBezTo>
                <a:cubicBezTo>
                  <a:pt x="2089462" y="6480708"/>
                  <a:pt x="2100857" y="6492405"/>
                  <a:pt x="2116588" y="6492405"/>
                </a:cubicBezTo>
                <a:cubicBezTo>
                  <a:pt x="2125966" y="6492405"/>
                  <a:pt x="2135344" y="6487565"/>
                  <a:pt x="2139580" y="6480607"/>
                </a:cubicBezTo>
                <a:lnTo>
                  <a:pt x="2130100" y="6472540"/>
                </a:lnTo>
                <a:cubicBezTo>
                  <a:pt x="2127479" y="6476977"/>
                  <a:pt x="2122235" y="6479699"/>
                  <a:pt x="2116588" y="6479699"/>
                </a:cubicBezTo>
                <a:cubicBezTo>
                  <a:pt x="2109630" y="6479699"/>
                  <a:pt x="2105294" y="6474960"/>
                  <a:pt x="2103983" y="6468909"/>
                </a:cubicBezTo>
                <a:lnTo>
                  <a:pt x="2140991" y="6468909"/>
                </a:lnTo>
                <a:cubicBezTo>
                  <a:pt x="2141193" y="6467498"/>
                  <a:pt x="2141395" y="6465783"/>
                  <a:pt x="2141395" y="6464271"/>
                </a:cubicBezTo>
                <a:cubicBezTo>
                  <a:pt x="2141395" y="6449548"/>
                  <a:pt x="2131412" y="6437447"/>
                  <a:pt x="2115378" y="6437447"/>
                </a:cubicBezTo>
                <a:close/>
                <a:moveTo>
                  <a:pt x="2031022" y="6437447"/>
                </a:moveTo>
                <a:cubicBezTo>
                  <a:pt x="2023055" y="6437447"/>
                  <a:pt x="2018417" y="6441078"/>
                  <a:pt x="2015996" y="6444809"/>
                </a:cubicBezTo>
                <a:lnTo>
                  <a:pt x="2015996" y="6438859"/>
                </a:lnTo>
                <a:lnTo>
                  <a:pt x="2001980" y="6438859"/>
                </a:lnTo>
                <a:lnTo>
                  <a:pt x="2001980" y="6490893"/>
                </a:lnTo>
                <a:lnTo>
                  <a:pt x="2015996" y="6490893"/>
                </a:lnTo>
                <a:lnTo>
                  <a:pt x="2015996" y="6460036"/>
                </a:lnTo>
                <a:cubicBezTo>
                  <a:pt x="2015996" y="6453077"/>
                  <a:pt x="2019526" y="6449750"/>
                  <a:pt x="2024971" y="6449750"/>
                </a:cubicBezTo>
                <a:cubicBezTo>
                  <a:pt x="2030719" y="6449750"/>
                  <a:pt x="2033543" y="6453683"/>
                  <a:pt x="2033543" y="6459632"/>
                </a:cubicBezTo>
                <a:lnTo>
                  <a:pt x="2033543" y="6490893"/>
                </a:lnTo>
                <a:lnTo>
                  <a:pt x="2047459" y="6490893"/>
                </a:lnTo>
                <a:lnTo>
                  <a:pt x="2047459" y="6458523"/>
                </a:lnTo>
                <a:cubicBezTo>
                  <a:pt x="2047459" y="6453178"/>
                  <a:pt x="2051190" y="6449750"/>
                  <a:pt x="2056535" y="6449750"/>
                </a:cubicBezTo>
                <a:cubicBezTo>
                  <a:pt x="2062182" y="6449750"/>
                  <a:pt x="2065106" y="6453582"/>
                  <a:pt x="2065106" y="6459632"/>
                </a:cubicBezTo>
                <a:lnTo>
                  <a:pt x="2065106" y="6490893"/>
                </a:lnTo>
                <a:lnTo>
                  <a:pt x="2079123" y="6490893"/>
                </a:lnTo>
                <a:lnTo>
                  <a:pt x="2079123" y="6457010"/>
                </a:lnTo>
                <a:cubicBezTo>
                  <a:pt x="2079123" y="6443296"/>
                  <a:pt x="2071762" y="6437447"/>
                  <a:pt x="2061173" y="6437447"/>
                </a:cubicBezTo>
                <a:cubicBezTo>
                  <a:pt x="2054417" y="6437447"/>
                  <a:pt x="2048971" y="6439968"/>
                  <a:pt x="2045140" y="6445716"/>
                </a:cubicBezTo>
                <a:cubicBezTo>
                  <a:pt x="2042215" y="6439968"/>
                  <a:pt x="2036971" y="6437447"/>
                  <a:pt x="2031022" y="6437447"/>
                </a:cubicBezTo>
                <a:close/>
                <a:moveTo>
                  <a:pt x="1919809" y="6437447"/>
                </a:moveTo>
                <a:cubicBezTo>
                  <a:pt x="1906599" y="6437447"/>
                  <a:pt x="1895305" y="6448943"/>
                  <a:pt x="1895305" y="6464876"/>
                </a:cubicBezTo>
                <a:cubicBezTo>
                  <a:pt x="1895305" y="6480909"/>
                  <a:pt x="1906599" y="6492405"/>
                  <a:pt x="1919809" y="6492405"/>
                </a:cubicBezTo>
                <a:cubicBezTo>
                  <a:pt x="1927473" y="6492405"/>
                  <a:pt x="1932817" y="6489178"/>
                  <a:pt x="1936044" y="6483430"/>
                </a:cubicBezTo>
                <a:lnTo>
                  <a:pt x="1936044" y="6490893"/>
                </a:lnTo>
                <a:lnTo>
                  <a:pt x="1950061" y="6490893"/>
                </a:lnTo>
                <a:lnTo>
                  <a:pt x="1950061" y="6438859"/>
                </a:lnTo>
                <a:lnTo>
                  <a:pt x="1936044" y="6438859"/>
                </a:lnTo>
                <a:lnTo>
                  <a:pt x="1936044" y="6446422"/>
                </a:lnTo>
                <a:cubicBezTo>
                  <a:pt x="1932817" y="6440674"/>
                  <a:pt x="1927473" y="6437447"/>
                  <a:pt x="1919809" y="6437447"/>
                </a:cubicBezTo>
                <a:close/>
                <a:moveTo>
                  <a:pt x="1842523" y="6433615"/>
                </a:moveTo>
                <a:lnTo>
                  <a:pt x="1860069" y="6433615"/>
                </a:lnTo>
                <a:cubicBezTo>
                  <a:pt x="1865615" y="6433615"/>
                  <a:pt x="1868741" y="6436338"/>
                  <a:pt x="1868741" y="6441078"/>
                </a:cubicBezTo>
                <a:cubicBezTo>
                  <a:pt x="1868741" y="6445716"/>
                  <a:pt x="1865615" y="6448439"/>
                  <a:pt x="1860069" y="6448439"/>
                </a:cubicBezTo>
                <a:lnTo>
                  <a:pt x="1842523" y="6448439"/>
                </a:lnTo>
                <a:close/>
                <a:moveTo>
                  <a:pt x="2461627" y="6423632"/>
                </a:moveTo>
                <a:lnTo>
                  <a:pt x="2447610" y="6427666"/>
                </a:lnTo>
                <a:lnTo>
                  <a:pt x="2447610" y="6438859"/>
                </a:lnTo>
                <a:lnTo>
                  <a:pt x="2438837" y="6438859"/>
                </a:lnTo>
                <a:lnTo>
                  <a:pt x="2438837" y="6450758"/>
                </a:lnTo>
                <a:lnTo>
                  <a:pt x="2447610" y="6450758"/>
                </a:lnTo>
                <a:lnTo>
                  <a:pt x="2447610" y="6472943"/>
                </a:lnTo>
                <a:cubicBezTo>
                  <a:pt x="2447610" y="6485246"/>
                  <a:pt x="2454266" y="6492103"/>
                  <a:pt x="2465661" y="6492103"/>
                </a:cubicBezTo>
                <a:cubicBezTo>
                  <a:pt x="2468787" y="6492103"/>
                  <a:pt x="2471510" y="6491800"/>
                  <a:pt x="2473627" y="6491195"/>
                </a:cubicBezTo>
                <a:lnTo>
                  <a:pt x="2473627" y="6479296"/>
                </a:lnTo>
                <a:cubicBezTo>
                  <a:pt x="2472316" y="6479498"/>
                  <a:pt x="2470804" y="6479699"/>
                  <a:pt x="2469695" y="6479699"/>
                </a:cubicBezTo>
                <a:cubicBezTo>
                  <a:pt x="2464148" y="6479699"/>
                  <a:pt x="2461627" y="6476876"/>
                  <a:pt x="2461627" y="6471733"/>
                </a:cubicBezTo>
                <a:lnTo>
                  <a:pt x="2461627" y="6450758"/>
                </a:lnTo>
                <a:lnTo>
                  <a:pt x="2473627" y="6450758"/>
                </a:lnTo>
                <a:lnTo>
                  <a:pt x="2473627" y="6438859"/>
                </a:lnTo>
                <a:lnTo>
                  <a:pt x="2461627" y="6438859"/>
                </a:lnTo>
                <a:close/>
                <a:moveTo>
                  <a:pt x="2483609" y="6420305"/>
                </a:moveTo>
                <a:lnTo>
                  <a:pt x="2483609" y="6490893"/>
                </a:lnTo>
                <a:lnTo>
                  <a:pt x="2497626" y="6490893"/>
                </a:lnTo>
                <a:lnTo>
                  <a:pt x="2497626" y="6459733"/>
                </a:lnTo>
                <a:cubicBezTo>
                  <a:pt x="2497626" y="6453077"/>
                  <a:pt x="2501559" y="6449750"/>
                  <a:pt x="2507206" y="6449750"/>
                </a:cubicBezTo>
                <a:cubicBezTo>
                  <a:pt x="2513055" y="6449750"/>
                  <a:pt x="2516181" y="6453582"/>
                  <a:pt x="2516181" y="6459229"/>
                </a:cubicBezTo>
                <a:lnTo>
                  <a:pt x="2516181" y="6490893"/>
                </a:lnTo>
                <a:lnTo>
                  <a:pt x="2530198" y="6490893"/>
                </a:lnTo>
                <a:lnTo>
                  <a:pt x="2530198" y="6456708"/>
                </a:lnTo>
                <a:cubicBezTo>
                  <a:pt x="2530198" y="6443195"/>
                  <a:pt x="2522735" y="6437447"/>
                  <a:pt x="2513256" y="6437447"/>
                </a:cubicBezTo>
                <a:cubicBezTo>
                  <a:pt x="2505088" y="6437447"/>
                  <a:pt x="2499945" y="6441178"/>
                  <a:pt x="2497626" y="6444809"/>
                </a:cubicBezTo>
                <a:lnTo>
                  <a:pt x="2497626" y="6420305"/>
                </a:lnTo>
                <a:close/>
                <a:moveTo>
                  <a:pt x="1827396" y="6420305"/>
                </a:moveTo>
                <a:lnTo>
                  <a:pt x="1827396" y="6490893"/>
                </a:lnTo>
                <a:lnTo>
                  <a:pt x="1862287" y="6490893"/>
                </a:lnTo>
                <a:cubicBezTo>
                  <a:pt x="1877313" y="6490893"/>
                  <a:pt x="1886187" y="6483430"/>
                  <a:pt x="1886187" y="6471229"/>
                </a:cubicBezTo>
                <a:cubicBezTo>
                  <a:pt x="1886187" y="6463262"/>
                  <a:pt x="1881850" y="6457414"/>
                  <a:pt x="1873884" y="6454691"/>
                </a:cubicBezTo>
                <a:cubicBezTo>
                  <a:pt x="1880338" y="6452170"/>
                  <a:pt x="1884372" y="6446321"/>
                  <a:pt x="1884372" y="6438960"/>
                </a:cubicBezTo>
                <a:cubicBezTo>
                  <a:pt x="1884372" y="6427162"/>
                  <a:pt x="1876103" y="6420305"/>
                  <a:pt x="1862187" y="6420305"/>
                </a:cubicBezTo>
                <a:close/>
                <a:moveTo>
                  <a:pt x="2335880" y="6419094"/>
                </a:moveTo>
                <a:cubicBezTo>
                  <a:pt x="2315409" y="6419094"/>
                  <a:pt x="2299980" y="6434523"/>
                  <a:pt x="2299980" y="6455800"/>
                </a:cubicBezTo>
                <a:cubicBezTo>
                  <a:pt x="2299980" y="6477077"/>
                  <a:pt x="2314703" y="6492405"/>
                  <a:pt x="2333661" y="6492405"/>
                </a:cubicBezTo>
                <a:cubicBezTo>
                  <a:pt x="2342636" y="6492405"/>
                  <a:pt x="2349897" y="6488674"/>
                  <a:pt x="2354233" y="6482624"/>
                </a:cubicBezTo>
                <a:lnTo>
                  <a:pt x="2354233" y="6490893"/>
                </a:lnTo>
                <a:lnTo>
                  <a:pt x="2367846" y="6490893"/>
                </a:lnTo>
                <a:lnTo>
                  <a:pt x="2367846" y="6452977"/>
                </a:lnTo>
                <a:lnTo>
                  <a:pt x="2336182" y="6452977"/>
                </a:lnTo>
                <a:lnTo>
                  <a:pt x="2336182" y="6466489"/>
                </a:lnTo>
                <a:lnTo>
                  <a:pt x="2352922" y="6466489"/>
                </a:lnTo>
                <a:cubicBezTo>
                  <a:pt x="2350905" y="6473246"/>
                  <a:pt x="2344250" y="6478086"/>
                  <a:pt x="2336082" y="6478086"/>
                </a:cubicBezTo>
                <a:cubicBezTo>
                  <a:pt x="2324485" y="6478086"/>
                  <a:pt x="2316014" y="6468506"/>
                  <a:pt x="2316014" y="6455800"/>
                </a:cubicBezTo>
                <a:cubicBezTo>
                  <a:pt x="2316014" y="6442994"/>
                  <a:pt x="2324384" y="6433414"/>
                  <a:pt x="2335880" y="6433414"/>
                </a:cubicBezTo>
                <a:cubicBezTo>
                  <a:pt x="2344552" y="6433414"/>
                  <a:pt x="2350502" y="6437851"/>
                  <a:pt x="2353628" y="6443699"/>
                </a:cubicBezTo>
                <a:lnTo>
                  <a:pt x="2366334" y="6435229"/>
                </a:lnTo>
                <a:cubicBezTo>
                  <a:pt x="2361090" y="6424943"/>
                  <a:pt x="2349493" y="6419094"/>
                  <a:pt x="2335880" y="6419094"/>
                </a:cubicBezTo>
                <a:close/>
                <a:moveTo>
                  <a:pt x="2216741" y="6416674"/>
                </a:moveTo>
                <a:cubicBezTo>
                  <a:pt x="2212102" y="6416674"/>
                  <a:pt x="2208371" y="6420405"/>
                  <a:pt x="2208371" y="6424943"/>
                </a:cubicBezTo>
                <a:cubicBezTo>
                  <a:pt x="2208371" y="6429582"/>
                  <a:pt x="2212102" y="6433313"/>
                  <a:pt x="2216741" y="6433313"/>
                </a:cubicBezTo>
                <a:cubicBezTo>
                  <a:pt x="2221380" y="6433313"/>
                  <a:pt x="2225111" y="6429582"/>
                  <a:pt x="2225111" y="6424943"/>
                </a:cubicBezTo>
                <a:cubicBezTo>
                  <a:pt x="2225111" y="6420405"/>
                  <a:pt x="2221380" y="6416674"/>
                  <a:pt x="2216741" y="6416674"/>
                </a:cubicBezTo>
                <a:close/>
                <a:moveTo>
                  <a:pt x="1341620" y="786751"/>
                </a:moveTo>
                <a:lnTo>
                  <a:pt x="1813492" y="2680582"/>
                </a:lnTo>
                <a:cubicBezTo>
                  <a:pt x="1849956" y="2826927"/>
                  <a:pt x="1998152" y="2916005"/>
                  <a:pt x="2144496" y="2879540"/>
                </a:cubicBezTo>
                <a:lnTo>
                  <a:pt x="2199279" y="2865890"/>
                </a:lnTo>
                <a:lnTo>
                  <a:pt x="2246357" y="2862396"/>
                </a:lnTo>
                <a:lnTo>
                  <a:pt x="13533620" y="872148"/>
                </a:lnTo>
                <a:lnTo>
                  <a:pt x="13533620" y="6858000"/>
                </a:lnTo>
                <a:lnTo>
                  <a:pt x="1464375" y="6858000"/>
                </a:lnTo>
                <a:lnTo>
                  <a:pt x="1341620" y="6858000"/>
                </a:lnTo>
                <a:lnTo>
                  <a:pt x="0" y="6858000"/>
                </a:lnTo>
                <a:lnTo>
                  <a:pt x="0" y="5516563"/>
                </a:lnTo>
                <a:lnTo>
                  <a:pt x="1341620" y="5516563"/>
                </a:lnTo>
                <a:close/>
                <a:moveTo>
                  <a:pt x="1341620" y="0"/>
                </a:moveTo>
                <a:lnTo>
                  <a:pt x="1341621" y="0"/>
                </a:lnTo>
                <a:lnTo>
                  <a:pt x="1341620" y="78675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1C37DCDD-13BA-6AE1-B903-0139888FD0C4}"/>
              </a:ext>
            </a:extLst>
          </p:cNvPr>
          <p:cNvSpPr/>
          <p:nvPr userDrawn="1"/>
        </p:nvSpPr>
        <p:spPr>
          <a:xfrm>
            <a:off x="10935" y="0"/>
            <a:ext cx="12192000" cy="6858000"/>
          </a:xfrm>
          <a:custGeom>
            <a:avLst/>
            <a:gdLst>
              <a:gd name="connsiteX0" fmla="*/ 693262 w 12192000"/>
              <a:gd name="connsiteY0" fmla="*/ 6562790 h 6858000"/>
              <a:gd name="connsiteX1" fmla="*/ 709242 w 12192000"/>
              <a:gd name="connsiteY1" fmla="*/ 6577940 h 6858000"/>
              <a:gd name="connsiteX2" fmla="*/ 676660 w 12192000"/>
              <a:gd name="connsiteY2" fmla="*/ 6577940 h 6858000"/>
              <a:gd name="connsiteX3" fmla="*/ 693262 w 12192000"/>
              <a:gd name="connsiteY3" fmla="*/ 6562790 h 6858000"/>
              <a:gd name="connsiteX4" fmla="*/ 569365 w 12192000"/>
              <a:gd name="connsiteY4" fmla="*/ 6562790 h 6858000"/>
              <a:gd name="connsiteX5" fmla="*/ 585345 w 12192000"/>
              <a:gd name="connsiteY5" fmla="*/ 6577940 h 6858000"/>
              <a:gd name="connsiteX6" fmla="*/ 552763 w 12192000"/>
              <a:gd name="connsiteY6" fmla="*/ 6577940 h 6858000"/>
              <a:gd name="connsiteX7" fmla="*/ 569365 w 12192000"/>
              <a:gd name="connsiteY7" fmla="*/ 6562790 h 6858000"/>
              <a:gd name="connsiteX8" fmla="*/ 605700 w 12192000"/>
              <a:gd name="connsiteY8" fmla="*/ 6556045 h 6858000"/>
              <a:gd name="connsiteX9" fmla="*/ 605700 w 12192000"/>
              <a:gd name="connsiteY9" fmla="*/ 6608757 h 6858000"/>
              <a:gd name="connsiteX10" fmla="*/ 614416 w 12192000"/>
              <a:gd name="connsiteY10" fmla="*/ 6608757 h 6858000"/>
              <a:gd name="connsiteX11" fmla="*/ 614416 w 12192000"/>
              <a:gd name="connsiteY11" fmla="*/ 6556045 h 6858000"/>
              <a:gd name="connsiteX12" fmla="*/ 693262 w 12192000"/>
              <a:gd name="connsiteY12" fmla="*/ 6554697 h 6858000"/>
              <a:gd name="connsiteX13" fmla="*/ 667529 w 12192000"/>
              <a:gd name="connsiteY13" fmla="*/ 6582401 h 6858000"/>
              <a:gd name="connsiteX14" fmla="*/ 693781 w 12192000"/>
              <a:gd name="connsiteY14" fmla="*/ 6610106 h 6858000"/>
              <a:gd name="connsiteX15" fmla="*/ 716402 w 12192000"/>
              <a:gd name="connsiteY15" fmla="*/ 6598485 h 6858000"/>
              <a:gd name="connsiteX16" fmla="*/ 710280 w 12192000"/>
              <a:gd name="connsiteY16" fmla="*/ 6593297 h 6858000"/>
              <a:gd name="connsiteX17" fmla="*/ 693781 w 12192000"/>
              <a:gd name="connsiteY17" fmla="*/ 6602013 h 6858000"/>
              <a:gd name="connsiteX18" fmla="*/ 676556 w 12192000"/>
              <a:gd name="connsiteY18" fmla="*/ 6585203 h 6858000"/>
              <a:gd name="connsiteX19" fmla="*/ 718166 w 12192000"/>
              <a:gd name="connsiteY19" fmla="*/ 6585203 h 6858000"/>
              <a:gd name="connsiteX20" fmla="*/ 718373 w 12192000"/>
              <a:gd name="connsiteY20" fmla="*/ 6582090 h 6858000"/>
              <a:gd name="connsiteX21" fmla="*/ 693262 w 12192000"/>
              <a:gd name="connsiteY21" fmla="*/ 6554697 h 6858000"/>
              <a:gd name="connsiteX22" fmla="*/ 569365 w 12192000"/>
              <a:gd name="connsiteY22" fmla="*/ 6554697 h 6858000"/>
              <a:gd name="connsiteX23" fmla="*/ 543632 w 12192000"/>
              <a:gd name="connsiteY23" fmla="*/ 6582401 h 6858000"/>
              <a:gd name="connsiteX24" fmla="*/ 569884 w 12192000"/>
              <a:gd name="connsiteY24" fmla="*/ 6610106 h 6858000"/>
              <a:gd name="connsiteX25" fmla="*/ 592505 w 12192000"/>
              <a:gd name="connsiteY25" fmla="*/ 6598485 h 6858000"/>
              <a:gd name="connsiteX26" fmla="*/ 586383 w 12192000"/>
              <a:gd name="connsiteY26" fmla="*/ 6593297 h 6858000"/>
              <a:gd name="connsiteX27" fmla="*/ 569884 w 12192000"/>
              <a:gd name="connsiteY27" fmla="*/ 6602013 h 6858000"/>
              <a:gd name="connsiteX28" fmla="*/ 552659 w 12192000"/>
              <a:gd name="connsiteY28" fmla="*/ 6585203 h 6858000"/>
              <a:gd name="connsiteX29" fmla="*/ 594269 w 12192000"/>
              <a:gd name="connsiteY29" fmla="*/ 6585203 h 6858000"/>
              <a:gd name="connsiteX30" fmla="*/ 594476 w 12192000"/>
              <a:gd name="connsiteY30" fmla="*/ 6582090 h 6858000"/>
              <a:gd name="connsiteX31" fmla="*/ 569365 w 12192000"/>
              <a:gd name="connsiteY31" fmla="*/ 6554697 h 6858000"/>
              <a:gd name="connsiteX32" fmla="*/ 643657 w 12192000"/>
              <a:gd name="connsiteY32" fmla="*/ 6541207 h 6858000"/>
              <a:gd name="connsiteX33" fmla="*/ 634941 w 12192000"/>
              <a:gd name="connsiteY33" fmla="*/ 6544216 h 6858000"/>
              <a:gd name="connsiteX34" fmla="*/ 634941 w 12192000"/>
              <a:gd name="connsiteY34" fmla="*/ 6556045 h 6858000"/>
              <a:gd name="connsiteX35" fmla="*/ 625187 w 12192000"/>
              <a:gd name="connsiteY35" fmla="*/ 6556045 h 6858000"/>
              <a:gd name="connsiteX36" fmla="*/ 625187 w 12192000"/>
              <a:gd name="connsiteY36" fmla="*/ 6563620 h 6858000"/>
              <a:gd name="connsiteX37" fmla="*/ 634941 w 12192000"/>
              <a:gd name="connsiteY37" fmla="*/ 6563620 h 6858000"/>
              <a:gd name="connsiteX38" fmla="*/ 634941 w 12192000"/>
              <a:gd name="connsiteY38" fmla="*/ 6593608 h 6858000"/>
              <a:gd name="connsiteX39" fmla="*/ 650298 w 12192000"/>
              <a:gd name="connsiteY39" fmla="*/ 6609899 h 6858000"/>
              <a:gd name="connsiteX40" fmla="*/ 657354 w 12192000"/>
              <a:gd name="connsiteY40" fmla="*/ 6608757 h 6858000"/>
              <a:gd name="connsiteX41" fmla="*/ 657354 w 12192000"/>
              <a:gd name="connsiteY41" fmla="*/ 6600975 h 6858000"/>
              <a:gd name="connsiteX42" fmla="*/ 652373 w 12192000"/>
              <a:gd name="connsiteY42" fmla="*/ 6601909 h 6858000"/>
              <a:gd name="connsiteX43" fmla="*/ 643657 w 12192000"/>
              <a:gd name="connsiteY43" fmla="*/ 6592778 h 6858000"/>
              <a:gd name="connsiteX44" fmla="*/ 643657 w 12192000"/>
              <a:gd name="connsiteY44" fmla="*/ 6563620 h 6858000"/>
              <a:gd name="connsiteX45" fmla="*/ 657354 w 12192000"/>
              <a:gd name="connsiteY45" fmla="*/ 6563620 h 6858000"/>
              <a:gd name="connsiteX46" fmla="*/ 657354 w 12192000"/>
              <a:gd name="connsiteY46" fmla="*/ 6556045 h 6858000"/>
              <a:gd name="connsiteX47" fmla="*/ 643657 w 12192000"/>
              <a:gd name="connsiteY47" fmla="*/ 6556045 h 6858000"/>
              <a:gd name="connsiteX48" fmla="*/ 509588 w 12192000"/>
              <a:gd name="connsiteY48" fmla="*/ 6534878 h 6858000"/>
              <a:gd name="connsiteX49" fmla="*/ 484373 w 12192000"/>
              <a:gd name="connsiteY49" fmla="*/ 6554800 h 6858000"/>
              <a:gd name="connsiteX50" fmla="*/ 503051 w 12192000"/>
              <a:gd name="connsiteY50" fmla="*/ 6574723 h 6858000"/>
              <a:gd name="connsiteX51" fmla="*/ 511663 w 12192000"/>
              <a:gd name="connsiteY51" fmla="*/ 6576591 h 6858000"/>
              <a:gd name="connsiteX52" fmla="*/ 524945 w 12192000"/>
              <a:gd name="connsiteY52" fmla="*/ 6589354 h 6858000"/>
              <a:gd name="connsiteX53" fmla="*/ 507720 w 12192000"/>
              <a:gd name="connsiteY53" fmla="*/ 6601701 h 6858000"/>
              <a:gd name="connsiteX54" fmla="*/ 485618 w 12192000"/>
              <a:gd name="connsiteY54" fmla="*/ 6593815 h 6858000"/>
              <a:gd name="connsiteX55" fmla="*/ 485618 w 12192000"/>
              <a:gd name="connsiteY55" fmla="*/ 6603569 h 6858000"/>
              <a:gd name="connsiteX56" fmla="*/ 507720 w 12192000"/>
              <a:gd name="connsiteY56" fmla="*/ 6610003 h 6858000"/>
              <a:gd name="connsiteX57" fmla="*/ 534284 w 12192000"/>
              <a:gd name="connsiteY57" fmla="*/ 6589042 h 6858000"/>
              <a:gd name="connsiteX58" fmla="*/ 514465 w 12192000"/>
              <a:gd name="connsiteY58" fmla="*/ 6567771 h 6858000"/>
              <a:gd name="connsiteX59" fmla="*/ 505852 w 12192000"/>
              <a:gd name="connsiteY59" fmla="*/ 6565799 h 6858000"/>
              <a:gd name="connsiteX60" fmla="*/ 493816 w 12192000"/>
              <a:gd name="connsiteY60" fmla="*/ 6554178 h 6858000"/>
              <a:gd name="connsiteX61" fmla="*/ 509588 w 12192000"/>
              <a:gd name="connsiteY61" fmla="*/ 6543179 h 6858000"/>
              <a:gd name="connsiteX62" fmla="*/ 530963 w 12192000"/>
              <a:gd name="connsiteY62" fmla="*/ 6551065 h 6858000"/>
              <a:gd name="connsiteX63" fmla="*/ 531067 w 12192000"/>
              <a:gd name="connsiteY63" fmla="*/ 6541311 h 6858000"/>
              <a:gd name="connsiteX64" fmla="*/ 509588 w 12192000"/>
              <a:gd name="connsiteY64" fmla="*/ 6534878 h 6858000"/>
              <a:gd name="connsiteX65" fmla="*/ 610058 w 12192000"/>
              <a:gd name="connsiteY65" fmla="*/ 6534151 h 6858000"/>
              <a:gd name="connsiteX66" fmla="*/ 604039 w 12192000"/>
              <a:gd name="connsiteY66" fmla="*/ 6540170 h 6858000"/>
              <a:gd name="connsiteX67" fmla="*/ 610058 w 12192000"/>
              <a:gd name="connsiteY67" fmla="*/ 6546188 h 6858000"/>
              <a:gd name="connsiteX68" fmla="*/ 616076 w 12192000"/>
              <a:gd name="connsiteY68" fmla="*/ 6540170 h 6858000"/>
              <a:gd name="connsiteX69" fmla="*/ 610058 w 12192000"/>
              <a:gd name="connsiteY69" fmla="*/ 6534151 h 6858000"/>
              <a:gd name="connsiteX70" fmla="*/ 500903 w 12192000"/>
              <a:gd name="connsiteY70" fmla="*/ 6461548 h 6858000"/>
              <a:gd name="connsiteX71" fmla="*/ 519457 w 12192000"/>
              <a:gd name="connsiteY71" fmla="*/ 6461548 h 6858000"/>
              <a:gd name="connsiteX72" fmla="*/ 528835 w 12192000"/>
              <a:gd name="connsiteY72" fmla="*/ 6469515 h 6858000"/>
              <a:gd name="connsiteX73" fmla="*/ 519457 w 12192000"/>
              <a:gd name="connsiteY73" fmla="*/ 6477582 h 6858000"/>
              <a:gd name="connsiteX74" fmla="*/ 500903 w 12192000"/>
              <a:gd name="connsiteY74" fmla="*/ 6477582 h 6858000"/>
              <a:gd name="connsiteX75" fmla="*/ 1062844 w 12192000"/>
              <a:gd name="connsiteY75" fmla="*/ 6451061 h 6858000"/>
              <a:gd name="connsiteX76" fmla="*/ 1075953 w 12192000"/>
              <a:gd name="connsiteY76" fmla="*/ 6464876 h 6858000"/>
              <a:gd name="connsiteX77" fmla="*/ 1062844 w 12192000"/>
              <a:gd name="connsiteY77" fmla="*/ 6478691 h 6858000"/>
              <a:gd name="connsiteX78" fmla="*/ 1049835 w 12192000"/>
              <a:gd name="connsiteY78" fmla="*/ 6464876 h 6858000"/>
              <a:gd name="connsiteX79" fmla="*/ 1062844 w 12192000"/>
              <a:gd name="connsiteY79" fmla="*/ 6451061 h 6858000"/>
              <a:gd name="connsiteX80" fmla="*/ 1225495 w 12192000"/>
              <a:gd name="connsiteY80" fmla="*/ 6450960 h 6858000"/>
              <a:gd name="connsiteX81" fmla="*/ 1238604 w 12192000"/>
              <a:gd name="connsiteY81" fmla="*/ 6464876 h 6858000"/>
              <a:gd name="connsiteX82" fmla="*/ 1225495 w 12192000"/>
              <a:gd name="connsiteY82" fmla="*/ 6478792 h 6858000"/>
              <a:gd name="connsiteX83" fmla="*/ 1212386 w 12192000"/>
              <a:gd name="connsiteY83" fmla="*/ 6464876 h 6858000"/>
              <a:gd name="connsiteX84" fmla="*/ 1225495 w 12192000"/>
              <a:gd name="connsiteY84" fmla="*/ 6450960 h 6858000"/>
              <a:gd name="connsiteX85" fmla="*/ 919961 w 12192000"/>
              <a:gd name="connsiteY85" fmla="*/ 6450960 h 6858000"/>
              <a:gd name="connsiteX86" fmla="*/ 933070 w 12192000"/>
              <a:gd name="connsiteY86" fmla="*/ 6464876 h 6858000"/>
              <a:gd name="connsiteX87" fmla="*/ 919961 w 12192000"/>
              <a:gd name="connsiteY87" fmla="*/ 6478792 h 6858000"/>
              <a:gd name="connsiteX88" fmla="*/ 906852 w 12192000"/>
              <a:gd name="connsiteY88" fmla="*/ 6464876 h 6858000"/>
              <a:gd name="connsiteX89" fmla="*/ 919961 w 12192000"/>
              <a:gd name="connsiteY89" fmla="*/ 6450960 h 6858000"/>
              <a:gd name="connsiteX90" fmla="*/ 581315 w 12192000"/>
              <a:gd name="connsiteY90" fmla="*/ 6450960 h 6858000"/>
              <a:gd name="connsiteX91" fmla="*/ 594424 w 12192000"/>
              <a:gd name="connsiteY91" fmla="*/ 6464876 h 6858000"/>
              <a:gd name="connsiteX92" fmla="*/ 581315 w 12192000"/>
              <a:gd name="connsiteY92" fmla="*/ 6478792 h 6858000"/>
              <a:gd name="connsiteX93" fmla="*/ 568206 w 12192000"/>
              <a:gd name="connsiteY93" fmla="*/ 6464876 h 6858000"/>
              <a:gd name="connsiteX94" fmla="*/ 581315 w 12192000"/>
              <a:gd name="connsiteY94" fmla="*/ 6450960 h 6858000"/>
              <a:gd name="connsiteX95" fmla="*/ 1288499 w 12192000"/>
              <a:gd name="connsiteY95" fmla="*/ 6450153 h 6858000"/>
              <a:gd name="connsiteX96" fmla="*/ 1299895 w 12192000"/>
              <a:gd name="connsiteY96" fmla="*/ 6458926 h 6858000"/>
              <a:gd name="connsiteX97" fmla="*/ 1277306 w 12192000"/>
              <a:gd name="connsiteY97" fmla="*/ 6458926 h 6858000"/>
              <a:gd name="connsiteX98" fmla="*/ 1288499 w 12192000"/>
              <a:gd name="connsiteY98" fmla="*/ 6450153 h 6858000"/>
              <a:gd name="connsiteX99" fmla="*/ 773758 w 12192000"/>
              <a:gd name="connsiteY99" fmla="*/ 6450153 h 6858000"/>
              <a:gd name="connsiteX100" fmla="*/ 785153 w 12192000"/>
              <a:gd name="connsiteY100" fmla="*/ 6458926 h 6858000"/>
              <a:gd name="connsiteX101" fmla="*/ 762564 w 12192000"/>
              <a:gd name="connsiteY101" fmla="*/ 6458926 h 6858000"/>
              <a:gd name="connsiteX102" fmla="*/ 773758 w 12192000"/>
              <a:gd name="connsiteY102" fmla="*/ 6450153 h 6858000"/>
              <a:gd name="connsiteX103" fmla="*/ 868062 w 12192000"/>
              <a:gd name="connsiteY103" fmla="*/ 6438859 h 6858000"/>
              <a:gd name="connsiteX104" fmla="*/ 868062 w 12192000"/>
              <a:gd name="connsiteY104" fmla="*/ 6490893 h 6858000"/>
              <a:gd name="connsiteX105" fmla="*/ 882079 w 12192000"/>
              <a:gd name="connsiteY105" fmla="*/ 6490893 h 6858000"/>
              <a:gd name="connsiteX106" fmla="*/ 882079 w 12192000"/>
              <a:gd name="connsiteY106" fmla="*/ 6438859 h 6858000"/>
              <a:gd name="connsiteX107" fmla="*/ 1351643 w 12192000"/>
              <a:gd name="connsiteY107" fmla="*/ 6437851 h 6858000"/>
              <a:gd name="connsiteX108" fmla="*/ 1336617 w 12192000"/>
              <a:gd name="connsiteY108" fmla="*/ 6448136 h 6858000"/>
              <a:gd name="connsiteX109" fmla="*/ 1336617 w 12192000"/>
              <a:gd name="connsiteY109" fmla="*/ 6438859 h 6858000"/>
              <a:gd name="connsiteX110" fmla="*/ 1322600 w 12192000"/>
              <a:gd name="connsiteY110" fmla="*/ 6438859 h 6858000"/>
              <a:gd name="connsiteX111" fmla="*/ 1322600 w 12192000"/>
              <a:gd name="connsiteY111" fmla="*/ 6490893 h 6858000"/>
              <a:gd name="connsiteX112" fmla="*/ 1336617 w 12192000"/>
              <a:gd name="connsiteY112" fmla="*/ 6490893 h 6858000"/>
              <a:gd name="connsiteX113" fmla="*/ 1336617 w 12192000"/>
              <a:gd name="connsiteY113" fmla="*/ 6462557 h 6858000"/>
              <a:gd name="connsiteX114" fmla="*/ 1350029 w 12192000"/>
              <a:gd name="connsiteY114" fmla="*/ 6452674 h 6858000"/>
              <a:gd name="connsiteX115" fmla="*/ 1352550 w 12192000"/>
              <a:gd name="connsiteY115" fmla="*/ 6452674 h 6858000"/>
              <a:gd name="connsiteX116" fmla="*/ 1352550 w 12192000"/>
              <a:gd name="connsiteY116" fmla="*/ 6437851 h 6858000"/>
              <a:gd name="connsiteX117" fmla="*/ 650269 w 12192000"/>
              <a:gd name="connsiteY117" fmla="*/ 6437851 h 6858000"/>
              <a:gd name="connsiteX118" fmla="*/ 635244 w 12192000"/>
              <a:gd name="connsiteY118" fmla="*/ 6448136 h 6858000"/>
              <a:gd name="connsiteX119" fmla="*/ 635244 w 12192000"/>
              <a:gd name="connsiteY119" fmla="*/ 6438859 h 6858000"/>
              <a:gd name="connsiteX120" fmla="*/ 621227 w 12192000"/>
              <a:gd name="connsiteY120" fmla="*/ 6438859 h 6858000"/>
              <a:gd name="connsiteX121" fmla="*/ 621227 w 12192000"/>
              <a:gd name="connsiteY121" fmla="*/ 6490893 h 6858000"/>
              <a:gd name="connsiteX122" fmla="*/ 635244 w 12192000"/>
              <a:gd name="connsiteY122" fmla="*/ 6490893 h 6858000"/>
              <a:gd name="connsiteX123" fmla="*/ 635244 w 12192000"/>
              <a:gd name="connsiteY123" fmla="*/ 6462557 h 6858000"/>
              <a:gd name="connsiteX124" fmla="*/ 648656 w 12192000"/>
              <a:gd name="connsiteY124" fmla="*/ 6452674 h 6858000"/>
              <a:gd name="connsiteX125" fmla="*/ 651177 w 12192000"/>
              <a:gd name="connsiteY125" fmla="*/ 6452674 h 6858000"/>
              <a:gd name="connsiteX126" fmla="*/ 651177 w 12192000"/>
              <a:gd name="connsiteY126" fmla="*/ 6437851 h 6858000"/>
              <a:gd name="connsiteX127" fmla="*/ 1288499 w 12192000"/>
              <a:gd name="connsiteY127" fmla="*/ 6437447 h 6858000"/>
              <a:gd name="connsiteX128" fmla="*/ 1262583 w 12192000"/>
              <a:gd name="connsiteY128" fmla="*/ 6464876 h 6858000"/>
              <a:gd name="connsiteX129" fmla="*/ 1289709 w 12192000"/>
              <a:gd name="connsiteY129" fmla="*/ 6492405 h 6858000"/>
              <a:gd name="connsiteX130" fmla="*/ 1312701 w 12192000"/>
              <a:gd name="connsiteY130" fmla="*/ 6480607 h 6858000"/>
              <a:gd name="connsiteX131" fmla="*/ 1303222 w 12192000"/>
              <a:gd name="connsiteY131" fmla="*/ 6472540 h 6858000"/>
              <a:gd name="connsiteX132" fmla="*/ 1289709 w 12192000"/>
              <a:gd name="connsiteY132" fmla="*/ 6479699 h 6858000"/>
              <a:gd name="connsiteX133" fmla="*/ 1277104 w 12192000"/>
              <a:gd name="connsiteY133" fmla="*/ 6468909 h 6858000"/>
              <a:gd name="connsiteX134" fmla="*/ 1314113 w 12192000"/>
              <a:gd name="connsiteY134" fmla="*/ 6468909 h 6858000"/>
              <a:gd name="connsiteX135" fmla="*/ 1314516 w 12192000"/>
              <a:gd name="connsiteY135" fmla="*/ 6464271 h 6858000"/>
              <a:gd name="connsiteX136" fmla="*/ 1288499 w 12192000"/>
              <a:gd name="connsiteY136" fmla="*/ 6437447 h 6858000"/>
              <a:gd name="connsiteX137" fmla="*/ 1222369 w 12192000"/>
              <a:gd name="connsiteY137" fmla="*/ 6437447 h 6858000"/>
              <a:gd name="connsiteX138" fmla="*/ 1197864 w 12192000"/>
              <a:gd name="connsiteY138" fmla="*/ 6464876 h 6858000"/>
              <a:gd name="connsiteX139" fmla="*/ 1222369 w 12192000"/>
              <a:gd name="connsiteY139" fmla="*/ 6492405 h 6858000"/>
              <a:gd name="connsiteX140" fmla="*/ 1238604 w 12192000"/>
              <a:gd name="connsiteY140" fmla="*/ 6483430 h 6858000"/>
              <a:gd name="connsiteX141" fmla="*/ 1238604 w 12192000"/>
              <a:gd name="connsiteY141" fmla="*/ 6490893 h 6858000"/>
              <a:gd name="connsiteX142" fmla="*/ 1252621 w 12192000"/>
              <a:gd name="connsiteY142" fmla="*/ 6490893 h 6858000"/>
              <a:gd name="connsiteX143" fmla="*/ 1252621 w 12192000"/>
              <a:gd name="connsiteY143" fmla="*/ 6438859 h 6858000"/>
              <a:gd name="connsiteX144" fmla="*/ 1238604 w 12192000"/>
              <a:gd name="connsiteY144" fmla="*/ 6438859 h 6858000"/>
              <a:gd name="connsiteX145" fmla="*/ 1238604 w 12192000"/>
              <a:gd name="connsiteY145" fmla="*/ 6446422 h 6858000"/>
              <a:gd name="connsiteX146" fmla="*/ 1222369 w 12192000"/>
              <a:gd name="connsiteY146" fmla="*/ 6437447 h 6858000"/>
              <a:gd name="connsiteX147" fmla="*/ 1062844 w 12192000"/>
              <a:gd name="connsiteY147" fmla="*/ 6437447 h 6858000"/>
              <a:gd name="connsiteX148" fmla="*/ 1035314 w 12192000"/>
              <a:gd name="connsiteY148" fmla="*/ 6464876 h 6858000"/>
              <a:gd name="connsiteX149" fmla="*/ 1062844 w 12192000"/>
              <a:gd name="connsiteY149" fmla="*/ 6492304 h 6858000"/>
              <a:gd name="connsiteX150" fmla="*/ 1090474 w 12192000"/>
              <a:gd name="connsiteY150" fmla="*/ 6464876 h 6858000"/>
              <a:gd name="connsiteX151" fmla="*/ 1062844 w 12192000"/>
              <a:gd name="connsiteY151" fmla="*/ 6437447 h 6858000"/>
              <a:gd name="connsiteX152" fmla="*/ 916835 w 12192000"/>
              <a:gd name="connsiteY152" fmla="*/ 6437447 h 6858000"/>
              <a:gd name="connsiteX153" fmla="*/ 892331 w 12192000"/>
              <a:gd name="connsiteY153" fmla="*/ 6464876 h 6858000"/>
              <a:gd name="connsiteX154" fmla="*/ 916835 w 12192000"/>
              <a:gd name="connsiteY154" fmla="*/ 6492405 h 6858000"/>
              <a:gd name="connsiteX155" fmla="*/ 933070 w 12192000"/>
              <a:gd name="connsiteY155" fmla="*/ 6483430 h 6858000"/>
              <a:gd name="connsiteX156" fmla="*/ 933070 w 12192000"/>
              <a:gd name="connsiteY156" fmla="*/ 6490893 h 6858000"/>
              <a:gd name="connsiteX157" fmla="*/ 947087 w 12192000"/>
              <a:gd name="connsiteY157" fmla="*/ 6490893 h 6858000"/>
              <a:gd name="connsiteX158" fmla="*/ 947087 w 12192000"/>
              <a:gd name="connsiteY158" fmla="*/ 6438859 h 6858000"/>
              <a:gd name="connsiteX159" fmla="*/ 933070 w 12192000"/>
              <a:gd name="connsiteY159" fmla="*/ 6438859 h 6858000"/>
              <a:gd name="connsiteX160" fmla="*/ 933070 w 12192000"/>
              <a:gd name="connsiteY160" fmla="*/ 6446422 h 6858000"/>
              <a:gd name="connsiteX161" fmla="*/ 916835 w 12192000"/>
              <a:gd name="connsiteY161" fmla="*/ 6437447 h 6858000"/>
              <a:gd name="connsiteX162" fmla="*/ 839011 w 12192000"/>
              <a:gd name="connsiteY162" fmla="*/ 6437447 h 6858000"/>
              <a:gd name="connsiteX163" fmla="*/ 823381 w 12192000"/>
              <a:gd name="connsiteY163" fmla="*/ 6444809 h 6858000"/>
              <a:gd name="connsiteX164" fmla="*/ 823381 w 12192000"/>
              <a:gd name="connsiteY164" fmla="*/ 6438859 h 6858000"/>
              <a:gd name="connsiteX165" fmla="*/ 809364 w 12192000"/>
              <a:gd name="connsiteY165" fmla="*/ 6438859 h 6858000"/>
              <a:gd name="connsiteX166" fmla="*/ 809364 w 12192000"/>
              <a:gd name="connsiteY166" fmla="*/ 6490893 h 6858000"/>
              <a:gd name="connsiteX167" fmla="*/ 823381 w 12192000"/>
              <a:gd name="connsiteY167" fmla="*/ 6490893 h 6858000"/>
              <a:gd name="connsiteX168" fmla="*/ 823381 w 12192000"/>
              <a:gd name="connsiteY168" fmla="*/ 6459733 h 6858000"/>
              <a:gd name="connsiteX169" fmla="*/ 832961 w 12192000"/>
              <a:gd name="connsiteY169" fmla="*/ 6449750 h 6858000"/>
              <a:gd name="connsiteX170" fmla="*/ 841935 w 12192000"/>
              <a:gd name="connsiteY170" fmla="*/ 6459229 h 6858000"/>
              <a:gd name="connsiteX171" fmla="*/ 841935 w 12192000"/>
              <a:gd name="connsiteY171" fmla="*/ 6490893 h 6858000"/>
              <a:gd name="connsiteX172" fmla="*/ 855952 w 12192000"/>
              <a:gd name="connsiteY172" fmla="*/ 6490893 h 6858000"/>
              <a:gd name="connsiteX173" fmla="*/ 855952 w 12192000"/>
              <a:gd name="connsiteY173" fmla="*/ 6456708 h 6858000"/>
              <a:gd name="connsiteX174" fmla="*/ 839011 w 12192000"/>
              <a:gd name="connsiteY174" fmla="*/ 6437447 h 6858000"/>
              <a:gd name="connsiteX175" fmla="*/ 773758 w 12192000"/>
              <a:gd name="connsiteY175" fmla="*/ 6437447 h 6858000"/>
              <a:gd name="connsiteX176" fmla="*/ 747842 w 12192000"/>
              <a:gd name="connsiteY176" fmla="*/ 6464876 h 6858000"/>
              <a:gd name="connsiteX177" fmla="*/ 774968 w 12192000"/>
              <a:gd name="connsiteY177" fmla="*/ 6492405 h 6858000"/>
              <a:gd name="connsiteX178" fmla="*/ 797960 w 12192000"/>
              <a:gd name="connsiteY178" fmla="*/ 6480607 h 6858000"/>
              <a:gd name="connsiteX179" fmla="*/ 788480 w 12192000"/>
              <a:gd name="connsiteY179" fmla="*/ 6472540 h 6858000"/>
              <a:gd name="connsiteX180" fmla="*/ 774968 w 12192000"/>
              <a:gd name="connsiteY180" fmla="*/ 6479699 h 6858000"/>
              <a:gd name="connsiteX181" fmla="*/ 762363 w 12192000"/>
              <a:gd name="connsiteY181" fmla="*/ 6468909 h 6858000"/>
              <a:gd name="connsiteX182" fmla="*/ 799371 w 12192000"/>
              <a:gd name="connsiteY182" fmla="*/ 6468909 h 6858000"/>
              <a:gd name="connsiteX183" fmla="*/ 799775 w 12192000"/>
              <a:gd name="connsiteY183" fmla="*/ 6464271 h 6858000"/>
              <a:gd name="connsiteX184" fmla="*/ 773758 w 12192000"/>
              <a:gd name="connsiteY184" fmla="*/ 6437447 h 6858000"/>
              <a:gd name="connsiteX185" fmla="*/ 689402 w 12192000"/>
              <a:gd name="connsiteY185" fmla="*/ 6437447 h 6858000"/>
              <a:gd name="connsiteX186" fmla="*/ 674376 w 12192000"/>
              <a:gd name="connsiteY186" fmla="*/ 6444809 h 6858000"/>
              <a:gd name="connsiteX187" fmla="*/ 674376 w 12192000"/>
              <a:gd name="connsiteY187" fmla="*/ 6438859 h 6858000"/>
              <a:gd name="connsiteX188" fmla="*/ 660360 w 12192000"/>
              <a:gd name="connsiteY188" fmla="*/ 6438859 h 6858000"/>
              <a:gd name="connsiteX189" fmla="*/ 660360 w 12192000"/>
              <a:gd name="connsiteY189" fmla="*/ 6490893 h 6858000"/>
              <a:gd name="connsiteX190" fmla="*/ 674376 w 12192000"/>
              <a:gd name="connsiteY190" fmla="*/ 6490893 h 6858000"/>
              <a:gd name="connsiteX191" fmla="*/ 674376 w 12192000"/>
              <a:gd name="connsiteY191" fmla="*/ 6460036 h 6858000"/>
              <a:gd name="connsiteX192" fmla="*/ 683351 w 12192000"/>
              <a:gd name="connsiteY192" fmla="*/ 6449750 h 6858000"/>
              <a:gd name="connsiteX193" fmla="*/ 691923 w 12192000"/>
              <a:gd name="connsiteY193" fmla="*/ 6459632 h 6858000"/>
              <a:gd name="connsiteX194" fmla="*/ 691923 w 12192000"/>
              <a:gd name="connsiteY194" fmla="*/ 6490893 h 6858000"/>
              <a:gd name="connsiteX195" fmla="*/ 705839 w 12192000"/>
              <a:gd name="connsiteY195" fmla="*/ 6490893 h 6858000"/>
              <a:gd name="connsiteX196" fmla="*/ 705839 w 12192000"/>
              <a:gd name="connsiteY196" fmla="*/ 6458523 h 6858000"/>
              <a:gd name="connsiteX197" fmla="*/ 714915 w 12192000"/>
              <a:gd name="connsiteY197" fmla="*/ 6449750 h 6858000"/>
              <a:gd name="connsiteX198" fmla="*/ 723486 w 12192000"/>
              <a:gd name="connsiteY198" fmla="*/ 6459632 h 6858000"/>
              <a:gd name="connsiteX199" fmla="*/ 723486 w 12192000"/>
              <a:gd name="connsiteY199" fmla="*/ 6490893 h 6858000"/>
              <a:gd name="connsiteX200" fmla="*/ 737503 w 12192000"/>
              <a:gd name="connsiteY200" fmla="*/ 6490893 h 6858000"/>
              <a:gd name="connsiteX201" fmla="*/ 737503 w 12192000"/>
              <a:gd name="connsiteY201" fmla="*/ 6457010 h 6858000"/>
              <a:gd name="connsiteX202" fmla="*/ 719553 w 12192000"/>
              <a:gd name="connsiteY202" fmla="*/ 6437447 h 6858000"/>
              <a:gd name="connsiteX203" fmla="*/ 703520 w 12192000"/>
              <a:gd name="connsiteY203" fmla="*/ 6445716 h 6858000"/>
              <a:gd name="connsiteX204" fmla="*/ 689402 w 12192000"/>
              <a:gd name="connsiteY204" fmla="*/ 6437447 h 6858000"/>
              <a:gd name="connsiteX205" fmla="*/ 578189 w 12192000"/>
              <a:gd name="connsiteY205" fmla="*/ 6437447 h 6858000"/>
              <a:gd name="connsiteX206" fmla="*/ 553685 w 12192000"/>
              <a:gd name="connsiteY206" fmla="*/ 6464876 h 6858000"/>
              <a:gd name="connsiteX207" fmla="*/ 578189 w 12192000"/>
              <a:gd name="connsiteY207" fmla="*/ 6492405 h 6858000"/>
              <a:gd name="connsiteX208" fmla="*/ 594424 w 12192000"/>
              <a:gd name="connsiteY208" fmla="*/ 6483430 h 6858000"/>
              <a:gd name="connsiteX209" fmla="*/ 594424 w 12192000"/>
              <a:gd name="connsiteY209" fmla="*/ 6490893 h 6858000"/>
              <a:gd name="connsiteX210" fmla="*/ 608441 w 12192000"/>
              <a:gd name="connsiteY210" fmla="*/ 6490893 h 6858000"/>
              <a:gd name="connsiteX211" fmla="*/ 608441 w 12192000"/>
              <a:gd name="connsiteY211" fmla="*/ 6438859 h 6858000"/>
              <a:gd name="connsiteX212" fmla="*/ 594424 w 12192000"/>
              <a:gd name="connsiteY212" fmla="*/ 6438859 h 6858000"/>
              <a:gd name="connsiteX213" fmla="*/ 594424 w 12192000"/>
              <a:gd name="connsiteY213" fmla="*/ 6446422 h 6858000"/>
              <a:gd name="connsiteX214" fmla="*/ 578189 w 12192000"/>
              <a:gd name="connsiteY214" fmla="*/ 6437447 h 6858000"/>
              <a:gd name="connsiteX215" fmla="*/ 500903 w 12192000"/>
              <a:gd name="connsiteY215" fmla="*/ 6433615 h 6858000"/>
              <a:gd name="connsiteX216" fmla="*/ 518449 w 12192000"/>
              <a:gd name="connsiteY216" fmla="*/ 6433615 h 6858000"/>
              <a:gd name="connsiteX217" fmla="*/ 527121 w 12192000"/>
              <a:gd name="connsiteY217" fmla="*/ 6441078 h 6858000"/>
              <a:gd name="connsiteX218" fmla="*/ 518449 w 12192000"/>
              <a:gd name="connsiteY218" fmla="*/ 6448439 h 6858000"/>
              <a:gd name="connsiteX219" fmla="*/ 500903 w 12192000"/>
              <a:gd name="connsiteY219" fmla="*/ 6448439 h 6858000"/>
              <a:gd name="connsiteX220" fmla="*/ 1120007 w 12192000"/>
              <a:gd name="connsiteY220" fmla="*/ 6423632 h 6858000"/>
              <a:gd name="connsiteX221" fmla="*/ 1105990 w 12192000"/>
              <a:gd name="connsiteY221" fmla="*/ 6427666 h 6858000"/>
              <a:gd name="connsiteX222" fmla="*/ 1105990 w 12192000"/>
              <a:gd name="connsiteY222" fmla="*/ 6438859 h 6858000"/>
              <a:gd name="connsiteX223" fmla="*/ 1097217 w 12192000"/>
              <a:gd name="connsiteY223" fmla="*/ 6438859 h 6858000"/>
              <a:gd name="connsiteX224" fmla="*/ 1097217 w 12192000"/>
              <a:gd name="connsiteY224" fmla="*/ 6450758 h 6858000"/>
              <a:gd name="connsiteX225" fmla="*/ 1105990 w 12192000"/>
              <a:gd name="connsiteY225" fmla="*/ 6450758 h 6858000"/>
              <a:gd name="connsiteX226" fmla="*/ 1105990 w 12192000"/>
              <a:gd name="connsiteY226" fmla="*/ 6472943 h 6858000"/>
              <a:gd name="connsiteX227" fmla="*/ 1124041 w 12192000"/>
              <a:gd name="connsiteY227" fmla="*/ 6492103 h 6858000"/>
              <a:gd name="connsiteX228" fmla="*/ 1132007 w 12192000"/>
              <a:gd name="connsiteY228" fmla="*/ 6491195 h 6858000"/>
              <a:gd name="connsiteX229" fmla="*/ 1132007 w 12192000"/>
              <a:gd name="connsiteY229" fmla="*/ 6479296 h 6858000"/>
              <a:gd name="connsiteX230" fmla="*/ 1128075 w 12192000"/>
              <a:gd name="connsiteY230" fmla="*/ 6479699 h 6858000"/>
              <a:gd name="connsiteX231" fmla="*/ 1120007 w 12192000"/>
              <a:gd name="connsiteY231" fmla="*/ 6471733 h 6858000"/>
              <a:gd name="connsiteX232" fmla="*/ 1120007 w 12192000"/>
              <a:gd name="connsiteY232" fmla="*/ 6450758 h 6858000"/>
              <a:gd name="connsiteX233" fmla="*/ 1132007 w 12192000"/>
              <a:gd name="connsiteY233" fmla="*/ 6450758 h 6858000"/>
              <a:gd name="connsiteX234" fmla="*/ 1132007 w 12192000"/>
              <a:gd name="connsiteY234" fmla="*/ 6438859 h 6858000"/>
              <a:gd name="connsiteX235" fmla="*/ 1120007 w 12192000"/>
              <a:gd name="connsiteY235" fmla="*/ 6438859 h 6858000"/>
              <a:gd name="connsiteX236" fmla="*/ 1141989 w 12192000"/>
              <a:gd name="connsiteY236" fmla="*/ 6420305 h 6858000"/>
              <a:gd name="connsiteX237" fmla="*/ 1141989 w 12192000"/>
              <a:gd name="connsiteY237" fmla="*/ 6490893 h 6858000"/>
              <a:gd name="connsiteX238" fmla="*/ 1156006 w 12192000"/>
              <a:gd name="connsiteY238" fmla="*/ 6490893 h 6858000"/>
              <a:gd name="connsiteX239" fmla="*/ 1156006 w 12192000"/>
              <a:gd name="connsiteY239" fmla="*/ 6459733 h 6858000"/>
              <a:gd name="connsiteX240" fmla="*/ 1165586 w 12192000"/>
              <a:gd name="connsiteY240" fmla="*/ 6449750 h 6858000"/>
              <a:gd name="connsiteX241" fmla="*/ 1174561 w 12192000"/>
              <a:gd name="connsiteY241" fmla="*/ 6459229 h 6858000"/>
              <a:gd name="connsiteX242" fmla="*/ 1174561 w 12192000"/>
              <a:gd name="connsiteY242" fmla="*/ 6490893 h 6858000"/>
              <a:gd name="connsiteX243" fmla="*/ 1188578 w 12192000"/>
              <a:gd name="connsiteY243" fmla="*/ 6490893 h 6858000"/>
              <a:gd name="connsiteX244" fmla="*/ 1188578 w 12192000"/>
              <a:gd name="connsiteY244" fmla="*/ 6456708 h 6858000"/>
              <a:gd name="connsiteX245" fmla="*/ 1171636 w 12192000"/>
              <a:gd name="connsiteY245" fmla="*/ 6437447 h 6858000"/>
              <a:gd name="connsiteX246" fmla="*/ 1156006 w 12192000"/>
              <a:gd name="connsiteY246" fmla="*/ 6444809 h 6858000"/>
              <a:gd name="connsiteX247" fmla="*/ 1156006 w 12192000"/>
              <a:gd name="connsiteY247" fmla="*/ 6420305 h 6858000"/>
              <a:gd name="connsiteX248" fmla="*/ 485776 w 12192000"/>
              <a:gd name="connsiteY248" fmla="*/ 6420305 h 6858000"/>
              <a:gd name="connsiteX249" fmla="*/ 485776 w 12192000"/>
              <a:gd name="connsiteY249" fmla="*/ 6490893 h 6858000"/>
              <a:gd name="connsiteX250" fmla="*/ 520667 w 12192000"/>
              <a:gd name="connsiteY250" fmla="*/ 6490893 h 6858000"/>
              <a:gd name="connsiteX251" fmla="*/ 544567 w 12192000"/>
              <a:gd name="connsiteY251" fmla="*/ 6471229 h 6858000"/>
              <a:gd name="connsiteX252" fmla="*/ 532264 w 12192000"/>
              <a:gd name="connsiteY252" fmla="*/ 6454691 h 6858000"/>
              <a:gd name="connsiteX253" fmla="*/ 542752 w 12192000"/>
              <a:gd name="connsiteY253" fmla="*/ 6438960 h 6858000"/>
              <a:gd name="connsiteX254" fmla="*/ 520567 w 12192000"/>
              <a:gd name="connsiteY254" fmla="*/ 6420305 h 6858000"/>
              <a:gd name="connsiteX255" fmla="*/ 994260 w 12192000"/>
              <a:gd name="connsiteY255" fmla="*/ 6419094 h 6858000"/>
              <a:gd name="connsiteX256" fmla="*/ 958360 w 12192000"/>
              <a:gd name="connsiteY256" fmla="*/ 6455800 h 6858000"/>
              <a:gd name="connsiteX257" fmla="*/ 992041 w 12192000"/>
              <a:gd name="connsiteY257" fmla="*/ 6492405 h 6858000"/>
              <a:gd name="connsiteX258" fmla="*/ 1012613 w 12192000"/>
              <a:gd name="connsiteY258" fmla="*/ 6482624 h 6858000"/>
              <a:gd name="connsiteX259" fmla="*/ 1012613 w 12192000"/>
              <a:gd name="connsiteY259" fmla="*/ 6490893 h 6858000"/>
              <a:gd name="connsiteX260" fmla="*/ 1026226 w 12192000"/>
              <a:gd name="connsiteY260" fmla="*/ 6490893 h 6858000"/>
              <a:gd name="connsiteX261" fmla="*/ 1026226 w 12192000"/>
              <a:gd name="connsiteY261" fmla="*/ 6452977 h 6858000"/>
              <a:gd name="connsiteX262" fmla="*/ 994562 w 12192000"/>
              <a:gd name="connsiteY262" fmla="*/ 6452977 h 6858000"/>
              <a:gd name="connsiteX263" fmla="*/ 994562 w 12192000"/>
              <a:gd name="connsiteY263" fmla="*/ 6466489 h 6858000"/>
              <a:gd name="connsiteX264" fmla="*/ 1011302 w 12192000"/>
              <a:gd name="connsiteY264" fmla="*/ 6466489 h 6858000"/>
              <a:gd name="connsiteX265" fmla="*/ 994462 w 12192000"/>
              <a:gd name="connsiteY265" fmla="*/ 6478086 h 6858000"/>
              <a:gd name="connsiteX266" fmla="*/ 974394 w 12192000"/>
              <a:gd name="connsiteY266" fmla="*/ 6455800 h 6858000"/>
              <a:gd name="connsiteX267" fmla="*/ 994260 w 12192000"/>
              <a:gd name="connsiteY267" fmla="*/ 6433414 h 6858000"/>
              <a:gd name="connsiteX268" fmla="*/ 1012008 w 12192000"/>
              <a:gd name="connsiteY268" fmla="*/ 6443699 h 6858000"/>
              <a:gd name="connsiteX269" fmla="*/ 1024714 w 12192000"/>
              <a:gd name="connsiteY269" fmla="*/ 6435229 h 6858000"/>
              <a:gd name="connsiteX270" fmla="*/ 994260 w 12192000"/>
              <a:gd name="connsiteY270" fmla="*/ 6419094 h 6858000"/>
              <a:gd name="connsiteX271" fmla="*/ 875121 w 12192000"/>
              <a:gd name="connsiteY271" fmla="*/ 6416674 h 6858000"/>
              <a:gd name="connsiteX272" fmla="*/ 866751 w 12192000"/>
              <a:gd name="connsiteY272" fmla="*/ 6424943 h 6858000"/>
              <a:gd name="connsiteX273" fmla="*/ 875121 w 12192000"/>
              <a:gd name="connsiteY273" fmla="*/ 6433313 h 6858000"/>
              <a:gd name="connsiteX274" fmla="*/ 883491 w 12192000"/>
              <a:gd name="connsiteY274" fmla="*/ 6424943 h 6858000"/>
              <a:gd name="connsiteX275" fmla="*/ 875121 w 12192000"/>
              <a:gd name="connsiteY275" fmla="*/ 6416674 h 6858000"/>
              <a:gd name="connsiteX276" fmla="*/ 0 w 12192000"/>
              <a:gd name="connsiteY276" fmla="*/ 786751 h 6858000"/>
              <a:gd name="connsiteX277" fmla="*/ 471872 w 12192000"/>
              <a:gd name="connsiteY277" fmla="*/ 2680582 h 6858000"/>
              <a:gd name="connsiteX278" fmla="*/ 802876 w 12192000"/>
              <a:gd name="connsiteY278" fmla="*/ 2879540 h 6858000"/>
              <a:gd name="connsiteX279" fmla="*/ 857659 w 12192000"/>
              <a:gd name="connsiteY279" fmla="*/ 2865890 h 6858000"/>
              <a:gd name="connsiteX280" fmla="*/ 904737 w 12192000"/>
              <a:gd name="connsiteY280" fmla="*/ 2862396 h 6858000"/>
              <a:gd name="connsiteX281" fmla="*/ 12192000 w 12192000"/>
              <a:gd name="connsiteY281" fmla="*/ 872148 h 6858000"/>
              <a:gd name="connsiteX282" fmla="*/ 12192000 w 12192000"/>
              <a:gd name="connsiteY282" fmla="*/ 6858000 h 6858000"/>
              <a:gd name="connsiteX283" fmla="*/ 0 w 12192000"/>
              <a:gd name="connsiteY283" fmla="*/ 6858000 h 6858000"/>
              <a:gd name="connsiteX284" fmla="*/ 0 w 12192000"/>
              <a:gd name="connsiteY284" fmla="*/ 0 h 6858000"/>
              <a:gd name="connsiteX285" fmla="*/ 1 w 12192000"/>
              <a:gd name="connsiteY285" fmla="*/ 0 h 6858000"/>
              <a:gd name="connsiteX286" fmla="*/ 0 w 12192000"/>
              <a:gd name="connsiteY286" fmla="*/ 7867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</a:cxnLst>
            <a:rect l="l" t="t" r="r" b="b"/>
            <a:pathLst>
              <a:path w="12192000" h="6858000">
                <a:moveTo>
                  <a:pt x="693262" y="6562790"/>
                </a:moveTo>
                <a:cubicBezTo>
                  <a:pt x="701252" y="6562790"/>
                  <a:pt x="707789" y="6568497"/>
                  <a:pt x="709242" y="6577940"/>
                </a:cubicBezTo>
                <a:lnTo>
                  <a:pt x="676660" y="6577940"/>
                </a:lnTo>
                <a:cubicBezTo>
                  <a:pt x="678217" y="6568705"/>
                  <a:pt x="684650" y="6562790"/>
                  <a:pt x="693262" y="6562790"/>
                </a:cubicBezTo>
                <a:close/>
                <a:moveTo>
                  <a:pt x="569365" y="6562790"/>
                </a:moveTo>
                <a:cubicBezTo>
                  <a:pt x="577355" y="6562790"/>
                  <a:pt x="583892" y="6568497"/>
                  <a:pt x="585345" y="6577940"/>
                </a:cubicBezTo>
                <a:lnTo>
                  <a:pt x="552763" y="6577940"/>
                </a:lnTo>
                <a:cubicBezTo>
                  <a:pt x="554320" y="6568705"/>
                  <a:pt x="560753" y="6562790"/>
                  <a:pt x="569365" y="6562790"/>
                </a:cubicBezTo>
                <a:close/>
                <a:moveTo>
                  <a:pt x="605700" y="6556045"/>
                </a:moveTo>
                <a:lnTo>
                  <a:pt x="605700" y="6608757"/>
                </a:lnTo>
                <a:lnTo>
                  <a:pt x="614416" y="6608757"/>
                </a:lnTo>
                <a:lnTo>
                  <a:pt x="614416" y="6556045"/>
                </a:lnTo>
                <a:close/>
                <a:moveTo>
                  <a:pt x="693262" y="6554697"/>
                </a:moveTo>
                <a:cubicBezTo>
                  <a:pt x="678528" y="6554697"/>
                  <a:pt x="667529" y="6566318"/>
                  <a:pt x="667529" y="6582401"/>
                </a:cubicBezTo>
                <a:cubicBezTo>
                  <a:pt x="667529" y="6598381"/>
                  <a:pt x="678735" y="6610106"/>
                  <a:pt x="693781" y="6610106"/>
                </a:cubicBezTo>
                <a:cubicBezTo>
                  <a:pt x="703535" y="6610106"/>
                  <a:pt x="712044" y="6605437"/>
                  <a:pt x="716402" y="6598485"/>
                </a:cubicBezTo>
                <a:lnTo>
                  <a:pt x="710280" y="6593297"/>
                </a:lnTo>
                <a:cubicBezTo>
                  <a:pt x="706959" y="6598692"/>
                  <a:pt x="701045" y="6602013"/>
                  <a:pt x="693781" y="6602013"/>
                </a:cubicBezTo>
                <a:cubicBezTo>
                  <a:pt x="684546" y="6602013"/>
                  <a:pt x="677698" y="6595268"/>
                  <a:pt x="676556" y="6585203"/>
                </a:cubicBezTo>
                <a:lnTo>
                  <a:pt x="718166" y="6585203"/>
                </a:lnTo>
                <a:cubicBezTo>
                  <a:pt x="718270" y="6584165"/>
                  <a:pt x="718373" y="6583024"/>
                  <a:pt x="718373" y="6582090"/>
                </a:cubicBezTo>
                <a:cubicBezTo>
                  <a:pt x="718373" y="6566629"/>
                  <a:pt x="707789" y="6554697"/>
                  <a:pt x="693262" y="6554697"/>
                </a:cubicBezTo>
                <a:close/>
                <a:moveTo>
                  <a:pt x="569365" y="6554697"/>
                </a:moveTo>
                <a:cubicBezTo>
                  <a:pt x="554631" y="6554697"/>
                  <a:pt x="543632" y="6566318"/>
                  <a:pt x="543632" y="6582401"/>
                </a:cubicBezTo>
                <a:cubicBezTo>
                  <a:pt x="543632" y="6598381"/>
                  <a:pt x="554838" y="6610106"/>
                  <a:pt x="569884" y="6610106"/>
                </a:cubicBezTo>
                <a:cubicBezTo>
                  <a:pt x="579638" y="6610106"/>
                  <a:pt x="588147" y="6605437"/>
                  <a:pt x="592505" y="6598485"/>
                </a:cubicBezTo>
                <a:lnTo>
                  <a:pt x="586383" y="6593297"/>
                </a:lnTo>
                <a:cubicBezTo>
                  <a:pt x="583062" y="6598692"/>
                  <a:pt x="577148" y="6602013"/>
                  <a:pt x="569884" y="6602013"/>
                </a:cubicBezTo>
                <a:cubicBezTo>
                  <a:pt x="560649" y="6602013"/>
                  <a:pt x="553801" y="6595268"/>
                  <a:pt x="552659" y="6585203"/>
                </a:cubicBezTo>
                <a:lnTo>
                  <a:pt x="594269" y="6585203"/>
                </a:lnTo>
                <a:cubicBezTo>
                  <a:pt x="594373" y="6584165"/>
                  <a:pt x="594476" y="6583024"/>
                  <a:pt x="594476" y="6582090"/>
                </a:cubicBezTo>
                <a:cubicBezTo>
                  <a:pt x="594476" y="6566629"/>
                  <a:pt x="583892" y="6554697"/>
                  <a:pt x="569365" y="6554697"/>
                </a:cubicBezTo>
                <a:close/>
                <a:moveTo>
                  <a:pt x="643657" y="6541207"/>
                </a:moveTo>
                <a:lnTo>
                  <a:pt x="634941" y="6544216"/>
                </a:lnTo>
                <a:lnTo>
                  <a:pt x="634941" y="6556045"/>
                </a:lnTo>
                <a:lnTo>
                  <a:pt x="625187" y="6556045"/>
                </a:lnTo>
                <a:lnTo>
                  <a:pt x="625187" y="6563620"/>
                </a:lnTo>
                <a:lnTo>
                  <a:pt x="634941" y="6563620"/>
                </a:lnTo>
                <a:lnTo>
                  <a:pt x="634941" y="6593608"/>
                </a:lnTo>
                <a:cubicBezTo>
                  <a:pt x="634941" y="6603881"/>
                  <a:pt x="640544" y="6609899"/>
                  <a:pt x="650298" y="6609899"/>
                </a:cubicBezTo>
                <a:cubicBezTo>
                  <a:pt x="653100" y="6609899"/>
                  <a:pt x="655590" y="6609484"/>
                  <a:pt x="657354" y="6608757"/>
                </a:cubicBezTo>
                <a:lnTo>
                  <a:pt x="657354" y="6600975"/>
                </a:lnTo>
                <a:cubicBezTo>
                  <a:pt x="655798" y="6601598"/>
                  <a:pt x="654034" y="6601909"/>
                  <a:pt x="652373" y="6601909"/>
                </a:cubicBezTo>
                <a:cubicBezTo>
                  <a:pt x="646562" y="6601909"/>
                  <a:pt x="643657" y="6598692"/>
                  <a:pt x="643657" y="6592778"/>
                </a:cubicBezTo>
                <a:lnTo>
                  <a:pt x="643657" y="6563620"/>
                </a:lnTo>
                <a:lnTo>
                  <a:pt x="657354" y="6563620"/>
                </a:lnTo>
                <a:lnTo>
                  <a:pt x="657354" y="6556045"/>
                </a:lnTo>
                <a:lnTo>
                  <a:pt x="643657" y="6556045"/>
                </a:lnTo>
                <a:close/>
                <a:moveTo>
                  <a:pt x="509588" y="6534878"/>
                </a:moveTo>
                <a:cubicBezTo>
                  <a:pt x="493920" y="6534878"/>
                  <a:pt x="484373" y="6542867"/>
                  <a:pt x="484373" y="6554800"/>
                </a:cubicBezTo>
                <a:cubicBezTo>
                  <a:pt x="484373" y="6565799"/>
                  <a:pt x="490288" y="6571921"/>
                  <a:pt x="503051" y="6574723"/>
                </a:cubicBezTo>
                <a:lnTo>
                  <a:pt x="511663" y="6576591"/>
                </a:lnTo>
                <a:cubicBezTo>
                  <a:pt x="520276" y="6578562"/>
                  <a:pt x="524945" y="6582401"/>
                  <a:pt x="524945" y="6589354"/>
                </a:cubicBezTo>
                <a:cubicBezTo>
                  <a:pt x="524945" y="6597032"/>
                  <a:pt x="518823" y="6601701"/>
                  <a:pt x="507720" y="6601701"/>
                </a:cubicBezTo>
                <a:cubicBezTo>
                  <a:pt x="500042" y="6601701"/>
                  <a:pt x="492259" y="6599107"/>
                  <a:pt x="485618" y="6593815"/>
                </a:cubicBezTo>
                <a:lnTo>
                  <a:pt x="485618" y="6603569"/>
                </a:lnTo>
                <a:cubicBezTo>
                  <a:pt x="491741" y="6607720"/>
                  <a:pt x="499834" y="6610003"/>
                  <a:pt x="507720" y="6610003"/>
                </a:cubicBezTo>
                <a:cubicBezTo>
                  <a:pt x="524115" y="6610003"/>
                  <a:pt x="534284" y="6602117"/>
                  <a:pt x="534284" y="6589042"/>
                </a:cubicBezTo>
                <a:cubicBezTo>
                  <a:pt x="534284" y="6577732"/>
                  <a:pt x="527954" y="6570780"/>
                  <a:pt x="514465" y="6567771"/>
                </a:cubicBezTo>
                <a:lnTo>
                  <a:pt x="505852" y="6565799"/>
                </a:lnTo>
                <a:cubicBezTo>
                  <a:pt x="497344" y="6563828"/>
                  <a:pt x="493816" y="6560196"/>
                  <a:pt x="493816" y="6554178"/>
                </a:cubicBezTo>
                <a:cubicBezTo>
                  <a:pt x="493816" y="6547433"/>
                  <a:pt x="499730" y="6543179"/>
                  <a:pt x="509588" y="6543179"/>
                </a:cubicBezTo>
                <a:cubicBezTo>
                  <a:pt x="517163" y="6543179"/>
                  <a:pt x="524737" y="6545669"/>
                  <a:pt x="530963" y="6551065"/>
                </a:cubicBezTo>
                <a:lnTo>
                  <a:pt x="531067" y="6541311"/>
                </a:lnTo>
                <a:cubicBezTo>
                  <a:pt x="524634" y="6536849"/>
                  <a:pt x="516436" y="6534878"/>
                  <a:pt x="509588" y="6534878"/>
                </a:cubicBezTo>
                <a:close/>
                <a:moveTo>
                  <a:pt x="610058" y="6534151"/>
                </a:moveTo>
                <a:cubicBezTo>
                  <a:pt x="606634" y="6534151"/>
                  <a:pt x="604039" y="6536849"/>
                  <a:pt x="604039" y="6540170"/>
                </a:cubicBezTo>
                <a:cubicBezTo>
                  <a:pt x="604039" y="6543594"/>
                  <a:pt x="606634" y="6546188"/>
                  <a:pt x="610058" y="6546188"/>
                </a:cubicBezTo>
                <a:cubicBezTo>
                  <a:pt x="613482" y="6546188"/>
                  <a:pt x="616076" y="6543594"/>
                  <a:pt x="616076" y="6540170"/>
                </a:cubicBezTo>
                <a:cubicBezTo>
                  <a:pt x="616076" y="6536849"/>
                  <a:pt x="613482" y="6534151"/>
                  <a:pt x="610058" y="6534151"/>
                </a:cubicBezTo>
                <a:close/>
                <a:moveTo>
                  <a:pt x="500903" y="6461548"/>
                </a:moveTo>
                <a:lnTo>
                  <a:pt x="519457" y="6461548"/>
                </a:lnTo>
                <a:cubicBezTo>
                  <a:pt x="525407" y="6461548"/>
                  <a:pt x="528835" y="6464573"/>
                  <a:pt x="528835" y="6469515"/>
                </a:cubicBezTo>
                <a:cubicBezTo>
                  <a:pt x="528835" y="6474657"/>
                  <a:pt x="525407" y="6477582"/>
                  <a:pt x="519457" y="6477582"/>
                </a:cubicBezTo>
                <a:lnTo>
                  <a:pt x="500903" y="6477582"/>
                </a:lnTo>
                <a:close/>
                <a:moveTo>
                  <a:pt x="1062844" y="6451061"/>
                </a:moveTo>
                <a:cubicBezTo>
                  <a:pt x="1070508" y="6451061"/>
                  <a:pt x="1075953" y="6457010"/>
                  <a:pt x="1075953" y="6464876"/>
                </a:cubicBezTo>
                <a:cubicBezTo>
                  <a:pt x="1075953" y="6472741"/>
                  <a:pt x="1070508" y="6478691"/>
                  <a:pt x="1062844" y="6478691"/>
                </a:cubicBezTo>
                <a:cubicBezTo>
                  <a:pt x="1055281" y="6478691"/>
                  <a:pt x="1049835" y="6472741"/>
                  <a:pt x="1049835" y="6464876"/>
                </a:cubicBezTo>
                <a:cubicBezTo>
                  <a:pt x="1049835" y="6457010"/>
                  <a:pt x="1055281" y="6451061"/>
                  <a:pt x="1062844" y="6451061"/>
                </a:cubicBezTo>
                <a:close/>
                <a:moveTo>
                  <a:pt x="1225495" y="6450960"/>
                </a:moveTo>
                <a:cubicBezTo>
                  <a:pt x="1233058" y="6450960"/>
                  <a:pt x="1238604" y="6457010"/>
                  <a:pt x="1238604" y="6464876"/>
                </a:cubicBezTo>
                <a:cubicBezTo>
                  <a:pt x="1238604" y="6472741"/>
                  <a:pt x="1233058" y="6478792"/>
                  <a:pt x="1225495" y="6478792"/>
                </a:cubicBezTo>
                <a:cubicBezTo>
                  <a:pt x="1217932" y="6478792"/>
                  <a:pt x="1212386" y="6472741"/>
                  <a:pt x="1212386" y="6464876"/>
                </a:cubicBezTo>
                <a:cubicBezTo>
                  <a:pt x="1212386" y="6457010"/>
                  <a:pt x="1217932" y="6450960"/>
                  <a:pt x="1225495" y="6450960"/>
                </a:cubicBezTo>
                <a:close/>
                <a:moveTo>
                  <a:pt x="919961" y="6450960"/>
                </a:moveTo>
                <a:cubicBezTo>
                  <a:pt x="927524" y="6450960"/>
                  <a:pt x="933070" y="6457010"/>
                  <a:pt x="933070" y="6464876"/>
                </a:cubicBezTo>
                <a:cubicBezTo>
                  <a:pt x="933070" y="6472741"/>
                  <a:pt x="927524" y="6478792"/>
                  <a:pt x="919961" y="6478792"/>
                </a:cubicBezTo>
                <a:cubicBezTo>
                  <a:pt x="912398" y="6478792"/>
                  <a:pt x="906852" y="6472741"/>
                  <a:pt x="906852" y="6464876"/>
                </a:cubicBezTo>
                <a:cubicBezTo>
                  <a:pt x="906852" y="6457010"/>
                  <a:pt x="912398" y="6450960"/>
                  <a:pt x="919961" y="6450960"/>
                </a:cubicBezTo>
                <a:close/>
                <a:moveTo>
                  <a:pt x="581315" y="6450960"/>
                </a:moveTo>
                <a:cubicBezTo>
                  <a:pt x="588878" y="6450960"/>
                  <a:pt x="594424" y="6457010"/>
                  <a:pt x="594424" y="6464876"/>
                </a:cubicBezTo>
                <a:cubicBezTo>
                  <a:pt x="594424" y="6472741"/>
                  <a:pt x="588878" y="6478792"/>
                  <a:pt x="581315" y="6478792"/>
                </a:cubicBezTo>
                <a:cubicBezTo>
                  <a:pt x="573752" y="6478792"/>
                  <a:pt x="568206" y="6472741"/>
                  <a:pt x="568206" y="6464876"/>
                </a:cubicBezTo>
                <a:cubicBezTo>
                  <a:pt x="568206" y="6457010"/>
                  <a:pt x="573752" y="6450960"/>
                  <a:pt x="581315" y="6450960"/>
                </a:cubicBezTo>
                <a:close/>
                <a:moveTo>
                  <a:pt x="1288499" y="6450153"/>
                </a:moveTo>
                <a:cubicBezTo>
                  <a:pt x="1294046" y="6450153"/>
                  <a:pt x="1298382" y="6452977"/>
                  <a:pt x="1299895" y="6458926"/>
                </a:cubicBezTo>
                <a:lnTo>
                  <a:pt x="1277306" y="6458926"/>
                </a:lnTo>
                <a:cubicBezTo>
                  <a:pt x="1278818" y="6453380"/>
                  <a:pt x="1282852" y="6450153"/>
                  <a:pt x="1288499" y="6450153"/>
                </a:cubicBezTo>
                <a:close/>
                <a:moveTo>
                  <a:pt x="773758" y="6450153"/>
                </a:moveTo>
                <a:cubicBezTo>
                  <a:pt x="779304" y="6450153"/>
                  <a:pt x="783640" y="6452977"/>
                  <a:pt x="785153" y="6458926"/>
                </a:cubicBezTo>
                <a:lnTo>
                  <a:pt x="762564" y="6458926"/>
                </a:lnTo>
                <a:cubicBezTo>
                  <a:pt x="764077" y="6453380"/>
                  <a:pt x="768111" y="6450153"/>
                  <a:pt x="773758" y="6450153"/>
                </a:cubicBezTo>
                <a:close/>
                <a:moveTo>
                  <a:pt x="868062" y="6438859"/>
                </a:moveTo>
                <a:lnTo>
                  <a:pt x="868062" y="6490893"/>
                </a:lnTo>
                <a:lnTo>
                  <a:pt x="882079" y="6490893"/>
                </a:lnTo>
                <a:lnTo>
                  <a:pt x="882079" y="6438859"/>
                </a:lnTo>
                <a:close/>
                <a:moveTo>
                  <a:pt x="1351643" y="6437851"/>
                </a:moveTo>
                <a:cubicBezTo>
                  <a:pt x="1343071" y="6437851"/>
                  <a:pt x="1338332" y="6442288"/>
                  <a:pt x="1336617" y="6448136"/>
                </a:cubicBezTo>
                <a:lnTo>
                  <a:pt x="1336617" y="6438859"/>
                </a:lnTo>
                <a:lnTo>
                  <a:pt x="1322600" y="6438859"/>
                </a:lnTo>
                <a:lnTo>
                  <a:pt x="1322600" y="6490893"/>
                </a:lnTo>
                <a:lnTo>
                  <a:pt x="1336617" y="6490893"/>
                </a:lnTo>
                <a:lnTo>
                  <a:pt x="1336617" y="6462557"/>
                </a:lnTo>
                <a:cubicBezTo>
                  <a:pt x="1336617" y="6455599"/>
                  <a:pt x="1339542" y="6452674"/>
                  <a:pt x="1350029" y="6452674"/>
                </a:cubicBezTo>
                <a:lnTo>
                  <a:pt x="1352550" y="6452674"/>
                </a:lnTo>
                <a:lnTo>
                  <a:pt x="1352550" y="6437851"/>
                </a:lnTo>
                <a:close/>
                <a:moveTo>
                  <a:pt x="650269" y="6437851"/>
                </a:moveTo>
                <a:cubicBezTo>
                  <a:pt x="641698" y="6437851"/>
                  <a:pt x="636958" y="6442288"/>
                  <a:pt x="635244" y="6448136"/>
                </a:cubicBezTo>
                <a:lnTo>
                  <a:pt x="635244" y="6438859"/>
                </a:lnTo>
                <a:lnTo>
                  <a:pt x="621227" y="6438859"/>
                </a:lnTo>
                <a:lnTo>
                  <a:pt x="621227" y="6490893"/>
                </a:lnTo>
                <a:lnTo>
                  <a:pt x="635244" y="6490893"/>
                </a:lnTo>
                <a:lnTo>
                  <a:pt x="635244" y="6462557"/>
                </a:lnTo>
                <a:cubicBezTo>
                  <a:pt x="635244" y="6455599"/>
                  <a:pt x="638168" y="6452674"/>
                  <a:pt x="648656" y="6452674"/>
                </a:cubicBezTo>
                <a:lnTo>
                  <a:pt x="651177" y="6452674"/>
                </a:lnTo>
                <a:lnTo>
                  <a:pt x="651177" y="6437851"/>
                </a:lnTo>
                <a:close/>
                <a:moveTo>
                  <a:pt x="1288499" y="6437447"/>
                </a:moveTo>
                <a:cubicBezTo>
                  <a:pt x="1273474" y="6437447"/>
                  <a:pt x="1262583" y="6449044"/>
                  <a:pt x="1262583" y="6464876"/>
                </a:cubicBezTo>
                <a:cubicBezTo>
                  <a:pt x="1262583" y="6480708"/>
                  <a:pt x="1273978" y="6492405"/>
                  <a:pt x="1289709" y="6492405"/>
                </a:cubicBezTo>
                <a:cubicBezTo>
                  <a:pt x="1299088" y="6492405"/>
                  <a:pt x="1308466" y="6487565"/>
                  <a:pt x="1312701" y="6480607"/>
                </a:cubicBezTo>
                <a:lnTo>
                  <a:pt x="1303222" y="6472540"/>
                </a:lnTo>
                <a:cubicBezTo>
                  <a:pt x="1300600" y="6476977"/>
                  <a:pt x="1295356" y="6479699"/>
                  <a:pt x="1289709" y="6479699"/>
                </a:cubicBezTo>
                <a:cubicBezTo>
                  <a:pt x="1282751" y="6479699"/>
                  <a:pt x="1278415" y="6474960"/>
                  <a:pt x="1277104" y="6468909"/>
                </a:cubicBezTo>
                <a:lnTo>
                  <a:pt x="1314113" y="6468909"/>
                </a:lnTo>
                <a:cubicBezTo>
                  <a:pt x="1314315" y="6467498"/>
                  <a:pt x="1314516" y="6465783"/>
                  <a:pt x="1314516" y="6464271"/>
                </a:cubicBezTo>
                <a:cubicBezTo>
                  <a:pt x="1314516" y="6449548"/>
                  <a:pt x="1304533" y="6437447"/>
                  <a:pt x="1288499" y="6437447"/>
                </a:cubicBezTo>
                <a:close/>
                <a:moveTo>
                  <a:pt x="1222369" y="6437447"/>
                </a:moveTo>
                <a:cubicBezTo>
                  <a:pt x="1209158" y="6437447"/>
                  <a:pt x="1197864" y="6448943"/>
                  <a:pt x="1197864" y="6464876"/>
                </a:cubicBezTo>
                <a:cubicBezTo>
                  <a:pt x="1197864" y="6480909"/>
                  <a:pt x="1209158" y="6492405"/>
                  <a:pt x="1222369" y="6492405"/>
                </a:cubicBezTo>
                <a:cubicBezTo>
                  <a:pt x="1230033" y="6492405"/>
                  <a:pt x="1235377" y="6489178"/>
                  <a:pt x="1238604" y="6483430"/>
                </a:cubicBezTo>
                <a:lnTo>
                  <a:pt x="1238604" y="6490893"/>
                </a:lnTo>
                <a:lnTo>
                  <a:pt x="1252621" y="6490893"/>
                </a:lnTo>
                <a:lnTo>
                  <a:pt x="1252621" y="6438859"/>
                </a:lnTo>
                <a:lnTo>
                  <a:pt x="1238604" y="6438859"/>
                </a:lnTo>
                <a:lnTo>
                  <a:pt x="1238604" y="6446422"/>
                </a:lnTo>
                <a:cubicBezTo>
                  <a:pt x="1235377" y="6440674"/>
                  <a:pt x="1230033" y="6437447"/>
                  <a:pt x="1222369" y="6437447"/>
                </a:cubicBezTo>
                <a:close/>
                <a:moveTo>
                  <a:pt x="1062844" y="6437447"/>
                </a:moveTo>
                <a:cubicBezTo>
                  <a:pt x="1047213" y="6437447"/>
                  <a:pt x="1035314" y="6448943"/>
                  <a:pt x="1035314" y="6464876"/>
                </a:cubicBezTo>
                <a:cubicBezTo>
                  <a:pt x="1035314" y="6480809"/>
                  <a:pt x="1047213" y="6492304"/>
                  <a:pt x="1062844" y="6492304"/>
                </a:cubicBezTo>
                <a:cubicBezTo>
                  <a:pt x="1078575" y="6492304"/>
                  <a:pt x="1090474" y="6480809"/>
                  <a:pt x="1090474" y="6464876"/>
                </a:cubicBezTo>
                <a:cubicBezTo>
                  <a:pt x="1090474" y="6448943"/>
                  <a:pt x="1078575" y="6437447"/>
                  <a:pt x="1062844" y="6437447"/>
                </a:cubicBezTo>
                <a:close/>
                <a:moveTo>
                  <a:pt x="916835" y="6437447"/>
                </a:moveTo>
                <a:cubicBezTo>
                  <a:pt x="903625" y="6437447"/>
                  <a:pt x="892331" y="6448943"/>
                  <a:pt x="892331" y="6464876"/>
                </a:cubicBezTo>
                <a:cubicBezTo>
                  <a:pt x="892331" y="6480909"/>
                  <a:pt x="903625" y="6492405"/>
                  <a:pt x="916835" y="6492405"/>
                </a:cubicBezTo>
                <a:cubicBezTo>
                  <a:pt x="924499" y="6492405"/>
                  <a:pt x="929843" y="6489178"/>
                  <a:pt x="933070" y="6483430"/>
                </a:cubicBezTo>
                <a:lnTo>
                  <a:pt x="933070" y="6490893"/>
                </a:lnTo>
                <a:lnTo>
                  <a:pt x="947087" y="6490893"/>
                </a:lnTo>
                <a:lnTo>
                  <a:pt x="947087" y="6438859"/>
                </a:lnTo>
                <a:lnTo>
                  <a:pt x="933070" y="6438859"/>
                </a:lnTo>
                <a:lnTo>
                  <a:pt x="933070" y="6446422"/>
                </a:lnTo>
                <a:cubicBezTo>
                  <a:pt x="929843" y="6440674"/>
                  <a:pt x="924499" y="6437447"/>
                  <a:pt x="916835" y="6437447"/>
                </a:cubicBezTo>
                <a:close/>
                <a:moveTo>
                  <a:pt x="839011" y="6437447"/>
                </a:moveTo>
                <a:cubicBezTo>
                  <a:pt x="830843" y="6437447"/>
                  <a:pt x="825700" y="6441178"/>
                  <a:pt x="823381" y="6444809"/>
                </a:cubicBezTo>
                <a:lnTo>
                  <a:pt x="823381" y="6438859"/>
                </a:lnTo>
                <a:lnTo>
                  <a:pt x="809364" y="6438859"/>
                </a:lnTo>
                <a:lnTo>
                  <a:pt x="809364" y="6490893"/>
                </a:lnTo>
                <a:lnTo>
                  <a:pt x="823381" y="6490893"/>
                </a:lnTo>
                <a:lnTo>
                  <a:pt x="823381" y="6459733"/>
                </a:lnTo>
                <a:cubicBezTo>
                  <a:pt x="823381" y="6453077"/>
                  <a:pt x="827313" y="6449750"/>
                  <a:pt x="832961" y="6449750"/>
                </a:cubicBezTo>
                <a:cubicBezTo>
                  <a:pt x="838809" y="6449750"/>
                  <a:pt x="841935" y="6453582"/>
                  <a:pt x="841935" y="6459229"/>
                </a:cubicBezTo>
                <a:lnTo>
                  <a:pt x="841935" y="6490893"/>
                </a:lnTo>
                <a:lnTo>
                  <a:pt x="855952" y="6490893"/>
                </a:lnTo>
                <a:lnTo>
                  <a:pt x="855952" y="6456708"/>
                </a:lnTo>
                <a:cubicBezTo>
                  <a:pt x="855952" y="6443195"/>
                  <a:pt x="848389" y="6437447"/>
                  <a:pt x="839011" y="6437447"/>
                </a:cubicBezTo>
                <a:close/>
                <a:moveTo>
                  <a:pt x="773758" y="6437447"/>
                </a:moveTo>
                <a:cubicBezTo>
                  <a:pt x="758732" y="6437447"/>
                  <a:pt x="747842" y="6449044"/>
                  <a:pt x="747842" y="6464876"/>
                </a:cubicBezTo>
                <a:cubicBezTo>
                  <a:pt x="747842" y="6480708"/>
                  <a:pt x="759237" y="6492405"/>
                  <a:pt x="774968" y="6492405"/>
                </a:cubicBezTo>
                <a:cubicBezTo>
                  <a:pt x="784346" y="6492405"/>
                  <a:pt x="793724" y="6487565"/>
                  <a:pt x="797960" y="6480607"/>
                </a:cubicBezTo>
                <a:lnTo>
                  <a:pt x="788480" y="6472540"/>
                </a:lnTo>
                <a:cubicBezTo>
                  <a:pt x="785859" y="6476977"/>
                  <a:pt x="780615" y="6479699"/>
                  <a:pt x="774968" y="6479699"/>
                </a:cubicBezTo>
                <a:cubicBezTo>
                  <a:pt x="768010" y="6479699"/>
                  <a:pt x="763674" y="6474960"/>
                  <a:pt x="762363" y="6468909"/>
                </a:cubicBezTo>
                <a:lnTo>
                  <a:pt x="799371" y="6468909"/>
                </a:lnTo>
                <a:cubicBezTo>
                  <a:pt x="799573" y="6467498"/>
                  <a:pt x="799775" y="6465783"/>
                  <a:pt x="799775" y="6464271"/>
                </a:cubicBezTo>
                <a:cubicBezTo>
                  <a:pt x="799775" y="6449548"/>
                  <a:pt x="789792" y="6437447"/>
                  <a:pt x="773758" y="6437447"/>
                </a:cubicBezTo>
                <a:close/>
                <a:moveTo>
                  <a:pt x="689402" y="6437447"/>
                </a:moveTo>
                <a:cubicBezTo>
                  <a:pt x="681435" y="6437447"/>
                  <a:pt x="676797" y="6441078"/>
                  <a:pt x="674376" y="6444809"/>
                </a:cubicBezTo>
                <a:lnTo>
                  <a:pt x="674376" y="6438859"/>
                </a:lnTo>
                <a:lnTo>
                  <a:pt x="660360" y="6438859"/>
                </a:lnTo>
                <a:lnTo>
                  <a:pt x="660360" y="6490893"/>
                </a:lnTo>
                <a:lnTo>
                  <a:pt x="674376" y="6490893"/>
                </a:lnTo>
                <a:lnTo>
                  <a:pt x="674376" y="6460036"/>
                </a:lnTo>
                <a:cubicBezTo>
                  <a:pt x="674376" y="6453077"/>
                  <a:pt x="677906" y="6449750"/>
                  <a:pt x="683351" y="6449750"/>
                </a:cubicBezTo>
                <a:cubicBezTo>
                  <a:pt x="689099" y="6449750"/>
                  <a:pt x="691923" y="6453683"/>
                  <a:pt x="691923" y="6459632"/>
                </a:cubicBezTo>
                <a:lnTo>
                  <a:pt x="691923" y="6490893"/>
                </a:lnTo>
                <a:lnTo>
                  <a:pt x="705839" y="6490893"/>
                </a:lnTo>
                <a:lnTo>
                  <a:pt x="705839" y="6458523"/>
                </a:lnTo>
                <a:cubicBezTo>
                  <a:pt x="705839" y="6453178"/>
                  <a:pt x="709570" y="6449750"/>
                  <a:pt x="714915" y="6449750"/>
                </a:cubicBezTo>
                <a:cubicBezTo>
                  <a:pt x="720562" y="6449750"/>
                  <a:pt x="723486" y="6453582"/>
                  <a:pt x="723486" y="6459632"/>
                </a:cubicBezTo>
                <a:lnTo>
                  <a:pt x="723486" y="6490893"/>
                </a:lnTo>
                <a:lnTo>
                  <a:pt x="737503" y="6490893"/>
                </a:lnTo>
                <a:lnTo>
                  <a:pt x="737503" y="6457010"/>
                </a:lnTo>
                <a:cubicBezTo>
                  <a:pt x="737503" y="6443296"/>
                  <a:pt x="730142" y="6437447"/>
                  <a:pt x="719553" y="6437447"/>
                </a:cubicBezTo>
                <a:cubicBezTo>
                  <a:pt x="712797" y="6437447"/>
                  <a:pt x="707351" y="6439968"/>
                  <a:pt x="703520" y="6445716"/>
                </a:cubicBezTo>
                <a:cubicBezTo>
                  <a:pt x="700595" y="6439968"/>
                  <a:pt x="695351" y="6437447"/>
                  <a:pt x="689402" y="6437447"/>
                </a:cubicBezTo>
                <a:close/>
                <a:moveTo>
                  <a:pt x="578189" y="6437447"/>
                </a:moveTo>
                <a:cubicBezTo>
                  <a:pt x="564979" y="6437447"/>
                  <a:pt x="553685" y="6448943"/>
                  <a:pt x="553685" y="6464876"/>
                </a:cubicBezTo>
                <a:cubicBezTo>
                  <a:pt x="553685" y="6480909"/>
                  <a:pt x="564979" y="6492405"/>
                  <a:pt x="578189" y="6492405"/>
                </a:cubicBezTo>
                <a:cubicBezTo>
                  <a:pt x="585853" y="6492405"/>
                  <a:pt x="591197" y="6489178"/>
                  <a:pt x="594424" y="6483430"/>
                </a:cubicBezTo>
                <a:lnTo>
                  <a:pt x="594424" y="6490893"/>
                </a:lnTo>
                <a:lnTo>
                  <a:pt x="608441" y="6490893"/>
                </a:lnTo>
                <a:lnTo>
                  <a:pt x="608441" y="6438859"/>
                </a:lnTo>
                <a:lnTo>
                  <a:pt x="594424" y="6438859"/>
                </a:lnTo>
                <a:lnTo>
                  <a:pt x="594424" y="6446422"/>
                </a:lnTo>
                <a:cubicBezTo>
                  <a:pt x="591197" y="6440674"/>
                  <a:pt x="585853" y="6437447"/>
                  <a:pt x="578189" y="6437447"/>
                </a:cubicBezTo>
                <a:close/>
                <a:moveTo>
                  <a:pt x="500903" y="6433615"/>
                </a:moveTo>
                <a:lnTo>
                  <a:pt x="518449" y="6433615"/>
                </a:lnTo>
                <a:cubicBezTo>
                  <a:pt x="523995" y="6433615"/>
                  <a:pt x="527121" y="6436338"/>
                  <a:pt x="527121" y="6441078"/>
                </a:cubicBezTo>
                <a:cubicBezTo>
                  <a:pt x="527121" y="6445716"/>
                  <a:pt x="523995" y="6448439"/>
                  <a:pt x="518449" y="6448439"/>
                </a:cubicBezTo>
                <a:lnTo>
                  <a:pt x="500903" y="6448439"/>
                </a:lnTo>
                <a:close/>
                <a:moveTo>
                  <a:pt x="1120007" y="6423632"/>
                </a:moveTo>
                <a:lnTo>
                  <a:pt x="1105990" y="6427666"/>
                </a:lnTo>
                <a:lnTo>
                  <a:pt x="1105990" y="6438859"/>
                </a:lnTo>
                <a:lnTo>
                  <a:pt x="1097217" y="6438859"/>
                </a:lnTo>
                <a:lnTo>
                  <a:pt x="1097217" y="6450758"/>
                </a:lnTo>
                <a:lnTo>
                  <a:pt x="1105990" y="6450758"/>
                </a:lnTo>
                <a:lnTo>
                  <a:pt x="1105990" y="6472943"/>
                </a:lnTo>
                <a:cubicBezTo>
                  <a:pt x="1105990" y="6485246"/>
                  <a:pt x="1112646" y="6492103"/>
                  <a:pt x="1124041" y="6492103"/>
                </a:cubicBezTo>
                <a:cubicBezTo>
                  <a:pt x="1127167" y="6492103"/>
                  <a:pt x="1129890" y="6491800"/>
                  <a:pt x="1132007" y="6491195"/>
                </a:cubicBezTo>
                <a:lnTo>
                  <a:pt x="1132007" y="6479296"/>
                </a:lnTo>
                <a:cubicBezTo>
                  <a:pt x="1130696" y="6479498"/>
                  <a:pt x="1129184" y="6479699"/>
                  <a:pt x="1128075" y="6479699"/>
                </a:cubicBezTo>
                <a:cubicBezTo>
                  <a:pt x="1122528" y="6479699"/>
                  <a:pt x="1120007" y="6476876"/>
                  <a:pt x="1120007" y="6471733"/>
                </a:cubicBezTo>
                <a:lnTo>
                  <a:pt x="1120007" y="6450758"/>
                </a:lnTo>
                <a:lnTo>
                  <a:pt x="1132007" y="6450758"/>
                </a:lnTo>
                <a:lnTo>
                  <a:pt x="1132007" y="6438859"/>
                </a:lnTo>
                <a:lnTo>
                  <a:pt x="1120007" y="6438859"/>
                </a:lnTo>
                <a:close/>
                <a:moveTo>
                  <a:pt x="1141989" y="6420305"/>
                </a:moveTo>
                <a:lnTo>
                  <a:pt x="1141989" y="6490893"/>
                </a:lnTo>
                <a:lnTo>
                  <a:pt x="1156006" y="6490893"/>
                </a:lnTo>
                <a:lnTo>
                  <a:pt x="1156006" y="6459733"/>
                </a:lnTo>
                <a:cubicBezTo>
                  <a:pt x="1156006" y="6453077"/>
                  <a:pt x="1159939" y="6449750"/>
                  <a:pt x="1165586" y="6449750"/>
                </a:cubicBezTo>
                <a:cubicBezTo>
                  <a:pt x="1171435" y="6449750"/>
                  <a:pt x="1174561" y="6453582"/>
                  <a:pt x="1174561" y="6459229"/>
                </a:cubicBezTo>
                <a:lnTo>
                  <a:pt x="1174561" y="6490893"/>
                </a:lnTo>
                <a:lnTo>
                  <a:pt x="1188578" y="6490893"/>
                </a:lnTo>
                <a:lnTo>
                  <a:pt x="1188578" y="6456708"/>
                </a:lnTo>
                <a:cubicBezTo>
                  <a:pt x="1188578" y="6443195"/>
                  <a:pt x="1181115" y="6437447"/>
                  <a:pt x="1171636" y="6437447"/>
                </a:cubicBezTo>
                <a:cubicBezTo>
                  <a:pt x="1163468" y="6437447"/>
                  <a:pt x="1158325" y="6441178"/>
                  <a:pt x="1156006" y="6444809"/>
                </a:cubicBezTo>
                <a:lnTo>
                  <a:pt x="1156006" y="6420305"/>
                </a:lnTo>
                <a:close/>
                <a:moveTo>
                  <a:pt x="485776" y="6420305"/>
                </a:moveTo>
                <a:lnTo>
                  <a:pt x="485776" y="6490893"/>
                </a:lnTo>
                <a:lnTo>
                  <a:pt x="520667" y="6490893"/>
                </a:lnTo>
                <a:cubicBezTo>
                  <a:pt x="535693" y="6490893"/>
                  <a:pt x="544567" y="6483430"/>
                  <a:pt x="544567" y="6471229"/>
                </a:cubicBezTo>
                <a:cubicBezTo>
                  <a:pt x="544567" y="6463262"/>
                  <a:pt x="540230" y="6457414"/>
                  <a:pt x="532264" y="6454691"/>
                </a:cubicBezTo>
                <a:cubicBezTo>
                  <a:pt x="538718" y="6452170"/>
                  <a:pt x="542752" y="6446321"/>
                  <a:pt x="542752" y="6438960"/>
                </a:cubicBezTo>
                <a:cubicBezTo>
                  <a:pt x="542752" y="6427162"/>
                  <a:pt x="534483" y="6420305"/>
                  <a:pt x="520567" y="6420305"/>
                </a:cubicBezTo>
                <a:close/>
                <a:moveTo>
                  <a:pt x="994260" y="6419094"/>
                </a:moveTo>
                <a:cubicBezTo>
                  <a:pt x="973789" y="6419094"/>
                  <a:pt x="958360" y="6434523"/>
                  <a:pt x="958360" y="6455800"/>
                </a:cubicBezTo>
                <a:cubicBezTo>
                  <a:pt x="958360" y="6477077"/>
                  <a:pt x="973083" y="6492405"/>
                  <a:pt x="992041" y="6492405"/>
                </a:cubicBezTo>
                <a:cubicBezTo>
                  <a:pt x="1001016" y="6492405"/>
                  <a:pt x="1008277" y="6488674"/>
                  <a:pt x="1012613" y="6482624"/>
                </a:cubicBezTo>
                <a:lnTo>
                  <a:pt x="1012613" y="6490893"/>
                </a:lnTo>
                <a:lnTo>
                  <a:pt x="1026226" y="6490893"/>
                </a:lnTo>
                <a:lnTo>
                  <a:pt x="1026226" y="6452977"/>
                </a:lnTo>
                <a:lnTo>
                  <a:pt x="994562" y="6452977"/>
                </a:lnTo>
                <a:lnTo>
                  <a:pt x="994562" y="6466489"/>
                </a:lnTo>
                <a:lnTo>
                  <a:pt x="1011302" y="6466489"/>
                </a:lnTo>
                <a:cubicBezTo>
                  <a:pt x="1009285" y="6473246"/>
                  <a:pt x="1002630" y="6478086"/>
                  <a:pt x="994462" y="6478086"/>
                </a:cubicBezTo>
                <a:cubicBezTo>
                  <a:pt x="982865" y="6478086"/>
                  <a:pt x="974394" y="6468506"/>
                  <a:pt x="974394" y="6455800"/>
                </a:cubicBezTo>
                <a:cubicBezTo>
                  <a:pt x="974394" y="6442994"/>
                  <a:pt x="982764" y="6433414"/>
                  <a:pt x="994260" y="6433414"/>
                </a:cubicBezTo>
                <a:cubicBezTo>
                  <a:pt x="1002932" y="6433414"/>
                  <a:pt x="1008882" y="6437851"/>
                  <a:pt x="1012008" y="6443699"/>
                </a:cubicBezTo>
                <a:lnTo>
                  <a:pt x="1024714" y="6435229"/>
                </a:lnTo>
                <a:cubicBezTo>
                  <a:pt x="1019470" y="6424943"/>
                  <a:pt x="1007873" y="6419094"/>
                  <a:pt x="994260" y="6419094"/>
                </a:cubicBezTo>
                <a:close/>
                <a:moveTo>
                  <a:pt x="875121" y="6416674"/>
                </a:moveTo>
                <a:cubicBezTo>
                  <a:pt x="870482" y="6416674"/>
                  <a:pt x="866751" y="6420405"/>
                  <a:pt x="866751" y="6424943"/>
                </a:cubicBezTo>
                <a:cubicBezTo>
                  <a:pt x="866751" y="6429582"/>
                  <a:pt x="870482" y="6433313"/>
                  <a:pt x="875121" y="6433313"/>
                </a:cubicBezTo>
                <a:cubicBezTo>
                  <a:pt x="879760" y="6433313"/>
                  <a:pt x="883491" y="6429582"/>
                  <a:pt x="883491" y="6424943"/>
                </a:cubicBezTo>
                <a:cubicBezTo>
                  <a:pt x="883491" y="6420405"/>
                  <a:pt x="879760" y="6416674"/>
                  <a:pt x="875121" y="6416674"/>
                </a:cubicBezTo>
                <a:close/>
                <a:moveTo>
                  <a:pt x="0" y="786751"/>
                </a:moveTo>
                <a:lnTo>
                  <a:pt x="471872" y="2680582"/>
                </a:lnTo>
                <a:cubicBezTo>
                  <a:pt x="508336" y="2826927"/>
                  <a:pt x="656532" y="2916005"/>
                  <a:pt x="802876" y="2879540"/>
                </a:cubicBezTo>
                <a:lnTo>
                  <a:pt x="857659" y="2865890"/>
                </a:lnTo>
                <a:lnTo>
                  <a:pt x="904737" y="2862396"/>
                </a:lnTo>
                <a:lnTo>
                  <a:pt x="12192000" y="872148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0" y="786751"/>
                </a:ln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64000">
                <a:srgbClr val="000000">
                  <a:alpha val="33326"/>
                </a:srgbClr>
              </a:gs>
              <a:gs pos="25000">
                <a:srgbClr val="000000">
                  <a:alpha val="32842"/>
                </a:srgbClr>
              </a:gs>
              <a:gs pos="98000">
                <a:srgbClr val="000000">
                  <a:alpha val="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24B1BB-76D4-F0E8-4F3B-1D64FFAD8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9003" y="5107459"/>
            <a:ext cx="5615286" cy="2154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BarmeniaGothaer Offc" panose="020B05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B709F6-F3C8-5678-4E06-AFE97791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B882A52-DD2E-384D-8B54-9AF8C0FCA07A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9E5FF0-9081-F60D-6CD4-1B9B62B9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C66ABB-DD74-AF60-09F3-237D61F6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AF090EBC-39DB-6354-F2CD-107C04D1970E}"/>
              </a:ext>
            </a:extLst>
          </p:cNvPr>
          <p:cNvSpPr/>
          <p:nvPr userDrawn="1"/>
        </p:nvSpPr>
        <p:spPr>
          <a:xfrm rot="21000000">
            <a:off x="289000" y="-1054528"/>
            <a:ext cx="11887066" cy="2954700"/>
          </a:xfrm>
          <a:custGeom>
            <a:avLst/>
            <a:gdLst>
              <a:gd name="connsiteX0" fmla="*/ 0 w 11887066"/>
              <a:gd name="connsiteY0" fmla="*/ 0 h 2954700"/>
              <a:gd name="connsiteX1" fmla="*/ 11887066 w 11887066"/>
              <a:gd name="connsiteY1" fmla="*/ 2096011 h 2954700"/>
              <a:gd name="connsiteX2" fmla="*/ 11735656 w 11887066"/>
              <a:gd name="connsiteY2" fmla="*/ 2954700 h 2954700"/>
              <a:gd name="connsiteX3" fmla="*/ 273050 w 11887066"/>
              <a:gd name="connsiteY3" fmla="*/ 2954700 h 2954700"/>
              <a:gd name="connsiteX4" fmla="*/ 0 w 11887066"/>
              <a:gd name="connsiteY4" fmla="*/ 2681650 h 29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7066" h="2954700">
                <a:moveTo>
                  <a:pt x="0" y="0"/>
                </a:moveTo>
                <a:lnTo>
                  <a:pt x="11887066" y="2096011"/>
                </a:lnTo>
                <a:lnTo>
                  <a:pt x="11735656" y="2954700"/>
                </a:lnTo>
                <a:lnTo>
                  <a:pt x="273050" y="2954700"/>
                </a:lnTo>
                <a:cubicBezTo>
                  <a:pt x="122249" y="2954700"/>
                  <a:pt x="0" y="2832452"/>
                  <a:pt x="0" y="2681650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solidFill>
                <a:schemeClr val="accent2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EC39B381-65D4-DB25-E616-299DD5165DDB}"/>
              </a:ext>
            </a:extLst>
          </p:cNvPr>
          <p:cNvSpPr/>
          <p:nvPr userDrawn="1"/>
        </p:nvSpPr>
        <p:spPr>
          <a:xfrm rot="20760535">
            <a:off x="-1659" y="-1451584"/>
            <a:ext cx="12021682" cy="2988226"/>
          </a:xfrm>
          <a:custGeom>
            <a:avLst/>
            <a:gdLst>
              <a:gd name="connsiteX0" fmla="*/ 190214 w 12021682"/>
              <a:gd name="connsiteY0" fmla="*/ 0 h 2988226"/>
              <a:gd name="connsiteX1" fmla="*/ 12021682 w 12021682"/>
              <a:gd name="connsiteY1" fmla="*/ 2947960 h 2988226"/>
              <a:gd name="connsiteX2" fmla="*/ 12011650 w 12021682"/>
              <a:gd name="connsiteY2" fmla="*/ 2988226 h 2988226"/>
              <a:gd name="connsiteX3" fmla="*/ 273082 w 12021682"/>
              <a:gd name="connsiteY3" fmla="*/ 2988226 h 2988226"/>
              <a:gd name="connsiteX4" fmla="*/ 0 w 12021682"/>
              <a:gd name="connsiteY4" fmla="*/ 2715144 h 2988226"/>
              <a:gd name="connsiteX5" fmla="*/ 0 w 12021682"/>
              <a:gd name="connsiteY5" fmla="*/ 763411 h 298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21682" h="2988226">
                <a:moveTo>
                  <a:pt x="190214" y="0"/>
                </a:moveTo>
                <a:lnTo>
                  <a:pt x="12021682" y="2947960"/>
                </a:lnTo>
                <a:lnTo>
                  <a:pt x="12011650" y="2988226"/>
                </a:lnTo>
                <a:lnTo>
                  <a:pt x="273082" y="2988226"/>
                </a:lnTo>
                <a:cubicBezTo>
                  <a:pt x="122263" y="2988226"/>
                  <a:pt x="0" y="2865963"/>
                  <a:pt x="0" y="2715144"/>
                </a:cubicBezTo>
                <a:lnTo>
                  <a:pt x="0" y="763411"/>
                </a:lnTo>
                <a:close/>
              </a:path>
            </a:pathLst>
          </a:custGeom>
          <a:solidFill>
            <a:srgbClr val="002641"/>
          </a:solidFill>
          <a:ln w="6351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24" name="Grafik 10">
            <a:extLst>
              <a:ext uri="{FF2B5EF4-FFF2-40B4-BE49-F238E27FC236}">
                <a16:creationId xmlns:a16="http://schemas.microsoft.com/office/drawing/2014/main" id="{F3FE441B-C081-D2A7-28FE-4281EE75C0D9}"/>
              </a:ext>
            </a:extLst>
          </p:cNvPr>
          <p:cNvSpPr/>
          <p:nvPr userDrawn="1"/>
        </p:nvSpPr>
        <p:spPr>
          <a:xfrm>
            <a:off x="11425881" y="441325"/>
            <a:ext cx="286693" cy="285375"/>
          </a:xfrm>
          <a:custGeom>
            <a:avLst/>
            <a:gdLst>
              <a:gd name="connsiteX0" fmla="*/ 960912 w 2117020"/>
              <a:gd name="connsiteY0" fmla="*/ 1154058 h 2107284"/>
              <a:gd name="connsiteX1" fmla="*/ 956912 w 2117020"/>
              <a:gd name="connsiteY1" fmla="*/ 1151582 h 2107284"/>
              <a:gd name="connsiteX2" fmla="*/ 411606 w 2117020"/>
              <a:gd name="connsiteY2" fmla="*/ 1071096 h 2107284"/>
              <a:gd name="connsiteX3" fmla="*/ 170909 w 2117020"/>
              <a:gd name="connsiteY3" fmla="*/ 1158249 h 2107284"/>
              <a:gd name="connsiteX4" fmla="*/ 411606 w 2117020"/>
              <a:gd name="connsiteY4" fmla="*/ 1245403 h 2107284"/>
              <a:gd name="connsiteX5" fmla="*/ 878045 w 2117020"/>
              <a:gd name="connsiteY5" fmla="*/ 1187491 h 2107284"/>
              <a:gd name="connsiteX6" fmla="*/ 229011 w 2117020"/>
              <a:gd name="connsiteY6" fmla="*/ 1744704 h 2107284"/>
              <a:gd name="connsiteX7" fmla="*/ 17556 w 2117020"/>
              <a:gd name="connsiteY7" fmla="*/ 2088556 h 2107284"/>
              <a:gd name="connsiteX8" fmla="*/ 365028 w 2117020"/>
              <a:gd name="connsiteY8" fmla="*/ 1879292 h 2107284"/>
              <a:gd name="connsiteX9" fmla="*/ 928051 w 2117020"/>
              <a:gd name="connsiteY9" fmla="*/ 1237021 h 2107284"/>
              <a:gd name="connsiteX10" fmla="*/ 870044 w 2117020"/>
              <a:gd name="connsiteY10" fmla="*/ 1703841 h 2107284"/>
              <a:gd name="connsiteX11" fmla="*/ 957198 w 2117020"/>
              <a:gd name="connsiteY11" fmla="*/ 1944443 h 2107284"/>
              <a:gd name="connsiteX12" fmla="*/ 1044351 w 2117020"/>
              <a:gd name="connsiteY12" fmla="*/ 1703841 h 2107284"/>
              <a:gd name="connsiteX13" fmla="*/ 963865 w 2117020"/>
              <a:gd name="connsiteY13" fmla="*/ 1158535 h 2107284"/>
              <a:gd name="connsiteX14" fmla="*/ 961008 w 2117020"/>
              <a:gd name="connsiteY14" fmla="*/ 1154154 h 2107284"/>
              <a:gd name="connsiteX15" fmla="*/ 931575 w 2117020"/>
              <a:gd name="connsiteY15" fmla="*/ 939460 h 2107284"/>
              <a:gd name="connsiteX16" fmla="*/ 942434 w 2117020"/>
              <a:gd name="connsiteY16" fmla="*/ 928602 h 2107284"/>
              <a:gd name="connsiteX17" fmla="*/ 373220 w 2117020"/>
              <a:gd name="connsiteY17" fmla="*/ 228038 h 2107284"/>
              <a:gd name="connsiteX18" fmla="*/ 21938 w 2117020"/>
              <a:gd name="connsiteY18" fmla="*/ 18869 h 2107284"/>
              <a:gd name="connsiteX19" fmla="*/ 231012 w 2117020"/>
              <a:gd name="connsiteY19" fmla="*/ 370151 h 2107284"/>
              <a:gd name="connsiteX20" fmla="*/ 931575 w 2117020"/>
              <a:gd name="connsiteY20" fmla="*/ 939365 h 2107284"/>
              <a:gd name="connsiteX21" fmla="*/ 1065306 w 2117020"/>
              <a:gd name="connsiteY21" fmla="*/ 134407 h 2107284"/>
              <a:gd name="connsiteX22" fmla="*/ 978248 w 2117020"/>
              <a:gd name="connsiteY22" fmla="*/ 371008 h 2107284"/>
              <a:gd name="connsiteX23" fmla="*/ 1058734 w 2117020"/>
              <a:gd name="connsiteY23" fmla="*/ 907075 h 2107284"/>
              <a:gd name="connsiteX24" fmla="*/ 1071974 w 2117020"/>
              <a:gd name="connsiteY24" fmla="*/ 907075 h 2107284"/>
              <a:gd name="connsiteX25" fmla="*/ 1152460 w 2117020"/>
              <a:gd name="connsiteY25" fmla="*/ 371008 h 2107284"/>
              <a:gd name="connsiteX26" fmla="*/ 1065306 w 2117020"/>
              <a:gd name="connsiteY26" fmla="*/ 134407 h 2107284"/>
              <a:gd name="connsiteX27" fmla="*/ 1187417 w 2117020"/>
              <a:gd name="connsiteY27" fmla="*/ 1167870 h 2107284"/>
              <a:gd name="connsiteX28" fmla="*/ 1176558 w 2117020"/>
              <a:gd name="connsiteY28" fmla="*/ 1178728 h 2107284"/>
              <a:gd name="connsiteX29" fmla="*/ 1745772 w 2117020"/>
              <a:gd name="connsiteY29" fmla="*/ 1879292 h 2107284"/>
              <a:gd name="connsiteX30" fmla="*/ 2097054 w 2117020"/>
              <a:gd name="connsiteY30" fmla="*/ 2088366 h 2107284"/>
              <a:gd name="connsiteX31" fmla="*/ 1887885 w 2117020"/>
              <a:gd name="connsiteY31" fmla="*/ 1737084 h 2107284"/>
              <a:gd name="connsiteX32" fmla="*/ 1187322 w 2117020"/>
              <a:gd name="connsiteY32" fmla="*/ 1167870 h 2107284"/>
              <a:gd name="connsiteX33" fmla="*/ 1746820 w 2117020"/>
              <a:gd name="connsiteY33" fmla="*/ 228514 h 2107284"/>
              <a:gd name="connsiteX34" fmla="*/ 1177606 w 2117020"/>
              <a:gd name="connsiteY34" fmla="*/ 929078 h 2107284"/>
              <a:gd name="connsiteX35" fmla="*/ 1188465 w 2117020"/>
              <a:gd name="connsiteY35" fmla="*/ 939936 h 2107284"/>
              <a:gd name="connsiteX36" fmla="*/ 1889028 w 2117020"/>
              <a:gd name="connsiteY36" fmla="*/ 370722 h 2107284"/>
              <a:gd name="connsiteX37" fmla="*/ 2098102 w 2117020"/>
              <a:gd name="connsiteY37" fmla="*/ 19440 h 2107284"/>
              <a:gd name="connsiteX38" fmla="*/ 1746820 w 2117020"/>
              <a:gd name="connsiteY38" fmla="*/ 228514 h 2107284"/>
              <a:gd name="connsiteX39" fmla="*/ 1803018 w 2117020"/>
              <a:gd name="connsiteY39" fmla="*/ 1148534 h 2107284"/>
              <a:gd name="connsiteX40" fmla="*/ 2064669 w 2117020"/>
              <a:gd name="connsiteY40" fmla="*/ 1061475 h 2107284"/>
              <a:gd name="connsiteX41" fmla="*/ 1803018 w 2117020"/>
              <a:gd name="connsiteY41" fmla="*/ 974322 h 2107284"/>
              <a:gd name="connsiteX42" fmla="*/ 1210182 w 2117020"/>
              <a:gd name="connsiteY42" fmla="*/ 1054808 h 2107284"/>
              <a:gd name="connsiteX43" fmla="*/ 1210182 w 2117020"/>
              <a:gd name="connsiteY43" fmla="*/ 1068143 h 2107284"/>
              <a:gd name="connsiteX44" fmla="*/ 1803018 w 2117020"/>
              <a:gd name="connsiteY44" fmla="*/ 1148534 h 210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117020" h="2107284">
                <a:moveTo>
                  <a:pt x="960912" y="1154058"/>
                </a:moveTo>
                <a:cubicBezTo>
                  <a:pt x="959960" y="1153011"/>
                  <a:pt x="958626" y="1152153"/>
                  <a:pt x="956912" y="1151582"/>
                </a:cubicBezTo>
                <a:cubicBezTo>
                  <a:pt x="811751" y="1106433"/>
                  <a:pt x="636681" y="1071096"/>
                  <a:pt x="411606" y="1071096"/>
                </a:cubicBezTo>
                <a:cubicBezTo>
                  <a:pt x="247776" y="1071096"/>
                  <a:pt x="170909" y="1087479"/>
                  <a:pt x="170909" y="1158249"/>
                </a:cubicBezTo>
                <a:cubicBezTo>
                  <a:pt x="170909" y="1229020"/>
                  <a:pt x="247680" y="1245403"/>
                  <a:pt x="411606" y="1245403"/>
                </a:cubicBezTo>
                <a:cubicBezTo>
                  <a:pt x="597343" y="1245403"/>
                  <a:pt x="749076" y="1221305"/>
                  <a:pt x="878045" y="1187491"/>
                </a:cubicBezTo>
                <a:cubicBezTo>
                  <a:pt x="685449" y="1318650"/>
                  <a:pt x="471518" y="1504769"/>
                  <a:pt x="229011" y="1744704"/>
                </a:cubicBezTo>
                <a:cubicBezTo>
                  <a:pt x="38702" y="1933013"/>
                  <a:pt x="-37689" y="2033882"/>
                  <a:pt x="17556" y="2088556"/>
                </a:cubicBezTo>
                <a:cubicBezTo>
                  <a:pt x="72801" y="2143230"/>
                  <a:pt x="174719" y="2067601"/>
                  <a:pt x="365028" y="1879292"/>
                </a:cubicBezTo>
                <a:cubicBezTo>
                  <a:pt x="607535" y="1639262"/>
                  <a:pt x="795558" y="1427616"/>
                  <a:pt x="928051" y="1237021"/>
                </a:cubicBezTo>
                <a:cubicBezTo>
                  <a:pt x="894237" y="1365990"/>
                  <a:pt x="870044" y="1517818"/>
                  <a:pt x="870044" y="1703841"/>
                </a:cubicBezTo>
                <a:cubicBezTo>
                  <a:pt x="870044" y="1867671"/>
                  <a:pt x="886427" y="1944443"/>
                  <a:pt x="957198" y="1944443"/>
                </a:cubicBezTo>
                <a:cubicBezTo>
                  <a:pt x="1027968" y="1944443"/>
                  <a:pt x="1044351" y="1867671"/>
                  <a:pt x="1044351" y="1703841"/>
                </a:cubicBezTo>
                <a:cubicBezTo>
                  <a:pt x="1044351" y="1478766"/>
                  <a:pt x="1009109" y="1303601"/>
                  <a:pt x="963865" y="1158535"/>
                </a:cubicBezTo>
                <a:cubicBezTo>
                  <a:pt x="963293" y="1156535"/>
                  <a:pt x="962246" y="1155106"/>
                  <a:pt x="961008" y="1154154"/>
                </a:cubicBezTo>
                <a:moveTo>
                  <a:pt x="931575" y="939460"/>
                </a:moveTo>
                <a:cubicBezTo>
                  <a:pt x="942434" y="946413"/>
                  <a:pt x="949387" y="939460"/>
                  <a:pt x="942434" y="928602"/>
                </a:cubicBezTo>
                <a:cubicBezTo>
                  <a:pt x="810322" y="722766"/>
                  <a:pt x="635252" y="490071"/>
                  <a:pt x="373220" y="228038"/>
                </a:cubicBezTo>
                <a:cubicBezTo>
                  <a:pt x="182529" y="37252"/>
                  <a:pt x="79659" y="-38853"/>
                  <a:pt x="21938" y="18869"/>
                </a:cubicBezTo>
                <a:cubicBezTo>
                  <a:pt x="-35784" y="76590"/>
                  <a:pt x="40321" y="179365"/>
                  <a:pt x="231012" y="370151"/>
                </a:cubicBezTo>
                <a:cubicBezTo>
                  <a:pt x="493044" y="632184"/>
                  <a:pt x="725740" y="807348"/>
                  <a:pt x="931575" y="939365"/>
                </a:cubicBezTo>
                <a:moveTo>
                  <a:pt x="1065306" y="134407"/>
                </a:moveTo>
                <a:cubicBezTo>
                  <a:pt x="994631" y="134407"/>
                  <a:pt x="978248" y="209940"/>
                  <a:pt x="978248" y="371008"/>
                </a:cubicBezTo>
                <a:cubicBezTo>
                  <a:pt x="978248" y="592274"/>
                  <a:pt x="1013490" y="764486"/>
                  <a:pt x="1058734" y="907075"/>
                </a:cubicBezTo>
                <a:cubicBezTo>
                  <a:pt x="1061115" y="914600"/>
                  <a:pt x="1069593" y="914600"/>
                  <a:pt x="1071974" y="907075"/>
                </a:cubicBezTo>
                <a:cubicBezTo>
                  <a:pt x="1117122" y="764390"/>
                  <a:pt x="1152460" y="592274"/>
                  <a:pt x="1152460" y="371008"/>
                </a:cubicBezTo>
                <a:cubicBezTo>
                  <a:pt x="1152460" y="209940"/>
                  <a:pt x="1136077" y="134407"/>
                  <a:pt x="1065306" y="134407"/>
                </a:cubicBezTo>
                <a:moveTo>
                  <a:pt x="1187417" y="1167870"/>
                </a:moveTo>
                <a:cubicBezTo>
                  <a:pt x="1176558" y="1160821"/>
                  <a:pt x="1169605" y="1167870"/>
                  <a:pt x="1176558" y="1178728"/>
                </a:cubicBezTo>
                <a:cubicBezTo>
                  <a:pt x="1308670" y="1384563"/>
                  <a:pt x="1483740" y="1617259"/>
                  <a:pt x="1745772" y="1879292"/>
                </a:cubicBezTo>
                <a:cubicBezTo>
                  <a:pt x="1936558" y="2070078"/>
                  <a:pt x="2039333" y="2146182"/>
                  <a:pt x="2097054" y="2088366"/>
                </a:cubicBezTo>
                <a:cubicBezTo>
                  <a:pt x="2154776" y="2030644"/>
                  <a:pt x="2078671" y="1927869"/>
                  <a:pt x="1887885" y="1737084"/>
                </a:cubicBezTo>
                <a:cubicBezTo>
                  <a:pt x="1625852" y="1475051"/>
                  <a:pt x="1393157" y="1299886"/>
                  <a:pt x="1187322" y="1167870"/>
                </a:cubicBezTo>
                <a:moveTo>
                  <a:pt x="1746820" y="228514"/>
                </a:moveTo>
                <a:cubicBezTo>
                  <a:pt x="1484787" y="490547"/>
                  <a:pt x="1309623" y="723243"/>
                  <a:pt x="1177606" y="929078"/>
                </a:cubicBezTo>
                <a:cubicBezTo>
                  <a:pt x="1170653" y="939936"/>
                  <a:pt x="1177606" y="946890"/>
                  <a:pt x="1188465" y="939936"/>
                </a:cubicBezTo>
                <a:cubicBezTo>
                  <a:pt x="1394300" y="807824"/>
                  <a:pt x="1626995" y="632755"/>
                  <a:pt x="1889028" y="370722"/>
                </a:cubicBezTo>
                <a:cubicBezTo>
                  <a:pt x="2079814" y="179937"/>
                  <a:pt x="2155919" y="77162"/>
                  <a:pt x="2098102" y="19440"/>
                </a:cubicBezTo>
                <a:cubicBezTo>
                  <a:pt x="2040381" y="-38281"/>
                  <a:pt x="1937606" y="37824"/>
                  <a:pt x="1746820" y="228514"/>
                </a:cubicBezTo>
                <a:moveTo>
                  <a:pt x="1803018" y="1148534"/>
                </a:moveTo>
                <a:cubicBezTo>
                  <a:pt x="1981135" y="1148534"/>
                  <a:pt x="2064669" y="1132151"/>
                  <a:pt x="2064669" y="1061475"/>
                </a:cubicBezTo>
                <a:cubicBezTo>
                  <a:pt x="2064669" y="990800"/>
                  <a:pt x="1981135" y="974322"/>
                  <a:pt x="1803018" y="974322"/>
                </a:cubicBezTo>
                <a:cubicBezTo>
                  <a:pt x="1558320" y="974322"/>
                  <a:pt x="1367916" y="1009659"/>
                  <a:pt x="1210182" y="1054808"/>
                </a:cubicBezTo>
                <a:cubicBezTo>
                  <a:pt x="1201895" y="1057189"/>
                  <a:pt x="1201895" y="1065762"/>
                  <a:pt x="1210182" y="1068143"/>
                </a:cubicBezTo>
                <a:cubicBezTo>
                  <a:pt x="1367916" y="1113291"/>
                  <a:pt x="1558416" y="1148534"/>
                  <a:pt x="1803018" y="1148534"/>
                </a:cubicBezTo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17D7118-F126-526B-D8D8-C5C1C158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003" y="2663826"/>
            <a:ext cx="8423573" cy="2147071"/>
          </a:xfrm>
        </p:spPr>
        <p:txBody>
          <a:bodyPr anchor="b">
            <a:noAutofit/>
          </a:bodyPr>
          <a:lstStyle>
            <a:lvl1pPr>
              <a:defRPr sz="5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829485B-7ED9-B3B2-27BD-E12B1EC9A2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74601" y="3935393"/>
            <a:ext cx="1038490" cy="915846"/>
          </a:xfrm>
        </p:spPr>
        <p:txBody>
          <a:bodyPr anchor="ctr"/>
          <a:lstStyle>
            <a:lvl1pPr>
              <a:lnSpc>
                <a:spcPct val="90000"/>
              </a:lnSpc>
              <a:defRPr sz="6600" b="0" i="0">
                <a:solidFill>
                  <a:schemeClr val="accent4"/>
                </a:solidFill>
                <a:latin typeface="BarmeniaGothaer Offc Medium" panose="020B0603020204020204" pitchFamily="34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0423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D431-686C-0C49-9B87-62E1CB8F9B8F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D13FF5B-02F4-0A2A-C778-1DC51845045A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D607F011-4822-5F17-CC6F-6BB0D4C627B8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A4E4DB74-56BA-D83E-B3C2-64B828152832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CA376208-782D-D030-CCCD-C3C0A5F682D6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C38D705-6B67-74B0-6F07-6F7DC7F55A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1235653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57025F-7285-D34B-8832-6AEC03FE66AD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DDB6500-3F33-08FB-B261-675D8EEE23D1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25B3DA3-BAD4-2410-4C76-34120071529C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1E49287-8C19-8D37-D869-9C69B91D131F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bg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6419F746-B1A5-FC27-48E8-125AFE462FFD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23B72CF7-4E25-1959-7826-3DB40A6C287B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F2B6B1CA-1155-8EF9-07F0-F26738DA6F74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D1CA7984-4898-B40D-C910-29B62BD78F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1342069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78CE7BC0-C122-5303-4CE2-46909A0E973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7030720" cy="6858000"/>
          </a:xfrm>
          <a:custGeom>
            <a:avLst/>
            <a:gdLst>
              <a:gd name="connsiteX0" fmla="*/ 5346401 w 7030720"/>
              <a:gd name="connsiteY0" fmla="*/ 652256 h 6858000"/>
              <a:gd name="connsiteX1" fmla="*/ 5369451 w 7030720"/>
              <a:gd name="connsiteY1" fmla="*/ 677002 h 6858000"/>
              <a:gd name="connsiteX2" fmla="*/ 5346401 w 7030720"/>
              <a:gd name="connsiteY2" fmla="*/ 701748 h 6858000"/>
              <a:gd name="connsiteX3" fmla="*/ 5323350 w 7030720"/>
              <a:gd name="connsiteY3" fmla="*/ 677002 h 6858000"/>
              <a:gd name="connsiteX4" fmla="*/ 5346401 w 7030720"/>
              <a:gd name="connsiteY4" fmla="*/ 652256 h 6858000"/>
              <a:gd name="connsiteX5" fmla="*/ 5121193 w 7030720"/>
              <a:gd name="connsiteY5" fmla="*/ 652256 h 6858000"/>
              <a:gd name="connsiteX6" fmla="*/ 5144243 w 7030720"/>
              <a:gd name="connsiteY6" fmla="*/ 677002 h 6858000"/>
              <a:gd name="connsiteX7" fmla="*/ 5121193 w 7030720"/>
              <a:gd name="connsiteY7" fmla="*/ 701748 h 6858000"/>
              <a:gd name="connsiteX8" fmla="*/ 5098143 w 7030720"/>
              <a:gd name="connsiteY8" fmla="*/ 677002 h 6858000"/>
              <a:gd name="connsiteX9" fmla="*/ 5121193 w 7030720"/>
              <a:gd name="connsiteY9" fmla="*/ 652256 h 6858000"/>
              <a:gd name="connsiteX10" fmla="*/ 5436428 w 7030720"/>
              <a:gd name="connsiteY10" fmla="*/ 651335 h 6858000"/>
              <a:gd name="connsiteX11" fmla="*/ 5456689 w 7030720"/>
              <a:gd name="connsiteY11" fmla="*/ 668498 h 6858000"/>
              <a:gd name="connsiteX12" fmla="*/ 5415859 w 7030720"/>
              <a:gd name="connsiteY12" fmla="*/ 668498 h 6858000"/>
              <a:gd name="connsiteX13" fmla="*/ 5436428 w 7030720"/>
              <a:gd name="connsiteY13" fmla="*/ 651335 h 6858000"/>
              <a:gd name="connsiteX14" fmla="*/ 5524280 w 7030720"/>
              <a:gd name="connsiteY14" fmla="*/ 636015 h 6858000"/>
              <a:gd name="connsiteX15" fmla="*/ 5502624 w 7030720"/>
              <a:gd name="connsiteY15" fmla="*/ 651783 h 6858000"/>
              <a:gd name="connsiteX16" fmla="*/ 5502624 w 7030720"/>
              <a:gd name="connsiteY16" fmla="*/ 637396 h 6858000"/>
              <a:gd name="connsiteX17" fmla="*/ 5484997 w 7030720"/>
              <a:gd name="connsiteY17" fmla="*/ 637396 h 6858000"/>
              <a:gd name="connsiteX18" fmla="*/ 5484997 w 7030720"/>
              <a:gd name="connsiteY18" fmla="*/ 716570 h 6858000"/>
              <a:gd name="connsiteX19" fmla="*/ 5484997 w 7030720"/>
              <a:gd name="connsiteY19" fmla="*/ 716595 h 6858000"/>
              <a:gd name="connsiteX20" fmla="*/ 5502624 w 7030720"/>
              <a:gd name="connsiteY20" fmla="*/ 716595 h 6858000"/>
              <a:gd name="connsiteX21" fmla="*/ 5502624 w 7030720"/>
              <a:gd name="connsiteY21" fmla="*/ 673447 h 6858000"/>
              <a:gd name="connsiteX22" fmla="*/ 5522118 w 7030720"/>
              <a:gd name="connsiteY22" fmla="*/ 654264 h 6858000"/>
              <a:gd name="connsiteX23" fmla="*/ 5525981 w 7030720"/>
              <a:gd name="connsiteY23" fmla="*/ 654264 h 6858000"/>
              <a:gd name="connsiteX24" fmla="*/ 5525981 w 7030720"/>
              <a:gd name="connsiteY24" fmla="*/ 636015 h 6858000"/>
              <a:gd name="connsiteX25" fmla="*/ 5342845 w 7030720"/>
              <a:gd name="connsiteY25" fmla="*/ 635260 h 6858000"/>
              <a:gd name="connsiteX26" fmla="*/ 5305110 w 7030720"/>
              <a:gd name="connsiteY26" fmla="*/ 677015 h 6858000"/>
              <a:gd name="connsiteX27" fmla="*/ 5342845 w 7030720"/>
              <a:gd name="connsiteY27" fmla="*/ 718769 h 6858000"/>
              <a:gd name="connsiteX28" fmla="*/ 5369451 w 7030720"/>
              <a:gd name="connsiteY28" fmla="*/ 703461 h 6858000"/>
              <a:gd name="connsiteX29" fmla="*/ 5369451 w 7030720"/>
              <a:gd name="connsiteY29" fmla="*/ 716608 h 6858000"/>
              <a:gd name="connsiteX30" fmla="*/ 5387091 w 7030720"/>
              <a:gd name="connsiteY30" fmla="*/ 716608 h 6858000"/>
              <a:gd name="connsiteX31" fmla="*/ 5387091 w 7030720"/>
              <a:gd name="connsiteY31" fmla="*/ 637434 h 6858000"/>
              <a:gd name="connsiteX32" fmla="*/ 5369451 w 7030720"/>
              <a:gd name="connsiteY32" fmla="*/ 637434 h 6858000"/>
              <a:gd name="connsiteX33" fmla="*/ 5369451 w 7030720"/>
              <a:gd name="connsiteY33" fmla="*/ 650568 h 6858000"/>
              <a:gd name="connsiteX34" fmla="*/ 5342845 w 7030720"/>
              <a:gd name="connsiteY34" fmla="*/ 635260 h 6858000"/>
              <a:gd name="connsiteX35" fmla="*/ 5121193 w 7030720"/>
              <a:gd name="connsiteY35" fmla="*/ 635248 h 6858000"/>
              <a:gd name="connsiteX36" fmla="*/ 5079889 w 7030720"/>
              <a:gd name="connsiteY36" fmla="*/ 677002 h 6858000"/>
              <a:gd name="connsiteX37" fmla="*/ 5121193 w 7030720"/>
              <a:gd name="connsiteY37" fmla="*/ 718756 h 6858000"/>
              <a:gd name="connsiteX38" fmla="*/ 5162497 w 7030720"/>
              <a:gd name="connsiteY38" fmla="*/ 677002 h 6858000"/>
              <a:gd name="connsiteX39" fmla="*/ 5121193 w 7030720"/>
              <a:gd name="connsiteY39" fmla="*/ 635248 h 6858000"/>
              <a:gd name="connsiteX40" fmla="*/ 5436440 w 7030720"/>
              <a:gd name="connsiteY40" fmla="*/ 635235 h 6858000"/>
              <a:gd name="connsiteX41" fmla="*/ 5397311 w 7030720"/>
              <a:gd name="connsiteY41" fmla="*/ 676989 h 6858000"/>
              <a:gd name="connsiteX42" fmla="*/ 5397298 w 7030720"/>
              <a:gd name="connsiteY42" fmla="*/ 677002 h 6858000"/>
              <a:gd name="connsiteX43" fmla="*/ 5437822 w 7030720"/>
              <a:gd name="connsiteY43" fmla="*/ 718756 h 6858000"/>
              <a:gd name="connsiteX44" fmla="*/ 5472321 w 7030720"/>
              <a:gd name="connsiteY44" fmla="*/ 700968 h 6858000"/>
              <a:gd name="connsiteX45" fmla="*/ 5460258 w 7030720"/>
              <a:gd name="connsiteY45" fmla="*/ 690762 h 6858000"/>
              <a:gd name="connsiteX46" fmla="*/ 5437835 w 7030720"/>
              <a:gd name="connsiteY46" fmla="*/ 702669 h 6858000"/>
              <a:gd name="connsiteX47" fmla="*/ 5415411 w 7030720"/>
              <a:gd name="connsiteY47" fmla="*/ 682718 h 6858000"/>
              <a:gd name="connsiteX48" fmla="*/ 5474649 w 7030720"/>
              <a:gd name="connsiteY48" fmla="*/ 682718 h 6858000"/>
              <a:gd name="connsiteX49" fmla="*/ 5475109 w 7030720"/>
              <a:gd name="connsiteY49" fmla="*/ 676222 h 6858000"/>
              <a:gd name="connsiteX50" fmla="*/ 5436440 w 7030720"/>
              <a:gd name="connsiteY50" fmla="*/ 635235 h 6858000"/>
              <a:gd name="connsiteX51" fmla="*/ 5197290 w 7030720"/>
              <a:gd name="connsiteY51" fmla="*/ 614517 h 6858000"/>
              <a:gd name="connsiteX52" fmla="*/ 5179650 w 7030720"/>
              <a:gd name="connsiteY52" fmla="*/ 619927 h 6858000"/>
              <a:gd name="connsiteX53" fmla="*/ 5179650 w 7030720"/>
              <a:gd name="connsiteY53" fmla="*/ 637396 h 6858000"/>
              <a:gd name="connsiteX54" fmla="*/ 5164339 w 7030720"/>
              <a:gd name="connsiteY54" fmla="*/ 637396 h 6858000"/>
              <a:gd name="connsiteX55" fmla="*/ 5164339 w 7030720"/>
              <a:gd name="connsiteY55" fmla="*/ 652551 h 6858000"/>
              <a:gd name="connsiteX56" fmla="*/ 5179650 w 7030720"/>
              <a:gd name="connsiteY56" fmla="*/ 652551 h 6858000"/>
              <a:gd name="connsiteX57" fmla="*/ 5179650 w 7030720"/>
              <a:gd name="connsiteY57" fmla="*/ 691363 h 6858000"/>
              <a:gd name="connsiteX58" fmla="*/ 5205169 w 7030720"/>
              <a:gd name="connsiteY58" fmla="*/ 718271 h 6858000"/>
              <a:gd name="connsiteX59" fmla="*/ 5216618 w 7030720"/>
              <a:gd name="connsiteY59" fmla="*/ 716877 h 6858000"/>
              <a:gd name="connsiteX60" fmla="*/ 5216631 w 7030720"/>
              <a:gd name="connsiteY60" fmla="*/ 716902 h 6858000"/>
              <a:gd name="connsiteX61" fmla="*/ 5216631 w 7030720"/>
              <a:gd name="connsiteY61" fmla="*/ 702055 h 6858000"/>
              <a:gd name="connsiteX62" fmla="*/ 5209979 w 7030720"/>
              <a:gd name="connsiteY62" fmla="*/ 702515 h 6858000"/>
              <a:gd name="connsiteX63" fmla="*/ 5197290 w 7030720"/>
              <a:gd name="connsiteY63" fmla="*/ 689675 h 6858000"/>
              <a:gd name="connsiteX64" fmla="*/ 5197290 w 7030720"/>
              <a:gd name="connsiteY64" fmla="*/ 652563 h 6858000"/>
              <a:gd name="connsiteX65" fmla="*/ 5216631 w 7030720"/>
              <a:gd name="connsiteY65" fmla="*/ 652563 h 6858000"/>
              <a:gd name="connsiteX66" fmla="*/ 5216631 w 7030720"/>
              <a:gd name="connsiteY66" fmla="*/ 637409 h 6858000"/>
              <a:gd name="connsiteX67" fmla="*/ 5197290 w 7030720"/>
              <a:gd name="connsiteY67" fmla="*/ 637409 h 6858000"/>
              <a:gd name="connsiteX68" fmla="*/ 5228399 w 7030720"/>
              <a:gd name="connsiteY68" fmla="*/ 608341 h 6858000"/>
              <a:gd name="connsiteX69" fmla="*/ 5228399 w 7030720"/>
              <a:gd name="connsiteY69" fmla="*/ 716595 h 6858000"/>
              <a:gd name="connsiteX70" fmla="*/ 5246013 w 7030720"/>
              <a:gd name="connsiteY70" fmla="*/ 716595 h 6858000"/>
              <a:gd name="connsiteX71" fmla="*/ 5246013 w 7030720"/>
              <a:gd name="connsiteY71" fmla="*/ 669585 h 6858000"/>
              <a:gd name="connsiteX72" fmla="*/ 5262411 w 7030720"/>
              <a:gd name="connsiteY72" fmla="*/ 650722 h 6858000"/>
              <a:gd name="connsiteX73" fmla="*/ 5277876 w 7030720"/>
              <a:gd name="connsiteY73" fmla="*/ 668191 h 6858000"/>
              <a:gd name="connsiteX74" fmla="*/ 5277876 w 7030720"/>
              <a:gd name="connsiteY74" fmla="*/ 716595 h 6858000"/>
              <a:gd name="connsiteX75" fmla="*/ 5295516 w 7030720"/>
              <a:gd name="connsiteY75" fmla="*/ 716595 h 6858000"/>
              <a:gd name="connsiteX76" fmla="*/ 5295516 w 7030720"/>
              <a:gd name="connsiteY76" fmla="*/ 665096 h 6858000"/>
              <a:gd name="connsiteX77" fmla="*/ 5269690 w 7030720"/>
              <a:gd name="connsiteY77" fmla="*/ 635248 h 6858000"/>
              <a:gd name="connsiteX78" fmla="*/ 5246026 w 7030720"/>
              <a:gd name="connsiteY78" fmla="*/ 647934 h 6858000"/>
              <a:gd name="connsiteX79" fmla="*/ 5246026 w 7030720"/>
              <a:gd name="connsiteY79" fmla="*/ 608341 h 6858000"/>
              <a:gd name="connsiteX80" fmla="*/ 5020652 w 7030720"/>
              <a:gd name="connsiteY80" fmla="*/ 606486 h 6858000"/>
              <a:gd name="connsiteX81" fmla="*/ 4966198 w 7030720"/>
              <a:gd name="connsiteY81" fmla="*/ 662628 h 6858000"/>
              <a:gd name="connsiteX82" fmla="*/ 5018324 w 7030720"/>
              <a:gd name="connsiteY82" fmla="*/ 718769 h 6858000"/>
              <a:gd name="connsiteX83" fmla="*/ 5051428 w 7030720"/>
              <a:gd name="connsiteY83" fmla="*/ 702681 h 6858000"/>
              <a:gd name="connsiteX84" fmla="*/ 5051428 w 7030720"/>
              <a:gd name="connsiteY84" fmla="*/ 716595 h 6858000"/>
              <a:gd name="connsiteX85" fmla="*/ 5069375 w 7030720"/>
              <a:gd name="connsiteY85" fmla="*/ 716595 h 6858000"/>
              <a:gd name="connsiteX86" fmla="*/ 5069375 w 7030720"/>
              <a:gd name="connsiteY86" fmla="*/ 659686 h 6858000"/>
              <a:gd name="connsiteX87" fmla="*/ 5022506 w 7030720"/>
              <a:gd name="connsiteY87" fmla="*/ 659686 h 6858000"/>
              <a:gd name="connsiteX88" fmla="*/ 5022506 w 7030720"/>
              <a:gd name="connsiteY88" fmla="*/ 677322 h 6858000"/>
              <a:gd name="connsiteX89" fmla="*/ 5049880 w 7030720"/>
              <a:gd name="connsiteY89" fmla="*/ 677322 h 6858000"/>
              <a:gd name="connsiteX90" fmla="*/ 5020639 w 7030720"/>
              <a:gd name="connsiteY90" fmla="*/ 699906 h 6858000"/>
              <a:gd name="connsiteX91" fmla="*/ 4987227 w 7030720"/>
              <a:gd name="connsiteY91" fmla="*/ 662640 h 6858000"/>
              <a:gd name="connsiteX92" fmla="*/ 5020639 w 7030720"/>
              <a:gd name="connsiteY92" fmla="*/ 625375 h 6858000"/>
              <a:gd name="connsiteX93" fmla="*/ 5050034 w 7030720"/>
              <a:gd name="connsiteY93" fmla="*/ 642230 h 6858000"/>
              <a:gd name="connsiteX94" fmla="*/ 5066739 w 7030720"/>
              <a:gd name="connsiteY94" fmla="*/ 631091 h 6858000"/>
              <a:gd name="connsiteX95" fmla="*/ 5020639 w 7030720"/>
              <a:gd name="connsiteY95" fmla="*/ 606499 h 6858000"/>
              <a:gd name="connsiteX96" fmla="*/ 4744738 w 7030720"/>
              <a:gd name="connsiteY96" fmla="*/ 601537 h 6858000"/>
              <a:gd name="connsiteX97" fmla="*/ 4744746 w 7030720"/>
              <a:gd name="connsiteY97" fmla="*/ 601542 h 6858000"/>
              <a:gd name="connsiteX98" fmla="*/ 4743293 w 7030720"/>
              <a:gd name="connsiteY98" fmla="*/ 602995 h 6858000"/>
              <a:gd name="connsiteX99" fmla="*/ 4819735 w 7030720"/>
              <a:gd name="connsiteY99" fmla="*/ 697054 h 6858000"/>
              <a:gd name="connsiteX100" fmla="*/ 4866910 w 7030720"/>
              <a:gd name="connsiteY100" fmla="*/ 725125 h 6858000"/>
              <a:gd name="connsiteX101" fmla="*/ 4838820 w 7030720"/>
              <a:gd name="connsiteY101" fmla="*/ 677961 h 6858000"/>
              <a:gd name="connsiteX102" fmla="*/ 4788949 w 7030720"/>
              <a:gd name="connsiteY102" fmla="*/ 633203 h 6858000"/>
              <a:gd name="connsiteX103" fmla="*/ 4744746 w 7030720"/>
              <a:gd name="connsiteY103" fmla="*/ 601542 h 6858000"/>
              <a:gd name="connsiteX104" fmla="*/ 4744751 w 7030720"/>
              <a:gd name="connsiteY104" fmla="*/ 601537 h 6858000"/>
              <a:gd name="connsiteX105" fmla="*/ 4640551 w 7030720"/>
              <a:gd name="connsiteY105" fmla="*/ 588557 h 6858000"/>
              <a:gd name="connsiteX106" fmla="*/ 4608227 w 7030720"/>
              <a:gd name="connsiteY106" fmla="*/ 600258 h 6858000"/>
              <a:gd name="connsiteX107" fmla="*/ 4640551 w 7030720"/>
              <a:gd name="connsiteY107" fmla="*/ 611960 h 6858000"/>
              <a:gd name="connsiteX108" fmla="*/ 4703192 w 7030720"/>
              <a:gd name="connsiteY108" fmla="*/ 604184 h 6858000"/>
              <a:gd name="connsiteX109" fmla="*/ 4616030 w 7030720"/>
              <a:gd name="connsiteY109" fmla="*/ 678997 h 6858000"/>
              <a:gd name="connsiteX110" fmla="*/ 4587633 w 7030720"/>
              <a:gd name="connsiteY110" fmla="*/ 725164 h 6858000"/>
              <a:gd name="connsiteX111" fmla="*/ 4634296 w 7030720"/>
              <a:gd name="connsiteY111" fmla="*/ 697067 h 6858000"/>
              <a:gd name="connsiteX112" fmla="*/ 4709907 w 7030720"/>
              <a:gd name="connsiteY112" fmla="*/ 610834 h 6858000"/>
              <a:gd name="connsiteX113" fmla="*/ 4702117 w 7030720"/>
              <a:gd name="connsiteY113" fmla="*/ 673511 h 6858000"/>
              <a:gd name="connsiteX114" fmla="*/ 4713821 w 7030720"/>
              <a:gd name="connsiteY114" fmla="*/ 705815 h 6858000"/>
              <a:gd name="connsiteX115" fmla="*/ 4725526 w 7030720"/>
              <a:gd name="connsiteY115" fmla="*/ 673511 h 6858000"/>
              <a:gd name="connsiteX116" fmla="*/ 4714717 w 7030720"/>
              <a:gd name="connsiteY116" fmla="*/ 600297 h 6858000"/>
              <a:gd name="connsiteX117" fmla="*/ 4714333 w 7030720"/>
              <a:gd name="connsiteY117" fmla="*/ 599708 h 6858000"/>
              <a:gd name="connsiteX118" fmla="*/ 4714320 w 7030720"/>
              <a:gd name="connsiteY118" fmla="*/ 599695 h 6858000"/>
              <a:gd name="connsiteX119" fmla="*/ 4713783 w 7030720"/>
              <a:gd name="connsiteY119" fmla="*/ 599363 h 6858000"/>
              <a:gd name="connsiteX120" fmla="*/ 4640551 w 7030720"/>
              <a:gd name="connsiteY120" fmla="*/ 588557 h 6858000"/>
              <a:gd name="connsiteX121" fmla="*/ 4827410 w 7030720"/>
              <a:gd name="connsiteY121" fmla="*/ 575551 h 6858000"/>
              <a:gd name="connsiteX122" fmla="*/ 4747796 w 7030720"/>
              <a:gd name="connsiteY122" fmla="*/ 586357 h 6858000"/>
              <a:gd name="connsiteX123" fmla="*/ 4747796 w 7030720"/>
              <a:gd name="connsiteY123" fmla="*/ 588147 h 6858000"/>
              <a:gd name="connsiteX124" fmla="*/ 4827410 w 7030720"/>
              <a:gd name="connsiteY124" fmla="*/ 598941 h 6858000"/>
              <a:gd name="connsiteX125" fmla="*/ 4862549 w 7030720"/>
              <a:gd name="connsiteY125" fmla="*/ 587252 h 6858000"/>
              <a:gd name="connsiteX126" fmla="*/ 4827410 w 7030720"/>
              <a:gd name="connsiteY126" fmla="*/ 575551 h 6858000"/>
              <a:gd name="connsiteX127" fmla="*/ 4993111 w 7030720"/>
              <a:gd name="connsiteY127" fmla="*/ 515163 h 6858000"/>
              <a:gd name="connsiteX128" fmla="*/ 5024054 w 7030720"/>
              <a:gd name="connsiteY128" fmla="*/ 515163 h 6858000"/>
              <a:gd name="connsiteX129" fmla="*/ 5040913 w 7030720"/>
              <a:gd name="connsiteY129" fmla="*/ 529396 h 6858000"/>
              <a:gd name="connsiteX130" fmla="*/ 5024054 w 7030720"/>
              <a:gd name="connsiteY130" fmla="*/ 543630 h 6858000"/>
              <a:gd name="connsiteX131" fmla="*/ 5024054 w 7030720"/>
              <a:gd name="connsiteY131" fmla="*/ 543617 h 6858000"/>
              <a:gd name="connsiteX132" fmla="*/ 4993111 w 7030720"/>
              <a:gd name="connsiteY132" fmla="*/ 543617 h 6858000"/>
              <a:gd name="connsiteX133" fmla="*/ 5574716 w 7030720"/>
              <a:gd name="connsiteY133" fmla="*/ 497527 h 6858000"/>
              <a:gd name="connsiteX134" fmla="*/ 5597766 w 7030720"/>
              <a:gd name="connsiteY134" fmla="*/ 522273 h 6858000"/>
              <a:gd name="connsiteX135" fmla="*/ 5574716 w 7030720"/>
              <a:gd name="connsiteY135" fmla="*/ 547019 h 6858000"/>
              <a:gd name="connsiteX136" fmla="*/ 5551666 w 7030720"/>
              <a:gd name="connsiteY136" fmla="*/ 522273 h 6858000"/>
              <a:gd name="connsiteX137" fmla="*/ 5574716 w 7030720"/>
              <a:gd name="connsiteY137" fmla="*/ 497527 h 6858000"/>
              <a:gd name="connsiteX138" fmla="*/ 5111919 w 7030720"/>
              <a:gd name="connsiteY138" fmla="*/ 497527 h 6858000"/>
              <a:gd name="connsiteX139" fmla="*/ 5134969 w 7030720"/>
              <a:gd name="connsiteY139" fmla="*/ 522273 h 6858000"/>
              <a:gd name="connsiteX140" fmla="*/ 5111919 w 7030720"/>
              <a:gd name="connsiteY140" fmla="*/ 547019 h 6858000"/>
              <a:gd name="connsiteX141" fmla="*/ 5088869 w 7030720"/>
              <a:gd name="connsiteY141" fmla="*/ 522273 h 6858000"/>
              <a:gd name="connsiteX142" fmla="*/ 5111919 w 7030720"/>
              <a:gd name="connsiteY142" fmla="*/ 497527 h 6858000"/>
              <a:gd name="connsiteX143" fmla="*/ 5376882 w 7030720"/>
              <a:gd name="connsiteY143" fmla="*/ 496606 h 6858000"/>
              <a:gd name="connsiteX144" fmla="*/ 5397144 w 7030720"/>
              <a:gd name="connsiteY144" fmla="*/ 513769 h 6858000"/>
              <a:gd name="connsiteX145" fmla="*/ 5356314 w 7030720"/>
              <a:gd name="connsiteY145" fmla="*/ 513769 h 6858000"/>
              <a:gd name="connsiteX146" fmla="*/ 5376882 w 7030720"/>
              <a:gd name="connsiteY146" fmla="*/ 496606 h 6858000"/>
              <a:gd name="connsiteX147" fmla="*/ 5505578 w 7030720"/>
              <a:gd name="connsiteY147" fmla="*/ 482693 h 6858000"/>
              <a:gd name="connsiteX148" fmla="*/ 5505578 w 7030720"/>
              <a:gd name="connsiteY148" fmla="*/ 561866 h 6858000"/>
              <a:gd name="connsiteX149" fmla="*/ 5523217 w 7030720"/>
              <a:gd name="connsiteY149" fmla="*/ 561866 h 6858000"/>
              <a:gd name="connsiteX150" fmla="*/ 5523217 w 7030720"/>
              <a:gd name="connsiteY150" fmla="*/ 482693 h 6858000"/>
              <a:gd name="connsiteX151" fmla="*/ 5205502 w 7030720"/>
              <a:gd name="connsiteY151" fmla="*/ 481299 h 6858000"/>
              <a:gd name="connsiteX152" fmla="*/ 5183846 w 7030720"/>
              <a:gd name="connsiteY152" fmla="*/ 497080 h 6858000"/>
              <a:gd name="connsiteX153" fmla="*/ 5183846 w 7030720"/>
              <a:gd name="connsiteY153" fmla="*/ 482693 h 6858000"/>
              <a:gd name="connsiteX154" fmla="*/ 5166206 w 7030720"/>
              <a:gd name="connsiteY154" fmla="*/ 482693 h 6858000"/>
              <a:gd name="connsiteX155" fmla="*/ 5166206 w 7030720"/>
              <a:gd name="connsiteY155" fmla="*/ 561866 h 6858000"/>
              <a:gd name="connsiteX156" fmla="*/ 5183846 w 7030720"/>
              <a:gd name="connsiteY156" fmla="*/ 561866 h 6858000"/>
              <a:gd name="connsiteX157" fmla="*/ 5183846 w 7030720"/>
              <a:gd name="connsiteY157" fmla="*/ 518718 h 6858000"/>
              <a:gd name="connsiteX158" fmla="*/ 5203340 w 7030720"/>
              <a:gd name="connsiteY158" fmla="*/ 499548 h 6858000"/>
              <a:gd name="connsiteX159" fmla="*/ 5207203 w 7030720"/>
              <a:gd name="connsiteY159" fmla="*/ 499548 h 6858000"/>
              <a:gd name="connsiteX160" fmla="*/ 5207203 w 7030720"/>
              <a:gd name="connsiteY160" fmla="*/ 481299 h 6858000"/>
              <a:gd name="connsiteX161" fmla="*/ 5571160 w 7030720"/>
              <a:gd name="connsiteY161" fmla="*/ 480531 h 6858000"/>
              <a:gd name="connsiteX162" fmla="*/ 5533412 w 7030720"/>
              <a:gd name="connsiteY162" fmla="*/ 522286 h 6858000"/>
              <a:gd name="connsiteX163" fmla="*/ 5571160 w 7030720"/>
              <a:gd name="connsiteY163" fmla="*/ 564040 h 6858000"/>
              <a:gd name="connsiteX164" fmla="*/ 5597766 w 7030720"/>
              <a:gd name="connsiteY164" fmla="*/ 548732 h 6858000"/>
              <a:gd name="connsiteX165" fmla="*/ 5597766 w 7030720"/>
              <a:gd name="connsiteY165" fmla="*/ 561879 h 6858000"/>
              <a:gd name="connsiteX166" fmla="*/ 5615393 w 7030720"/>
              <a:gd name="connsiteY166" fmla="*/ 561879 h 6858000"/>
              <a:gd name="connsiteX167" fmla="*/ 5615393 w 7030720"/>
              <a:gd name="connsiteY167" fmla="*/ 482705 h 6858000"/>
              <a:gd name="connsiteX168" fmla="*/ 5597766 w 7030720"/>
              <a:gd name="connsiteY168" fmla="*/ 482705 h 6858000"/>
              <a:gd name="connsiteX169" fmla="*/ 5597766 w 7030720"/>
              <a:gd name="connsiteY169" fmla="*/ 495839 h 6858000"/>
              <a:gd name="connsiteX170" fmla="*/ 5571160 w 7030720"/>
              <a:gd name="connsiteY170" fmla="*/ 480531 h 6858000"/>
              <a:gd name="connsiteX171" fmla="*/ 5108350 w 7030720"/>
              <a:gd name="connsiteY171" fmla="*/ 480531 h 6858000"/>
              <a:gd name="connsiteX172" fmla="*/ 5070602 w 7030720"/>
              <a:gd name="connsiteY172" fmla="*/ 522286 h 6858000"/>
              <a:gd name="connsiteX173" fmla="*/ 5108350 w 7030720"/>
              <a:gd name="connsiteY173" fmla="*/ 564040 h 6858000"/>
              <a:gd name="connsiteX174" fmla="*/ 5134956 w 7030720"/>
              <a:gd name="connsiteY174" fmla="*/ 548732 h 6858000"/>
              <a:gd name="connsiteX175" fmla="*/ 5134956 w 7030720"/>
              <a:gd name="connsiteY175" fmla="*/ 561879 h 6858000"/>
              <a:gd name="connsiteX176" fmla="*/ 5152583 w 7030720"/>
              <a:gd name="connsiteY176" fmla="*/ 561879 h 6858000"/>
              <a:gd name="connsiteX177" fmla="*/ 5152583 w 7030720"/>
              <a:gd name="connsiteY177" fmla="*/ 482705 h 6858000"/>
              <a:gd name="connsiteX178" fmla="*/ 5134956 w 7030720"/>
              <a:gd name="connsiteY178" fmla="*/ 482705 h 6858000"/>
              <a:gd name="connsiteX179" fmla="*/ 5134956 w 7030720"/>
              <a:gd name="connsiteY179" fmla="*/ 495839 h 6858000"/>
              <a:gd name="connsiteX180" fmla="*/ 5108350 w 7030720"/>
              <a:gd name="connsiteY180" fmla="*/ 480531 h 6858000"/>
              <a:gd name="connsiteX181" fmla="*/ 5466756 w 7030720"/>
              <a:gd name="connsiteY181" fmla="*/ 480518 h 6858000"/>
              <a:gd name="connsiteX182" fmla="*/ 5443091 w 7030720"/>
              <a:gd name="connsiteY182" fmla="*/ 493205 h 6858000"/>
              <a:gd name="connsiteX183" fmla="*/ 5443091 w 7030720"/>
              <a:gd name="connsiteY183" fmla="*/ 482693 h 6858000"/>
              <a:gd name="connsiteX184" fmla="*/ 5425465 w 7030720"/>
              <a:gd name="connsiteY184" fmla="*/ 482693 h 6858000"/>
              <a:gd name="connsiteX185" fmla="*/ 5425465 w 7030720"/>
              <a:gd name="connsiteY185" fmla="*/ 561866 h 6858000"/>
              <a:gd name="connsiteX186" fmla="*/ 5443079 w 7030720"/>
              <a:gd name="connsiteY186" fmla="*/ 561866 h 6858000"/>
              <a:gd name="connsiteX187" fmla="*/ 5443079 w 7030720"/>
              <a:gd name="connsiteY187" fmla="*/ 514856 h 6858000"/>
              <a:gd name="connsiteX188" fmla="*/ 5459477 w 7030720"/>
              <a:gd name="connsiteY188" fmla="*/ 495993 h 6858000"/>
              <a:gd name="connsiteX189" fmla="*/ 5474942 w 7030720"/>
              <a:gd name="connsiteY189" fmla="*/ 513462 h 6858000"/>
              <a:gd name="connsiteX190" fmla="*/ 5474942 w 7030720"/>
              <a:gd name="connsiteY190" fmla="*/ 561866 h 6858000"/>
              <a:gd name="connsiteX191" fmla="*/ 5492582 w 7030720"/>
              <a:gd name="connsiteY191" fmla="*/ 561866 h 6858000"/>
              <a:gd name="connsiteX192" fmla="*/ 5492582 w 7030720"/>
              <a:gd name="connsiteY192" fmla="*/ 510367 h 6858000"/>
              <a:gd name="connsiteX193" fmla="*/ 5466756 w 7030720"/>
              <a:gd name="connsiteY193" fmla="*/ 480518 h 6858000"/>
              <a:gd name="connsiteX194" fmla="*/ 5376895 w 7030720"/>
              <a:gd name="connsiteY194" fmla="*/ 480518 h 6858000"/>
              <a:gd name="connsiteX195" fmla="*/ 5337753 w 7030720"/>
              <a:gd name="connsiteY195" fmla="*/ 522273 h 6858000"/>
              <a:gd name="connsiteX196" fmla="*/ 5378277 w 7030720"/>
              <a:gd name="connsiteY196" fmla="*/ 564027 h 6858000"/>
              <a:gd name="connsiteX197" fmla="*/ 5412776 w 7030720"/>
              <a:gd name="connsiteY197" fmla="*/ 546239 h 6858000"/>
              <a:gd name="connsiteX198" fmla="*/ 5400713 w 7030720"/>
              <a:gd name="connsiteY198" fmla="*/ 536033 h 6858000"/>
              <a:gd name="connsiteX199" fmla="*/ 5378290 w 7030720"/>
              <a:gd name="connsiteY199" fmla="*/ 547939 h 6858000"/>
              <a:gd name="connsiteX200" fmla="*/ 5355866 w 7030720"/>
              <a:gd name="connsiteY200" fmla="*/ 527989 h 6858000"/>
              <a:gd name="connsiteX201" fmla="*/ 5415103 w 7030720"/>
              <a:gd name="connsiteY201" fmla="*/ 527989 h 6858000"/>
              <a:gd name="connsiteX202" fmla="*/ 5415564 w 7030720"/>
              <a:gd name="connsiteY202" fmla="*/ 521493 h 6858000"/>
              <a:gd name="connsiteX203" fmla="*/ 5376895 w 7030720"/>
              <a:gd name="connsiteY203" fmla="*/ 480518 h 6858000"/>
              <a:gd name="connsiteX204" fmla="*/ 5256553 w 7030720"/>
              <a:gd name="connsiteY204" fmla="*/ 480518 h 6858000"/>
              <a:gd name="connsiteX205" fmla="*/ 5234129 w 7030720"/>
              <a:gd name="connsiteY205" fmla="*/ 493205 h 6858000"/>
              <a:gd name="connsiteX206" fmla="*/ 5234129 w 7030720"/>
              <a:gd name="connsiteY206" fmla="*/ 482693 h 6858000"/>
              <a:gd name="connsiteX207" fmla="*/ 5216490 w 7030720"/>
              <a:gd name="connsiteY207" fmla="*/ 482693 h 6858000"/>
              <a:gd name="connsiteX208" fmla="*/ 5216490 w 7030720"/>
              <a:gd name="connsiteY208" fmla="*/ 561866 h 6858000"/>
              <a:gd name="connsiteX209" fmla="*/ 5234116 w 7030720"/>
              <a:gd name="connsiteY209" fmla="*/ 561866 h 6858000"/>
              <a:gd name="connsiteX210" fmla="*/ 5234116 w 7030720"/>
              <a:gd name="connsiteY210" fmla="*/ 514856 h 6858000"/>
              <a:gd name="connsiteX211" fmla="*/ 5249274 w 7030720"/>
              <a:gd name="connsiteY211" fmla="*/ 495993 h 6858000"/>
              <a:gd name="connsiteX212" fmla="*/ 5263511 w 7030720"/>
              <a:gd name="connsiteY212" fmla="*/ 513462 h 6858000"/>
              <a:gd name="connsiteX213" fmla="*/ 5263511 w 7030720"/>
              <a:gd name="connsiteY213" fmla="*/ 561866 h 6858000"/>
              <a:gd name="connsiteX214" fmla="*/ 5281138 w 7030720"/>
              <a:gd name="connsiteY214" fmla="*/ 561866 h 6858000"/>
              <a:gd name="connsiteX215" fmla="*/ 5281138 w 7030720"/>
              <a:gd name="connsiteY215" fmla="*/ 513155 h 6858000"/>
              <a:gd name="connsiteX216" fmla="*/ 5296296 w 7030720"/>
              <a:gd name="connsiteY216" fmla="*/ 495993 h 6858000"/>
              <a:gd name="connsiteX217" fmla="*/ 5310533 w 7030720"/>
              <a:gd name="connsiteY217" fmla="*/ 513462 h 6858000"/>
              <a:gd name="connsiteX218" fmla="*/ 5310533 w 7030720"/>
              <a:gd name="connsiteY218" fmla="*/ 561866 h 6858000"/>
              <a:gd name="connsiteX219" fmla="*/ 5328172 w 7030720"/>
              <a:gd name="connsiteY219" fmla="*/ 561866 h 6858000"/>
              <a:gd name="connsiteX220" fmla="*/ 5328172 w 7030720"/>
              <a:gd name="connsiteY220" fmla="*/ 510367 h 6858000"/>
              <a:gd name="connsiteX221" fmla="*/ 5302026 w 7030720"/>
              <a:gd name="connsiteY221" fmla="*/ 480518 h 6858000"/>
              <a:gd name="connsiteX222" fmla="*/ 5278209 w 7030720"/>
              <a:gd name="connsiteY222" fmla="*/ 494125 h 6858000"/>
              <a:gd name="connsiteX223" fmla="*/ 5256553 w 7030720"/>
              <a:gd name="connsiteY223" fmla="*/ 480518 h 6858000"/>
              <a:gd name="connsiteX224" fmla="*/ 4993111 w 7030720"/>
              <a:gd name="connsiteY224" fmla="*/ 471861 h 6858000"/>
              <a:gd name="connsiteX225" fmla="*/ 5023120 w 7030720"/>
              <a:gd name="connsiteY225" fmla="*/ 471861 h 6858000"/>
              <a:gd name="connsiteX226" fmla="*/ 5038278 w 7030720"/>
              <a:gd name="connsiteY226" fmla="*/ 484381 h 6858000"/>
              <a:gd name="connsiteX227" fmla="*/ 5023120 w 7030720"/>
              <a:gd name="connsiteY227" fmla="*/ 496913 h 6858000"/>
              <a:gd name="connsiteX228" fmla="*/ 4993111 w 7030720"/>
              <a:gd name="connsiteY228" fmla="*/ 496913 h 6858000"/>
              <a:gd name="connsiteX229" fmla="*/ 4728340 w 7030720"/>
              <a:gd name="connsiteY229" fmla="*/ 462794 h 6858000"/>
              <a:gd name="connsiteX230" fmla="*/ 4716648 w 7030720"/>
              <a:gd name="connsiteY230" fmla="*/ 494561 h 6858000"/>
              <a:gd name="connsiteX231" fmla="*/ 4727457 w 7030720"/>
              <a:gd name="connsiteY231" fmla="*/ 566535 h 6858000"/>
              <a:gd name="connsiteX232" fmla="*/ 4729235 w 7030720"/>
              <a:gd name="connsiteY232" fmla="*/ 566535 h 6858000"/>
              <a:gd name="connsiteX233" fmla="*/ 4740044 w 7030720"/>
              <a:gd name="connsiteY233" fmla="*/ 494561 h 6858000"/>
              <a:gd name="connsiteX234" fmla="*/ 4728340 w 7030720"/>
              <a:gd name="connsiteY234" fmla="*/ 462794 h 6858000"/>
              <a:gd name="connsiteX235" fmla="*/ 4973003 w 7030720"/>
              <a:gd name="connsiteY235" fmla="*/ 453624 h 6858000"/>
              <a:gd name="connsiteX236" fmla="*/ 4973003 w 7030720"/>
              <a:gd name="connsiteY236" fmla="*/ 561866 h 6858000"/>
              <a:gd name="connsiteX237" fmla="*/ 5026369 w 7030720"/>
              <a:gd name="connsiteY237" fmla="*/ 561866 h 6858000"/>
              <a:gd name="connsiteX238" fmla="*/ 5061942 w 7030720"/>
              <a:gd name="connsiteY238" fmla="*/ 531404 h 6858000"/>
              <a:gd name="connsiteX239" fmla="*/ 5043075 w 7030720"/>
              <a:gd name="connsiteY239" fmla="*/ 505584 h 6858000"/>
              <a:gd name="connsiteX240" fmla="*/ 5059320 w 7030720"/>
              <a:gd name="connsiteY240" fmla="*/ 481772 h 6858000"/>
              <a:gd name="connsiteX241" fmla="*/ 5025909 w 7030720"/>
              <a:gd name="connsiteY241" fmla="*/ 453624 h 6858000"/>
              <a:gd name="connsiteX242" fmla="*/ 5514391 w 7030720"/>
              <a:gd name="connsiteY242" fmla="*/ 450670 h 6858000"/>
              <a:gd name="connsiteX243" fmla="*/ 5503403 w 7030720"/>
              <a:gd name="connsiteY243" fmla="*/ 461655 h 6858000"/>
              <a:gd name="connsiteX244" fmla="*/ 5514391 w 7030720"/>
              <a:gd name="connsiteY244" fmla="*/ 472641 h 6858000"/>
              <a:gd name="connsiteX245" fmla="*/ 5525379 w 7030720"/>
              <a:gd name="connsiteY245" fmla="*/ 461655 h 6858000"/>
              <a:gd name="connsiteX246" fmla="*/ 5514391 w 7030720"/>
              <a:gd name="connsiteY246" fmla="*/ 450670 h 6858000"/>
              <a:gd name="connsiteX247" fmla="*/ 4867038 w 7030720"/>
              <a:gd name="connsiteY247" fmla="*/ 447346 h 6858000"/>
              <a:gd name="connsiteX248" fmla="*/ 4819863 w 7030720"/>
              <a:gd name="connsiteY248" fmla="*/ 475417 h 6858000"/>
              <a:gd name="connsiteX249" fmla="*/ 4743421 w 7030720"/>
              <a:gd name="connsiteY249" fmla="*/ 569476 h 6858000"/>
              <a:gd name="connsiteX250" fmla="*/ 4744879 w 7030720"/>
              <a:gd name="connsiteY250" fmla="*/ 570934 h 6858000"/>
              <a:gd name="connsiteX251" fmla="*/ 4838961 w 7030720"/>
              <a:gd name="connsiteY251" fmla="*/ 494510 h 6858000"/>
              <a:gd name="connsiteX252" fmla="*/ 4867038 w 7030720"/>
              <a:gd name="connsiteY252" fmla="*/ 447346 h 6858000"/>
              <a:gd name="connsiteX253" fmla="*/ 4588234 w 7030720"/>
              <a:gd name="connsiteY253" fmla="*/ 447282 h 6858000"/>
              <a:gd name="connsiteX254" fmla="*/ 4616311 w 7030720"/>
              <a:gd name="connsiteY254" fmla="*/ 494446 h 6858000"/>
              <a:gd name="connsiteX255" fmla="*/ 4710393 w 7030720"/>
              <a:gd name="connsiteY255" fmla="*/ 570870 h 6858000"/>
              <a:gd name="connsiteX256" fmla="*/ 4710393 w 7030720"/>
              <a:gd name="connsiteY256" fmla="*/ 570883 h 6858000"/>
              <a:gd name="connsiteX257" fmla="*/ 4711851 w 7030720"/>
              <a:gd name="connsiteY257" fmla="*/ 569425 h 6858000"/>
              <a:gd name="connsiteX258" fmla="*/ 4635409 w 7030720"/>
              <a:gd name="connsiteY258" fmla="*/ 475365 h 6858000"/>
              <a:gd name="connsiteX259" fmla="*/ 4588234 w 7030720"/>
              <a:gd name="connsiteY259" fmla="*/ 447282 h 6858000"/>
              <a:gd name="connsiteX260" fmla="*/ 0 w 7030720"/>
              <a:gd name="connsiteY260" fmla="*/ 0 h 6858000"/>
              <a:gd name="connsiteX261" fmla="*/ 6096000 w 7030720"/>
              <a:gd name="connsiteY261" fmla="*/ 0 h 6858000"/>
              <a:gd name="connsiteX262" fmla="*/ 6096000 w 7030720"/>
              <a:gd name="connsiteY262" fmla="*/ 441325 h 6858000"/>
              <a:gd name="connsiteX263" fmla="*/ 7030720 w 7030720"/>
              <a:gd name="connsiteY263" fmla="*/ 441325 h 6858000"/>
              <a:gd name="connsiteX264" fmla="*/ 7030720 w 7030720"/>
              <a:gd name="connsiteY264" fmla="*/ 1376363 h 6858000"/>
              <a:gd name="connsiteX265" fmla="*/ 6096000 w 7030720"/>
              <a:gd name="connsiteY265" fmla="*/ 1376363 h 6858000"/>
              <a:gd name="connsiteX266" fmla="*/ 6096000 w 7030720"/>
              <a:gd name="connsiteY266" fmla="*/ 6858000 h 6858000"/>
              <a:gd name="connsiteX267" fmla="*/ 0 w 7030720"/>
              <a:gd name="connsiteY26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</a:cxnLst>
            <a:rect l="l" t="t" r="r" b="b"/>
            <a:pathLst>
              <a:path w="7030720" h="6858000">
                <a:moveTo>
                  <a:pt x="5346401" y="652256"/>
                </a:moveTo>
                <a:cubicBezTo>
                  <a:pt x="5359704" y="652256"/>
                  <a:pt x="5369451" y="662768"/>
                  <a:pt x="5369451" y="677002"/>
                </a:cubicBezTo>
                <a:cubicBezTo>
                  <a:pt x="5369451" y="691236"/>
                  <a:pt x="5359704" y="701748"/>
                  <a:pt x="5346401" y="701748"/>
                </a:cubicBezTo>
                <a:cubicBezTo>
                  <a:pt x="5333098" y="701748"/>
                  <a:pt x="5323350" y="691236"/>
                  <a:pt x="5323350" y="677002"/>
                </a:cubicBezTo>
                <a:cubicBezTo>
                  <a:pt x="5323350" y="662768"/>
                  <a:pt x="5333098" y="652256"/>
                  <a:pt x="5346401" y="652256"/>
                </a:cubicBezTo>
                <a:close/>
                <a:moveTo>
                  <a:pt x="5121193" y="652256"/>
                </a:moveTo>
                <a:cubicBezTo>
                  <a:pt x="5134496" y="652256"/>
                  <a:pt x="5144243" y="662768"/>
                  <a:pt x="5144243" y="677002"/>
                </a:cubicBezTo>
                <a:cubicBezTo>
                  <a:pt x="5144243" y="691236"/>
                  <a:pt x="5134496" y="701748"/>
                  <a:pt x="5121193" y="701748"/>
                </a:cubicBezTo>
                <a:cubicBezTo>
                  <a:pt x="5107890" y="701748"/>
                  <a:pt x="5098143" y="691236"/>
                  <a:pt x="5098143" y="677002"/>
                </a:cubicBezTo>
                <a:cubicBezTo>
                  <a:pt x="5098143" y="662768"/>
                  <a:pt x="5107890" y="652256"/>
                  <a:pt x="5121193" y="652256"/>
                </a:cubicBezTo>
                <a:close/>
                <a:moveTo>
                  <a:pt x="5436428" y="651335"/>
                </a:moveTo>
                <a:cubicBezTo>
                  <a:pt x="5446328" y="651335"/>
                  <a:pt x="5454374" y="657218"/>
                  <a:pt x="5456689" y="668498"/>
                </a:cubicBezTo>
                <a:lnTo>
                  <a:pt x="5415859" y="668498"/>
                </a:lnTo>
                <a:cubicBezTo>
                  <a:pt x="5418328" y="657832"/>
                  <a:pt x="5425913" y="651335"/>
                  <a:pt x="5436428" y="651335"/>
                </a:cubicBezTo>
                <a:close/>
                <a:moveTo>
                  <a:pt x="5524280" y="636015"/>
                </a:moveTo>
                <a:cubicBezTo>
                  <a:pt x="5512678" y="636015"/>
                  <a:pt x="5505105" y="642511"/>
                  <a:pt x="5502624" y="651783"/>
                </a:cubicBezTo>
                <a:lnTo>
                  <a:pt x="5502624" y="637396"/>
                </a:lnTo>
                <a:lnTo>
                  <a:pt x="5484997" y="637396"/>
                </a:lnTo>
                <a:lnTo>
                  <a:pt x="5484997" y="716570"/>
                </a:lnTo>
                <a:lnTo>
                  <a:pt x="5484997" y="716595"/>
                </a:lnTo>
                <a:lnTo>
                  <a:pt x="5502624" y="716595"/>
                </a:lnTo>
                <a:lnTo>
                  <a:pt x="5502624" y="673447"/>
                </a:lnTo>
                <a:cubicBezTo>
                  <a:pt x="5502624" y="660300"/>
                  <a:pt x="5508188" y="654264"/>
                  <a:pt x="5522118" y="654264"/>
                </a:cubicBezTo>
                <a:lnTo>
                  <a:pt x="5525981" y="654264"/>
                </a:lnTo>
                <a:lnTo>
                  <a:pt x="5525981" y="636015"/>
                </a:lnTo>
                <a:close/>
                <a:moveTo>
                  <a:pt x="5342845" y="635260"/>
                </a:moveTo>
                <a:cubicBezTo>
                  <a:pt x="5322122" y="635260"/>
                  <a:pt x="5305110" y="652729"/>
                  <a:pt x="5305110" y="677015"/>
                </a:cubicBezTo>
                <a:cubicBezTo>
                  <a:pt x="5305110" y="701300"/>
                  <a:pt x="5322122" y="718769"/>
                  <a:pt x="5342845" y="718769"/>
                </a:cubicBezTo>
                <a:cubicBezTo>
                  <a:pt x="5355061" y="718769"/>
                  <a:pt x="5364194" y="713513"/>
                  <a:pt x="5369451" y="703461"/>
                </a:cubicBezTo>
                <a:lnTo>
                  <a:pt x="5369451" y="716608"/>
                </a:lnTo>
                <a:lnTo>
                  <a:pt x="5387091" y="716608"/>
                </a:lnTo>
                <a:lnTo>
                  <a:pt x="5387091" y="637434"/>
                </a:lnTo>
                <a:lnTo>
                  <a:pt x="5369451" y="637434"/>
                </a:lnTo>
                <a:lnTo>
                  <a:pt x="5369451" y="650568"/>
                </a:lnTo>
                <a:cubicBezTo>
                  <a:pt x="5364194" y="640516"/>
                  <a:pt x="5355061" y="635260"/>
                  <a:pt x="5342845" y="635260"/>
                </a:cubicBezTo>
                <a:close/>
                <a:moveTo>
                  <a:pt x="5121193" y="635248"/>
                </a:moveTo>
                <a:cubicBezTo>
                  <a:pt x="5097682" y="635248"/>
                  <a:pt x="5079889" y="652717"/>
                  <a:pt x="5079889" y="677002"/>
                </a:cubicBezTo>
                <a:cubicBezTo>
                  <a:pt x="5079889" y="701287"/>
                  <a:pt x="5097682" y="718756"/>
                  <a:pt x="5121193" y="718756"/>
                </a:cubicBezTo>
                <a:cubicBezTo>
                  <a:pt x="5144704" y="718756"/>
                  <a:pt x="5162497" y="701287"/>
                  <a:pt x="5162497" y="677002"/>
                </a:cubicBezTo>
                <a:cubicBezTo>
                  <a:pt x="5162497" y="652717"/>
                  <a:pt x="5144704" y="635248"/>
                  <a:pt x="5121193" y="635248"/>
                </a:cubicBezTo>
                <a:close/>
                <a:moveTo>
                  <a:pt x="5436440" y="635235"/>
                </a:moveTo>
                <a:cubicBezTo>
                  <a:pt x="5413237" y="635235"/>
                  <a:pt x="5397311" y="652870"/>
                  <a:pt x="5397311" y="676989"/>
                </a:cubicBezTo>
                <a:lnTo>
                  <a:pt x="5397298" y="677002"/>
                </a:lnTo>
                <a:cubicBezTo>
                  <a:pt x="5397298" y="701121"/>
                  <a:pt x="5414464" y="718756"/>
                  <a:pt x="5437822" y="718756"/>
                </a:cubicBezTo>
                <a:cubicBezTo>
                  <a:pt x="5452212" y="718756"/>
                  <a:pt x="5465822" y="711646"/>
                  <a:pt x="5472321" y="700968"/>
                </a:cubicBezTo>
                <a:lnTo>
                  <a:pt x="5460258" y="690762"/>
                </a:lnTo>
                <a:cubicBezTo>
                  <a:pt x="5455768" y="698193"/>
                  <a:pt x="5447415" y="702669"/>
                  <a:pt x="5437835" y="702669"/>
                </a:cubicBezTo>
                <a:cubicBezTo>
                  <a:pt x="5426233" y="702669"/>
                  <a:pt x="5417573" y="694778"/>
                  <a:pt x="5415411" y="682718"/>
                </a:cubicBezTo>
                <a:lnTo>
                  <a:pt x="5474649" y="682718"/>
                </a:lnTo>
                <a:cubicBezTo>
                  <a:pt x="5474956" y="680711"/>
                  <a:pt x="5475109" y="678383"/>
                  <a:pt x="5475109" y="676222"/>
                </a:cubicBezTo>
                <a:cubicBezTo>
                  <a:pt x="5475109" y="653484"/>
                  <a:pt x="5459644" y="635235"/>
                  <a:pt x="5436440" y="635235"/>
                </a:cubicBezTo>
                <a:close/>
                <a:moveTo>
                  <a:pt x="5197290" y="614517"/>
                </a:moveTo>
                <a:lnTo>
                  <a:pt x="5179650" y="619927"/>
                </a:lnTo>
                <a:lnTo>
                  <a:pt x="5179650" y="637396"/>
                </a:lnTo>
                <a:lnTo>
                  <a:pt x="5164339" y="637396"/>
                </a:lnTo>
                <a:lnTo>
                  <a:pt x="5164339" y="652551"/>
                </a:lnTo>
                <a:lnTo>
                  <a:pt x="5179650" y="652551"/>
                </a:lnTo>
                <a:lnTo>
                  <a:pt x="5179650" y="691363"/>
                </a:lnTo>
                <a:cubicBezTo>
                  <a:pt x="5179650" y="708526"/>
                  <a:pt x="5189090" y="718271"/>
                  <a:pt x="5205169" y="718271"/>
                </a:cubicBezTo>
                <a:cubicBezTo>
                  <a:pt x="5209659" y="718271"/>
                  <a:pt x="5213676" y="717810"/>
                  <a:pt x="5216618" y="716877"/>
                </a:cubicBezTo>
                <a:lnTo>
                  <a:pt x="5216631" y="716902"/>
                </a:lnTo>
                <a:lnTo>
                  <a:pt x="5216631" y="702055"/>
                </a:lnTo>
                <a:cubicBezTo>
                  <a:pt x="5214622" y="702362"/>
                  <a:pt x="5211834" y="702515"/>
                  <a:pt x="5209979" y="702515"/>
                </a:cubicBezTo>
                <a:cubicBezTo>
                  <a:pt x="5201319" y="702515"/>
                  <a:pt x="5197290" y="698026"/>
                  <a:pt x="5197290" y="689675"/>
                </a:cubicBezTo>
                <a:lnTo>
                  <a:pt x="5197290" y="652563"/>
                </a:lnTo>
                <a:lnTo>
                  <a:pt x="5216631" y="652563"/>
                </a:lnTo>
                <a:lnTo>
                  <a:pt x="5216631" y="637409"/>
                </a:lnTo>
                <a:lnTo>
                  <a:pt x="5197290" y="637409"/>
                </a:lnTo>
                <a:close/>
                <a:moveTo>
                  <a:pt x="5228399" y="608341"/>
                </a:moveTo>
                <a:lnTo>
                  <a:pt x="5228399" y="716595"/>
                </a:lnTo>
                <a:lnTo>
                  <a:pt x="5246013" y="716595"/>
                </a:lnTo>
                <a:lnTo>
                  <a:pt x="5246013" y="669585"/>
                </a:lnTo>
                <a:cubicBezTo>
                  <a:pt x="5246013" y="657372"/>
                  <a:pt x="5252511" y="650722"/>
                  <a:pt x="5262411" y="650722"/>
                </a:cubicBezTo>
                <a:cubicBezTo>
                  <a:pt x="5272312" y="650722"/>
                  <a:pt x="5277876" y="657372"/>
                  <a:pt x="5277876" y="668191"/>
                </a:cubicBezTo>
                <a:lnTo>
                  <a:pt x="5277876" y="716595"/>
                </a:lnTo>
                <a:lnTo>
                  <a:pt x="5295516" y="716595"/>
                </a:lnTo>
                <a:lnTo>
                  <a:pt x="5295516" y="665096"/>
                </a:lnTo>
                <a:cubicBezTo>
                  <a:pt x="5295516" y="644685"/>
                  <a:pt x="5284528" y="635248"/>
                  <a:pt x="5269690" y="635248"/>
                </a:cubicBezTo>
                <a:cubicBezTo>
                  <a:pt x="5257474" y="635248"/>
                  <a:pt x="5249428" y="641284"/>
                  <a:pt x="5246026" y="647934"/>
                </a:cubicBezTo>
                <a:lnTo>
                  <a:pt x="5246026" y="608341"/>
                </a:lnTo>
                <a:close/>
                <a:moveTo>
                  <a:pt x="5020652" y="606486"/>
                </a:moveTo>
                <a:cubicBezTo>
                  <a:pt x="4989555" y="606486"/>
                  <a:pt x="4966198" y="629992"/>
                  <a:pt x="4966198" y="662628"/>
                </a:cubicBezTo>
                <a:cubicBezTo>
                  <a:pt x="4966198" y="695264"/>
                  <a:pt x="4989555" y="718769"/>
                  <a:pt x="5018324" y="718769"/>
                </a:cubicBezTo>
                <a:cubicBezTo>
                  <a:pt x="5031627" y="718769"/>
                  <a:pt x="5044150" y="712580"/>
                  <a:pt x="5051428" y="702681"/>
                </a:cubicBezTo>
                <a:lnTo>
                  <a:pt x="5051428" y="716595"/>
                </a:lnTo>
                <a:lnTo>
                  <a:pt x="5069375" y="716595"/>
                </a:lnTo>
                <a:lnTo>
                  <a:pt x="5069375" y="659686"/>
                </a:lnTo>
                <a:lnTo>
                  <a:pt x="5022506" y="659686"/>
                </a:lnTo>
                <a:lnTo>
                  <a:pt x="5022506" y="677322"/>
                </a:lnTo>
                <a:lnTo>
                  <a:pt x="5049880" y="677322"/>
                </a:lnTo>
                <a:cubicBezTo>
                  <a:pt x="5047245" y="690622"/>
                  <a:pt x="5035490" y="699906"/>
                  <a:pt x="5020639" y="699906"/>
                </a:cubicBezTo>
                <a:cubicBezTo>
                  <a:pt x="5001144" y="699906"/>
                  <a:pt x="4987227" y="684138"/>
                  <a:pt x="4987227" y="662640"/>
                </a:cubicBezTo>
                <a:cubicBezTo>
                  <a:pt x="4987227" y="641143"/>
                  <a:pt x="5001144" y="625375"/>
                  <a:pt x="5020639" y="625375"/>
                </a:cubicBezTo>
                <a:cubicBezTo>
                  <a:pt x="5034556" y="625375"/>
                  <a:pt x="5044610" y="632332"/>
                  <a:pt x="5050034" y="642230"/>
                </a:cubicBezTo>
                <a:lnTo>
                  <a:pt x="5066739" y="631091"/>
                </a:lnTo>
                <a:cubicBezTo>
                  <a:pt x="5058540" y="615630"/>
                  <a:pt x="5041220" y="606499"/>
                  <a:pt x="5020639" y="606499"/>
                </a:cubicBezTo>
                <a:close/>
                <a:moveTo>
                  <a:pt x="4744738" y="601537"/>
                </a:moveTo>
                <a:lnTo>
                  <a:pt x="4744746" y="601542"/>
                </a:lnTo>
                <a:lnTo>
                  <a:pt x="4743293" y="602995"/>
                </a:lnTo>
                <a:cubicBezTo>
                  <a:pt x="4761035" y="630631"/>
                  <a:pt x="4784546" y="661873"/>
                  <a:pt x="4819735" y="697054"/>
                </a:cubicBezTo>
                <a:cubicBezTo>
                  <a:pt x="4845357" y="722670"/>
                  <a:pt x="4859159" y="732888"/>
                  <a:pt x="4866910" y="725125"/>
                </a:cubicBezTo>
                <a:cubicBezTo>
                  <a:pt x="4874662" y="717376"/>
                  <a:pt x="4864442" y="703577"/>
                  <a:pt x="4838820" y="677961"/>
                </a:cubicBezTo>
                <a:cubicBezTo>
                  <a:pt x="4821226" y="660371"/>
                  <a:pt x="4804616" y="645696"/>
                  <a:pt x="4788949" y="633203"/>
                </a:cubicBezTo>
                <a:lnTo>
                  <a:pt x="4744746" y="601542"/>
                </a:lnTo>
                <a:lnTo>
                  <a:pt x="4744751" y="601537"/>
                </a:lnTo>
                <a:close/>
                <a:moveTo>
                  <a:pt x="4640551" y="588557"/>
                </a:moveTo>
                <a:cubicBezTo>
                  <a:pt x="4618550" y="588557"/>
                  <a:pt x="4608227" y="590756"/>
                  <a:pt x="4608227" y="600258"/>
                </a:cubicBezTo>
                <a:cubicBezTo>
                  <a:pt x="4608227" y="609760"/>
                  <a:pt x="4618537" y="611960"/>
                  <a:pt x="4640551" y="611960"/>
                </a:cubicBezTo>
                <a:cubicBezTo>
                  <a:pt x="4665495" y="611960"/>
                  <a:pt x="4685872" y="608724"/>
                  <a:pt x="4703192" y="604184"/>
                </a:cubicBezTo>
                <a:cubicBezTo>
                  <a:pt x="4677327" y="621794"/>
                  <a:pt x="4648597" y="646783"/>
                  <a:pt x="4616030" y="678997"/>
                </a:cubicBezTo>
                <a:cubicBezTo>
                  <a:pt x="4590472" y="704280"/>
                  <a:pt x="4580214" y="717823"/>
                  <a:pt x="4587633" y="725164"/>
                </a:cubicBezTo>
                <a:cubicBezTo>
                  <a:pt x="4595052" y="732504"/>
                  <a:pt x="4608739" y="722350"/>
                  <a:pt x="4634296" y="697067"/>
                </a:cubicBezTo>
                <a:cubicBezTo>
                  <a:pt x="4666864" y="664840"/>
                  <a:pt x="4692114" y="636424"/>
                  <a:pt x="4709907" y="610834"/>
                </a:cubicBezTo>
                <a:cubicBezTo>
                  <a:pt x="4705366" y="628150"/>
                  <a:pt x="4702117" y="648535"/>
                  <a:pt x="4702117" y="673511"/>
                </a:cubicBezTo>
                <a:cubicBezTo>
                  <a:pt x="4702117" y="695507"/>
                  <a:pt x="4704317" y="705815"/>
                  <a:pt x="4713821" y="705815"/>
                </a:cubicBezTo>
                <a:cubicBezTo>
                  <a:pt x="4723325" y="705815"/>
                  <a:pt x="4725526" y="695507"/>
                  <a:pt x="4725526" y="673511"/>
                </a:cubicBezTo>
                <a:cubicBezTo>
                  <a:pt x="4725526" y="643291"/>
                  <a:pt x="4720793" y="619773"/>
                  <a:pt x="4714717" y="600297"/>
                </a:cubicBezTo>
                <a:cubicBezTo>
                  <a:pt x="4714640" y="600028"/>
                  <a:pt x="4714499" y="599836"/>
                  <a:pt x="4714333" y="599708"/>
                </a:cubicBezTo>
                <a:lnTo>
                  <a:pt x="4714320" y="599695"/>
                </a:lnTo>
                <a:cubicBezTo>
                  <a:pt x="4714192" y="599555"/>
                  <a:pt x="4714013" y="599440"/>
                  <a:pt x="4713783" y="599363"/>
                </a:cubicBezTo>
                <a:cubicBezTo>
                  <a:pt x="4694289" y="593301"/>
                  <a:pt x="4670778" y="588557"/>
                  <a:pt x="4640551" y="588557"/>
                </a:cubicBezTo>
                <a:close/>
                <a:moveTo>
                  <a:pt x="4827410" y="575551"/>
                </a:moveTo>
                <a:cubicBezTo>
                  <a:pt x="4794549" y="575551"/>
                  <a:pt x="4768978" y="580295"/>
                  <a:pt x="4747796" y="586357"/>
                </a:cubicBezTo>
                <a:cubicBezTo>
                  <a:pt x="4746683" y="586677"/>
                  <a:pt x="4746683" y="587828"/>
                  <a:pt x="4747796" y="588147"/>
                </a:cubicBezTo>
                <a:cubicBezTo>
                  <a:pt x="4768978" y="594209"/>
                  <a:pt x="4794562" y="598941"/>
                  <a:pt x="4827410" y="598941"/>
                </a:cubicBezTo>
                <a:cubicBezTo>
                  <a:pt x="4851330" y="598941"/>
                  <a:pt x="4862549" y="596741"/>
                  <a:pt x="4862549" y="587252"/>
                </a:cubicBezTo>
                <a:cubicBezTo>
                  <a:pt x="4862549" y="577763"/>
                  <a:pt x="4851330" y="575551"/>
                  <a:pt x="4827410" y="575551"/>
                </a:cubicBezTo>
                <a:close/>
                <a:moveTo>
                  <a:pt x="4993111" y="515163"/>
                </a:moveTo>
                <a:lnTo>
                  <a:pt x="5024054" y="515163"/>
                </a:lnTo>
                <a:cubicBezTo>
                  <a:pt x="5034722" y="515163"/>
                  <a:pt x="5040913" y="520419"/>
                  <a:pt x="5040913" y="529396"/>
                </a:cubicBezTo>
                <a:cubicBezTo>
                  <a:pt x="5040913" y="538374"/>
                  <a:pt x="5034722" y="543630"/>
                  <a:pt x="5024054" y="543630"/>
                </a:cubicBezTo>
                <a:lnTo>
                  <a:pt x="5024054" y="543617"/>
                </a:lnTo>
                <a:lnTo>
                  <a:pt x="4993111" y="543617"/>
                </a:lnTo>
                <a:close/>
                <a:moveTo>
                  <a:pt x="5574716" y="497527"/>
                </a:moveTo>
                <a:cubicBezTo>
                  <a:pt x="5588019" y="497527"/>
                  <a:pt x="5597766" y="508039"/>
                  <a:pt x="5597766" y="522273"/>
                </a:cubicBezTo>
                <a:cubicBezTo>
                  <a:pt x="5597766" y="536507"/>
                  <a:pt x="5588019" y="547019"/>
                  <a:pt x="5574716" y="547019"/>
                </a:cubicBezTo>
                <a:cubicBezTo>
                  <a:pt x="5561413" y="547019"/>
                  <a:pt x="5551666" y="536507"/>
                  <a:pt x="5551666" y="522273"/>
                </a:cubicBezTo>
                <a:cubicBezTo>
                  <a:pt x="5551666" y="508039"/>
                  <a:pt x="5561413" y="497527"/>
                  <a:pt x="5574716" y="497527"/>
                </a:cubicBezTo>
                <a:close/>
                <a:moveTo>
                  <a:pt x="5111919" y="497527"/>
                </a:moveTo>
                <a:cubicBezTo>
                  <a:pt x="5125222" y="497527"/>
                  <a:pt x="5134969" y="508039"/>
                  <a:pt x="5134969" y="522273"/>
                </a:cubicBezTo>
                <a:cubicBezTo>
                  <a:pt x="5134969" y="536507"/>
                  <a:pt x="5125222" y="547019"/>
                  <a:pt x="5111919" y="547019"/>
                </a:cubicBezTo>
                <a:cubicBezTo>
                  <a:pt x="5098616" y="547019"/>
                  <a:pt x="5088869" y="536507"/>
                  <a:pt x="5088869" y="522273"/>
                </a:cubicBezTo>
                <a:cubicBezTo>
                  <a:pt x="5088869" y="508039"/>
                  <a:pt x="5098616" y="497527"/>
                  <a:pt x="5111919" y="497527"/>
                </a:cubicBezTo>
                <a:close/>
                <a:moveTo>
                  <a:pt x="5376882" y="496606"/>
                </a:moveTo>
                <a:cubicBezTo>
                  <a:pt x="5386783" y="496606"/>
                  <a:pt x="5394829" y="502489"/>
                  <a:pt x="5397144" y="513769"/>
                </a:cubicBezTo>
                <a:lnTo>
                  <a:pt x="5356314" y="513769"/>
                </a:lnTo>
                <a:cubicBezTo>
                  <a:pt x="5358782" y="503103"/>
                  <a:pt x="5366368" y="496606"/>
                  <a:pt x="5376882" y="496606"/>
                </a:cubicBezTo>
                <a:close/>
                <a:moveTo>
                  <a:pt x="5505578" y="482693"/>
                </a:moveTo>
                <a:lnTo>
                  <a:pt x="5505578" y="561866"/>
                </a:lnTo>
                <a:lnTo>
                  <a:pt x="5523217" y="561866"/>
                </a:lnTo>
                <a:lnTo>
                  <a:pt x="5523217" y="482693"/>
                </a:lnTo>
                <a:close/>
                <a:moveTo>
                  <a:pt x="5205502" y="481299"/>
                </a:moveTo>
                <a:cubicBezTo>
                  <a:pt x="5193900" y="481299"/>
                  <a:pt x="5186327" y="487795"/>
                  <a:pt x="5183846" y="497080"/>
                </a:cubicBezTo>
                <a:lnTo>
                  <a:pt x="5183846" y="482693"/>
                </a:lnTo>
                <a:lnTo>
                  <a:pt x="5166206" y="482693"/>
                </a:lnTo>
                <a:lnTo>
                  <a:pt x="5166206" y="561866"/>
                </a:lnTo>
                <a:lnTo>
                  <a:pt x="5183846" y="561866"/>
                </a:lnTo>
                <a:lnTo>
                  <a:pt x="5183846" y="518718"/>
                </a:lnTo>
                <a:cubicBezTo>
                  <a:pt x="5183846" y="505571"/>
                  <a:pt x="5189410" y="499548"/>
                  <a:pt x="5203340" y="499548"/>
                </a:cubicBezTo>
                <a:lnTo>
                  <a:pt x="5207203" y="499548"/>
                </a:lnTo>
                <a:lnTo>
                  <a:pt x="5207203" y="481299"/>
                </a:lnTo>
                <a:close/>
                <a:moveTo>
                  <a:pt x="5571160" y="480531"/>
                </a:moveTo>
                <a:cubicBezTo>
                  <a:pt x="5550438" y="480531"/>
                  <a:pt x="5533412" y="498000"/>
                  <a:pt x="5533412" y="522286"/>
                </a:cubicBezTo>
                <a:cubicBezTo>
                  <a:pt x="5533412" y="546571"/>
                  <a:pt x="5550425" y="564040"/>
                  <a:pt x="5571160" y="564040"/>
                </a:cubicBezTo>
                <a:cubicBezTo>
                  <a:pt x="5583376" y="564040"/>
                  <a:pt x="5592509" y="558784"/>
                  <a:pt x="5597766" y="548732"/>
                </a:cubicBezTo>
                <a:lnTo>
                  <a:pt x="5597766" y="561879"/>
                </a:lnTo>
                <a:lnTo>
                  <a:pt x="5615393" y="561879"/>
                </a:lnTo>
                <a:lnTo>
                  <a:pt x="5615393" y="482705"/>
                </a:lnTo>
                <a:lnTo>
                  <a:pt x="5597766" y="482705"/>
                </a:lnTo>
                <a:lnTo>
                  <a:pt x="5597766" y="495839"/>
                </a:lnTo>
                <a:cubicBezTo>
                  <a:pt x="5592509" y="485787"/>
                  <a:pt x="5583376" y="480531"/>
                  <a:pt x="5571160" y="480531"/>
                </a:cubicBezTo>
                <a:close/>
                <a:moveTo>
                  <a:pt x="5108350" y="480531"/>
                </a:moveTo>
                <a:cubicBezTo>
                  <a:pt x="5087628" y="480531"/>
                  <a:pt x="5070602" y="498000"/>
                  <a:pt x="5070602" y="522286"/>
                </a:cubicBezTo>
                <a:cubicBezTo>
                  <a:pt x="5070602" y="546571"/>
                  <a:pt x="5087615" y="564040"/>
                  <a:pt x="5108350" y="564040"/>
                </a:cubicBezTo>
                <a:cubicBezTo>
                  <a:pt x="5120566" y="564040"/>
                  <a:pt x="5129699" y="558784"/>
                  <a:pt x="5134956" y="548732"/>
                </a:cubicBezTo>
                <a:lnTo>
                  <a:pt x="5134956" y="561879"/>
                </a:lnTo>
                <a:lnTo>
                  <a:pt x="5152583" y="561879"/>
                </a:lnTo>
                <a:lnTo>
                  <a:pt x="5152583" y="482705"/>
                </a:lnTo>
                <a:lnTo>
                  <a:pt x="5134956" y="482705"/>
                </a:lnTo>
                <a:lnTo>
                  <a:pt x="5134956" y="495839"/>
                </a:lnTo>
                <a:cubicBezTo>
                  <a:pt x="5129699" y="485787"/>
                  <a:pt x="5120566" y="480531"/>
                  <a:pt x="5108350" y="480531"/>
                </a:cubicBezTo>
                <a:close/>
                <a:moveTo>
                  <a:pt x="5466756" y="480518"/>
                </a:moveTo>
                <a:cubicBezTo>
                  <a:pt x="5454540" y="480518"/>
                  <a:pt x="5446494" y="486555"/>
                  <a:pt x="5443091" y="493205"/>
                </a:cubicBezTo>
                <a:lnTo>
                  <a:pt x="5443091" y="482693"/>
                </a:lnTo>
                <a:lnTo>
                  <a:pt x="5425465" y="482693"/>
                </a:lnTo>
                <a:lnTo>
                  <a:pt x="5425465" y="561866"/>
                </a:lnTo>
                <a:lnTo>
                  <a:pt x="5443079" y="561866"/>
                </a:lnTo>
                <a:lnTo>
                  <a:pt x="5443079" y="514856"/>
                </a:lnTo>
                <a:cubicBezTo>
                  <a:pt x="5443079" y="502643"/>
                  <a:pt x="5449577" y="495993"/>
                  <a:pt x="5459477" y="495993"/>
                </a:cubicBezTo>
                <a:cubicBezTo>
                  <a:pt x="5469378" y="495993"/>
                  <a:pt x="5474942" y="502643"/>
                  <a:pt x="5474942" y="513462"/>
                </a:cubicBezTo>
                <a:lnTo>
                  <a:pt x="5474942" y="561866"/>
                </a:lnTo>
                <a:lnTo>
                  <a:pt x="5492582" y="561866"/>
                </a:lnTo>
                <a:lnTo>
                  <a:pt x="5492582" y="510367"/>
                </a:lnTo>
                <a:cubicBezTo>
                  <a:pt x="5492582" y="489956"/>
                  <a:pt x="5481594" y="480518"/>
                  <a:pt x="5466756" y="480518"/>
                </a:cubicBezTo>
                <a:close/>
                <a:moveTo>
                  <a:pt x="5376895" y="480518"/>
                </a:moveTo>
                <a:cubicBezTo>
                  <a:pt x="5353691" y="480518"/>
                  <a:pt x="5337753" y="498141"/>
                  <a:pt x="5337753" y="522273"/>
                </a:cubicBezTo>
                <a:cubicBezTo>
                  <a:pt x="5337753" y="546392"/>
                  <a:pt x="5354919" y="564027"/>
                  <a:pt x="5378277" y="564027"/>
                </a:cubicBezTo>
                <a:cubicBezTo>
                  <a:pt x="5392667" y="564027"/>
                  <a:pt x="5406277" y="556917"/>
                  <a:pt x="5412776" y="546239"/>
                </a:cubicBezTo>
                <a:lnTo>
                  <a:pt x="5400713" y="536033"/>
                </a:lnTo>
                <a:cubicBezTo>
                  <a:pt x="5396223" y="543451"/>
                  <a:pt x="5387870" y="547939"/>
                  <a:pt x="5378290" y="547939"/>
                </a:cubicBezTo>
                <a:cubicBezTo>
                  <a:pt x="5366688" y="547939"/>
                  <a:pt x="5358028" y="540049"/>
                  <a:pt x="5355866" y="527989"/>
                </a:cubicBezTo>
                <a:lnTo>
                  <a:pt x="5415103" y="527989"/>
                </a:lnTo>
                <a:cubicBezTo>
                  <a:pt x="5415411" y="525982"/>
                  <a:pt x="5415564" y="523654"/>
                  <a:pt x="5415564" y="521493"/>
                </a:cubicBezTo>
                <a:cubicBezTo>
                  <a:pt x="5415564" y="498755"/>
                  <a:pt x="5400099" y="480518"/>
                  <a:pt x="5376895" y="480518"/>
                </a:cubicBezTo>
                <a:close/>
                <a:moveTo>
                  <a:pt x="5256553" y="480518"/>
                </a:moveTo>
                <a:cubicBezTo>
                  <a:pt x="5245104" y="480518"/>
                  <a:pt x="5237532" y="486555"/>
                  <a:pt x="5234129" y="493205"/>
                </a:cubicBezTo>
                <a:lnTo>
                  <a:pt x="5234129" y="482693"/>
                </a:lnTo>
                <a:lnTo>
                  <a:pt x="5216490" y="482693"/>
                </a:lnTo>
                <a:lnTo>
                  <a:pt x="5216490" y="561866"/>
                </a:lnTo>
                <a:lnTo>
                  <a:pt x="5234116" y="561866"/>
                </a:lnTo>
                <a:lnTo>
                  <a:pt x="5234116" y="514856"/>
                </a:lnTo>
                <a:cubicBezTo>
                  <a:pt x="5234116" y="502643"/>
                  <a:pt x="5240154" y="495993"/>
                  <a:pt x="5249274" y="495993"/>
                </a:cubicBezTo>
                <a:cubicBezTo>
                  <a:pt x="5258395" y="495993"/>
                  <a:pt x="5263511" y="502643"/>
                  <a:pt x="5263511" y="513462"/>
                </a:cubicBezTo>
                <a:lnTo>
                  <a:pt x="5263511" y="561866"/>
                </a:lnTo>
                <a:lnTo>
                  <a:pt x="5281138" y="561866"/>
                </a:lnTo>
                <a:lnTo>
                  <a:pt x="5281138" y="513155"/>
                </a:lnTo>
                <a:cubicBezTo>
                  <a:pt x="5281138" y="502643"/>
                  <a:pt x="5287176" y="495993"/>
                  <a:pt x="5296296" y="495993"/>
                </a:cubicBezTo>
                <a:cubicBezTo>
                  <a:pt x="5305416" y="495993"/>
                  <a:pt x="5310533" y="502643"/>
                  <a:pt x="5310533" y="513462"/>
                </a:cubicBezTo>
                <a:lnTo>
                  <a:pt x="5310533" y="561866"/>
                </a:lnTo>
                <a:lnTo>
                  <a:pt x="5328172" y="561866"/>
                </a:lnTo>
                <a:lnTo>
                  <a:pt x="5328172" y="510367"/>
                </a:lnTo>
                <a:cubicBezTo>
                  <a:pt x="5328172" y="489956"/>
                  <a:pt x="5317658" y="480518"/>
                  <a:pt x="5302026" y="480518"/>
                </a:cubicBezTo>
                <a:cubicBezTo>
                  <a:pt x="5291512" y="480518"/>
                  <a:pt x="5283312" y="485161"/>
                  <a:pt x="5278209" y="494125"/>
                </a:cubicBezTo>
                <a:cubicBezTo>
                  <a:pt x="5274039" y="484841"/>
                  <a:pt x="5266146" y="480518"/>
                  <a:pt x="5256553" y="480518"/>
                </a:cubicBezTo>
                <a:close/>
                <a:moveTo>
                  <a:pt x="4993111" y="471861"/>
                </a:moveTo>
                <a:lnTo>
                  <a:pt x="5023120" y="471861"/>
                </a:lnTo>
                <a:cubicBezTo>
                  <a:pt x="5032714" y="471861"/>
                  <a:pt x="5038278" y="476503"/>
                  <a:pt x="5038278" y="484381"/>
                </a:cubicBezTo>
                <a:cubicBezTo>
                  <a:pt x="5038278" y="492258"/>
                  <a:pt x="5032714" y="496913"/>
                  <a:pt x="5023120" y="496913"/>
                </a:cubicBezTo>
                <a:lnTo>
                  <a:pt x="4993111" y="496913"/>
                </a:lnTo>
                <a:close/>
                <a:moveTo>
                  <a:pt x="4728340" y="462794"/>
                </a:moveTo>
                <a:cubicBezTo>
                  <a:pt x="4718848" y="462794"/>
                  <a:pt x="4716648" y="472936"/>
                  <a:pt x="4716648" y="494561"/>
                </a:cubicBezTo>
                <a:cubicBezTo>
                  <a:pt x="4716648" y="524269"/>
                  <a:pt x="4721381" y="547390"/>
                  <a:pt x="4727457" y="566535"/>
                </a:cubicBezTo>
                <a:cubicBezTo>
                  <a:pt x="4727777" y="567545"/>
                  <a:pt x="4728915" y="567545"/>
                  <a:pt x="4729235" y="566535"/>
                </a:cubicBezTo>
                <a:cubicBezTo>
                  <a:pt x="4735298" y="547378"/>
                  <a:pt x="4740044" y="524269"/>
                  <a:pt x="4740044" y="494561"/>
                </a:cubicBezTo>
                <a:cubicBezTo>
                  <a:pt x="4740044" y="472936"/>
                  <a:pt x="4737844" y="462794"/>
                  <a:pt x="4728340" y="462794"/>
                </a:cubicBezTo>
                <a:close/>
                <a:moveTo>
                  <a:pt x="4973003" y="453624"/>
                </a:moveTo>
                <a:lnTo>
                  <a:pt x="4973003" y="561866"/>
                </a:lnTo>
                <a:lnTo>
                  <a:pt x="5026369" y="561866"/>
                </a:lnTo>
                <a:cubicBezTo>
                  <a:pt x="5048793" y="561866"/>
                  <a:pt x="5061942" y="550574"/>
                  <a:pt x="5061942" y="531404"/>
                </a:cubicBezTo>
                <a:cubicBezTo>
                  <a:pt x="5061942" y="518257"/>
                  <a:pt x="5054677" y="509446"/>
                  <a:pt x="5043075" y="505584"/>
                </a:cubicBezTo>
                <a:cubicBezTo>
                  <a:pt x="5053129" y="501722"/>
                  <a:pt x="5059320" y="492744"/>
                  <a:pt x="5059320" y="481772"/>
                </a:cubicBezTo>
                <a:cubicBezTo>
                  <a:pt x="5059320" y="464136"/>
                  <a:pt x="5046951" y="453624"/>
                  <a:pt x="5025909" y="453624"/>
                </a:cubicBezTo>
                <a:close/>
                <a:moveTo>
                  <a:pt x="5514391" y="450670"/>
                </a:moveTo>
                <a:cubicBezTo>
                  <a:pt x="5508354" y="450670"/>
                  <a:pt x="5503403" y="455619"/>
                  <a:pt x="5503403" y="461655"/>
                </a:cubicBezTo>
                <a:cubicBezTo>
                  <a:pt x="5503403" y="467692"/>
                  <a:pt x="5508354" y="472641"/>
                  <a:pt x="5514391" y="472641"/>
                </a:cubicBezTo>
                <a:cubicBezTo>
                  <a:pt x="5520429" y="472641"/>
                  <a:pt x="5525379" y="467692"/>
                  <a:pt x="5525379" y="461655"/>
                </a:cubicBezTo>
                <a:cubicBezTo>
                  <a:pt x="5525379" y="455619"/>
                  <a:pt x="5520429" y="450670"/>
                  <a:pt x="5514391" y="450670"/>
                </a:cubicBezTo>
                <a:close/>
                <a:moveTo>
                  <a:pt x="4867038" y="447346"/>
                </a:moveTo>
                <a:cubicBezTo>
                  <a:pt x="4859287" y="439596"/>
                  <a:pt x="4845485" y="449814"/>
                  <a:pt x="4819863" y="475417"/>
                </a:cubicBezTo>
                <a:cubicBezTo>
                  <a:pt x="4784674" y="510598"/>
                  <a:pt x="4761150" y="541840"/>
                  <a:pt x="4743421" y="569476"/>
                </a:cubicBezTo>
                <a:cubicBezTo>
                  <a:pt x="4742487" y="570934"/>
                  <a:pt x="4743421" y="571868"/>
                  <a:pt x="4744879" y="570934"/>
                </a:cubicBezTo>
                <a:cubicBezTo>
                  <a:pt x="4772522" y="553196"/>
                  <a:pt x="4803771" y="529691"/>
                  <a:pt x="4838961" y="494510"/>
                </a:cubicBezTo>
                <a:cubicBezTo>
                  <a:pt x="4864582" y="468894"/>
                  <a:pt x="4874803" y="455096"/>
                  <a:pt x="4867038" y="447346"/>
                </a:cubicBezTo>
                <a:close/>
                <a:moveTo>
                  <a:pt x="4588234" y="447282"/>
                </a:moveTo>
                <a:cubicBezTo>
                  <a:pt x="4580482" y="455032"/>
                  <a:pt x="4590703" y="468830"/>
                  <a:pt x="4616311" y="494446"/>
                </a:cubicBezTo>
                <a:cubicBezTo>
                  <a:pt x="4651501" y="529627"/>
                  <a:pt x="4682751" y="553145"/>
                  <a:pt x="4710393" y="570870"/>
                </a:cubicBezTo>
                <a:lnTo>
                  <a:pt x="4710393" y="570883"/>
                </a:lnTo>
                <a:cubicBezTo>
                  <a:pt x="4711851" y="571816"/>
                  <a:pt x="4712785" y="570883"/>
                  <a:pt x="4711851" y="569425"/>
                </a:cubicBezTo>
                <a:cubicBezTo>
                  <a:pt x="4694109" y="541789"/>
                  <a:pt x="4670599" y="510547"/>
                  <a:pt x="4635409" y="475365"/>
                </a:cubicBezTo>
                <a:cubicBezTo>
                  <a:pt x="4609800" y="449750"/>
                  <a:pt x="4595986" y="439532"/>
                  <a:pt x="4588234" y="447282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441325"/>
                </a:lnTo>
                <a:lnTo>
                  <a:pt x="7030720" y="441325"/>
                </a:lnTo>
                <a:lnTo>
                  <a:pt x="7030720" y="1376363"/>
                </a:lnTo>
                <a:lnTo>
                  <a:pt x="6096000" y="1376363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FF4B80A6-7EBD-27D1-6423-96DC051435AE}"/>
              </a:ext>
            </a:extLst>
          </p:cNvPr>
          <p:cNvSpPr/>
          <p:nvPr userDrawn="1"/>
        </p:nvSpPr>
        <p:spPr>
          <a:xfrm>
            <a:off x="6096000" y="0"/>
            <a:ext cx="6097200" cy="6858000"/>
          </a:xfrm>
          <a:custGeom>
            <a:avLst/>
            <a:gdLst>
              <a:gd name="connsiteX0" fmla="*/ 5346401 w 6097200"/>
              <a:gd name="connsiteY0" fmla="*/ 652256 h 6858000"/>
              <a:gd name="connsiteX1" fmla="*/ 5369451 w 6097200"/>
              <a:gd name="connsiteY1" fmla="*/ 677002 h 6858000"/>
              <a:gd name="connsiteX2" fmla="*/ 5346401 w 6097200"/>
              <a:gd name="connsiteY2" fmla="*/ 701748 h 6858000"/>
              <a:gd name="connsiteX3" fmla="*/ 5323350 w 6097200"/>
              <a:gd name="connsiteY3" fmla="*/ 677002 h 6858000"/>
              <a:gd name="connsiteX4" fmla="*/ 5346401 w 6097200"/>
              <a:gd name="connsiteY4" fmla="*/ 652256 h 6858000"/>
              <a:gd name="connsiteX5" fmla="*/ 5121193 w 6097200"/>
              <a:gd name="connsiteY5" fmla="*/ 652256 h 6858000"/>
              <a:gd name="connsiteX6" fmla="*/ 5144243 w 6097200"/>
              <a:gd name="connsiteY6" fmla="*/ 677002 h 6858000"/>
              <a:gd name="connsiteX7" fmla="*/ 5121193 w 6097200"/>
              <a:gd name="connsiteY7" fmla="*/ 701748 h 6858000"/>
              <a:gd name="connsiteX8" fmla="*/ 5098143 w 6097200"/>
              <a:gd name="connsiteY8" fmla="*/ 677002 h 6858000"/>
              <a:gd name="connsiteX9" fmla="*/ 5121193 w 6097200"/>
              <a:gd name="connsiteY9" fmla="*/ 652256 h 6858000"/>
              <a:gd name="connsiteX10" fmla="*/ 5436428 w 6097200"/>
              <a:gd name="connsiteY10" fmla="*/ 651335 h 6858000"/>
              <a:gd name="connsiteX11" fmla="*/ 5456689 w 6097200"/>
              <a:gd name="connsiteY11" fmla="*/ 668498 h 6858000"/>
              <a:gd name="connsiteX12" fmla="*/ 5415859 w 6097200"/>
              <a:gd name="connsiteY12" fmla="*/ 668498 h 6858000"/>
              <a:gd name="connsiteX13" fmla="*/ 5436428 w 6097200"/>
              <a:gd name="connsiteY13" fmla="*/ 651335 h 6858000"/>
              <a:gd name="connsiteX14" fmla="*/ 5524280 w 6097200"/>
              <a:gd name="connsiteY14" fmla="*/ 636015 h 6858000"/>
              <a:gd name="connsiteX15" fmla="*/ 5502624 w 6097200"/>
              <a:gd name="connsiteY15" fmla="*/ 651783 h 6858000"/>
              <a:gd name="connsiteX16" fmla="*/ 5502624 w 6097200"/>
              <a:gd name="connsiteY16" fmla="*/ 637396 h 6858000"/>
              <a:gd name="connsiteX17" fmla="*/ 5484997 w 6097200"/>
              <a:gd name="connsiteY17" fmla="*/ 637396 h 6858000"/>
              <a:gd name="connsiteX18" fmla="*/ 5484997 w 6097200"/>
              <a:gd name="connsiteY18" fmla="*/ 716570 h 6858000"/>
              <a:gd name="connsiteX19" fmla="*/ 5484997 w 6097200"/>
              <a:gd name="connsiteY19" fmla="*/ 716595 h 6858000"/>
              <a:gd name="connsiteX20" fmla="*/ 5502624 w 6097200"/>
              <a:gd name="connsiteY20" fmla="*/ 716595 h 6858000"/>
              <a:gd name="connsiteX21" fmla="*/ 5502624 w 6097200"/>
              <a:gd name="connsiteY21" fmla="*/ 673447 h 6858000"/>
              <a:gd name="connsiteX22" fmla="*/ 5522118 w 6097200"/>
              <a:gd name="connsiteY22" fmla="*/ 654264 h 6858000"/>
              <a:gd name="connsiteX23" fmla="*/ 5525981 w 6097200"/>
              <a:gd name="connsiteY23" fmla="*/ 654264 h 6858000"/>
              <a:gd name="connsiteX24" fmla="*/ 5525981 w 6097200"/>
              <a:gd name="connsiteY24" fmla="*/ 636015 h 6858000"/>
              <a:gd name="connsiteX25" fmla="*/ 5342845 w 6097200"/>
              <a:gd name="connsiteY25" fmla="*/ 635260 h 6858000"/>
              <a:gd name="connsiteX26" fmla="*/ 5305110 w 6097200"/>
              <a:gd name="connsiteY26" fmla="*/ 677015 h 6858000"/>
              <a:gd name="connsiteX27" fmla="*/ 5342845 w 6097200"/>
              <a:gd name="connsiteY27" fmla="*/ 718769 h 6858000"/>
              <a:gd name="connsiteX28" fmla="*/ 5369451 w 6097200"/>
              <a:gd name="connsiteY28" fmla="*/ 703461 h 6858000"/>
              <a:gd name="connsiteX29" fmla="*/ 5369451 w 6097200"/>
              <a:gd name="connsiteY29" fmla="*/ 716608 h 6858000"/>
              <a:gd name="connsiteX30" fmla="*/ 5387091 w 6097200"/>
              <a:gd name="connsiteY30" fmla="*/ 716608 h 6858000"/>
              <a:gd name="connsiteX31" fmla="*/ 5387091 w 6097200"/>
              <a:gd name="connsiteY31" fmla="*/ 637434 h 6858000"/>
              <a:gd name="connsiteX32" fmla="*/ 5369451 w 6097200"/>
              <a:gd name="connsiteY32" fmla="*/ 637434 h 6858000"/>
              <a:gd name="connsiteX33" fmla="*/ 5369451 w 6097200"/>
              <a:gd name="connsiteY33" fmla="*/ 650568 h 6858000"/>
              <a:gd name="connsiteX34" fmla="*/ 5342845 w 6097200"/>
              <a:gd name="connsiteY34" fmla="*/ 635260 h 6858000"/>
              <a:gd name="connsiteX35" fmla="*/ 5121193 w 6097200"/>
              <a:gd name="connsiteY35" fmla="*/ 635248 h 6858000"/>
              <a:gd name="connsiteX36" fmla="*/ 5079889 w 6097200"/>
              <a:gd name="connsiteY36" fmla="*/ 677002 h 6858000"/>
              <a:gd name="connsiteX37" fmla="*/ 5121193 w 6097200"/>
              <a:gd name="connsiteY37" fmla="*/ 718756 h 6858000"/>
              <a:gd name="connsiteX38" fmla="*/ 5162497 w 6097200"/>
              <a:gd name="connsiteY38" fmla="*/ 677002 h 6858000"/>
              <a:gd name="connsiteX39" fmla="*/ 5121193 w 6097200"/>
              <a:gd name="connsiteY39" fmla="*/ 635248 h 6858000"/>
              <a:gd name="connsiteX40" fmla="*/ 5436440 w 6097200"/>
              <a:gd name="connsiteY40" fmla="*/ 635235 h 6858000"/>
              <a:gd name="connsiteX41" fmla="*/ 5397311 w 6097200"/>
              <a:gd name="connsiteY41" fmla="*/ 676989 h 6858000"/>
              <a:gd name="connsiteX42" fmla="*/ 5397298 w 6097200"/>
              <a:gd name="connsiteY42" fmla="*/ 677002 h 6858000"/>
              <a:gd name="connsiteX43" fmla="*/ 5437822 w 6097200"/>
              <a:gd name="connsiteY43" fmla="*/ 718756 h 6858000"/>
              <a:gd name="connsiteX44" fmla="*/ 5472321 w 6097200"/>
              <a:gd name="connsiteY44" fmla="*/ 700968 h 6858000"/>
              <a:gd name="connsiteX45" fmla="*/ 5460258 w 6097200"/>
              <a:gd name="connsiteY45" fmla="*/ 690762 h 6858000"/>
              <a:gd name="connsiteX46" fmla="*/ 5437835 w 6097200"/>
              <a:gd name="connsiteY46" fmla="*/ 702669 h 6858000"/>
              <a:gd name="connsiteX47" fmla="*/ 5415411 w 6097200"/>
              <a:gd name="connsiteY47" fmla="*/ 682718 h 6858000"/>
              <a:gd name="connsiteX48" fmla="*/ 5474649 w 6097200"/>
              <a:gd name="connsiteY48" fmla="*/ 682718 h 6858000"/>
              <a:gd name="connsiteX49" fmla="*/ 5475109 w 6097200"/>
              <a:gd name="connsiteY49" fmla="*/ 676222 h 6858000"/>
              <a:gd name="connsiteX50" fmla="*/ 5436440 w 6097200"/>
              <a:gd name="connsiteY50" fmla="*/ 635235 h 6858000"/>
              <a:gd name="connsiteX51" fmla="*/ 5197290 w 6097200"/>
              <a:gd name="connsiteY51" fmla="*/ 614517 h 6858000"/>
              <a:gd name="connsiteX52" fmla="*/ 5179650 w 6097200"/>
              <a:gd name="connsiteY52" fmla="*/ 619927 h 6858000"/>
              <a:gd name="connsiteX53" fmla="*/ 5179650 w 6097200"/>
              <a:gd name="connsiteY53" fmla="*/ 637396 h 6858000"/>
              <a:gd name="connsiteX54" fmla="*/ 5164339 w 6097200"/>
              <a:gd name="connsiteY54" fmla="*/ 637396 h 6858000"/>
              <a:gd name="connsiteX55" fmla="*/ 5164339 w 6097200"/>
              <a:gd name="connsiteY55" fmla="*/ 652551 h 6858000"/>
              <a:gd name="connsiteX56" fmla="*/ 5179650 w 6097200"/>
              <a:gd name="connsiteY56" fmla="*/ 652551 h 6858000"/>
              <a:gd name="connsiteX57" fmla="*/ 5179650 w 6097200"/>
              <a:gd name="connsiteY57" fmla="*/ 691363 h 6858000"/>
              <a:gd name="connsiteX58" fmla="*/ 5205169 w 6097200"/>
              <a:gd name="connsiteY58" fmla="*/ 718271 h 6858000"/>
              <a:gd name="connsiteX59" fmla="*/ 5216618 w 6097200"/>
              <a:gd name="connsiteY59" fmla="*/ 716877 h 6858000"/>
              <a:gd name="connsiteX60" fmla="*/ 5216631 w 6097200"/>
              <a:gd name="connsiteY60" fmla="*/ 716902 h 6858000"/>
              <a:gd name="connsiteX61" fmla="*/ 5216631 w 6097200"/>
              <a:gd name="connsiteY61" fmla="*/ 702055 h 6858000"/>
              <a:gd name="connsiteX62" fmla="*/ 5209979 w 6097200"/>
              <a:gd name="connsiteY62" fmla="*/ 702515 h 6858000"/>
              <a:gd name="connsiteX63" fmla="*/ 5197290 w 6097200"/>
              <a:gd name="connsiteY63" fmla="*/ 689675 h 6858000"/>
              <a:gd name="connsiteX64" fmla="*/ 5197290 w 6097200"/>
              <a:gd name="connsiteY64" fmla="*/ 652563 h 6858000"/>
              <a:gd name="connsiteX65" fmla="*/ 5216631 w 6097200"/>
              <a:gd name="connsiteY65" fmla="*/ 652563 h 6858000"/>
              <a:gd name="connsiteX66" fmla="*/ 5216631 w 6097200"/>
              <a:gd name="connsiteY66" fmla="*/ 637409 h 6858000"/>
              <a:gd name="connsiteX67" fmla="*/ 5197290 w 6097200"/>
              <a:gd name="connsiteY67" fmla="*/ 637409 h 6858000"/>
              <a:gd name="connsiteX68" fmla="*/ 5228399 w 6097200"/>
              <a:gd name="connsiteY68" fmla="*/ 608341 h 6858000"/>
              <a:gd name="connsiteX69" fmla="*/ 5228399 w 6097200"/>
              <a:gd name="connsiteY69" fmla="*/ 716595 h 6858000"/>
              <a:gd name="connsiteX70" fmla="*/ 5246013 w 6097200"/>
              <a:gd name="connsiteY70" fmla="*/ 716595 h 6858000"/>
              <a:gd name="connsiteX71" fmla="*/ 5246013 w 6097200"/>
              <a:gd name="connsiteY71" fmla="*/ 669585 h 6858000"/>
              <a:gd name="connsiteX72" fmla="*/ 5262411 w 6097200"/>
              <a:gd name="connsiteY72" fmla="*/ 650722 h 6858000"/>
              <a:gd name="connsiteX73" fmla="*/ 5277876 w 6097200"/>
              <a:gd name="connsiteY73" fmla="*/ 668191 h 6858000"/>
              <a:gd name="connsiteX74" fmla="*/ 5277876 w 6097200"/>
              <a:gd name="connsiteY74" fmla="*/ 716595 h 6858000"/>
              <a:gd name="connsiteX75" fmla="*/ 5295516 w 6097200"/>
              <a:gd name="connsiteY75" fmla="*/ 716595 h 6858000"/>
              <a:gd name="connsiteX76" fmla="*/ 5295516 w 6097200"/>
              <a:gd name="connsiteY76" fmla="*/ 665096 h 6858000"/>
              <a:gd name="connsiteX77" fmla="*/ 5269690 w 6097200"/>
              <a:gd name="connsiteY77" fmla="*/ 635248 h 6858000"/>
              <a:gd name="connsiteX78" fmla="*/ 5246026 w 6097200"/>
              <a:gd name="connsiteY78" fmla="*/ 647934 h 6858000"/>
              <a:gd name="connsiteX79" fmla="*/ 5246026 w 6097200"/>
              <a:gd name="connsiteY79" fmla="*/ 608341 h 6858000"/>
              <a:gd name="connsiteX80" fmla="*/ 5020652 w 6097200"/>
              <a:gd name="connsiteY80" fmla="*/ 606486 h 6858000"/>
              <a:gd name="connsiteX81" fmla="*/ 4966198 w 6097200"/>
              <a:gd name="connsiteY81" fmla="*/ 662628 h 6858000"/>
              <a:gd name="connsiteX82" fmla="*/ 5018324 w 6097200"/>
              <a:gd name="connsiteY82" fmla="*/ 718769 h 6858000"/>
              <a:gd name="connsiteX83" fmla="*/ 5051428 w 6097200"/>
              <a:gd name="connsiteY83" fmla="*/ 702681 h 6858000"/>
              <a:gd name="connsiteX84" fmla="*/ 5051428 w 6097200"/>
              <a:gd name="connsiteY84" fmla="*/ 716595 h 6858000"/>
              <a:gd name="connsiteX85" fmla="*/ 5069375 w 6097200"/>
              <a:gd name="connsiteY85" fmla="*/ 716595 h 6858000"/>
              <a:gd name="connsiteX86" fmla="*/ 5069375 w 6097200"/>
              <a:gd name="connsiteY86" fmla="*/ 659686 h 6858000"/>
              <a:gd name="connsiteX87" fmla="*/ 5022506 w 6097200"/>
              <a:gd name="connsiteY87" fmla="*/ 659686 h 6858000"/>
              <a:gd name="connsiteX88" fmla="*/ 5022506 w 6097200"/>
              <a:gd name="connsiteY88" fmla="*/ 677322 h 6858000"/>
              <a:gd name="connsiteX89" fmla="*/ 5049880 w 6097200"/>
              <a:gd name="connsiteY89" fmla="*/ 677322 h 6858000"/>
              <a:gd name="connsiteX90" fmla="*/ 5020639 w 6097200"/>
              <a:gd name="connsiteY90" fmla="*/ 699906 h 6858000"/>
              <a:gd name="connsiteX91" fmla="*/ 4987227 w 6097200"/>
              <a:gd name="connsiteY91" fmla="*/ 662640 h 6858000"/>
              <a:gd name="connsiteX92" fmla="*/ 5020639 w 6097200"/>
              <a:gd name="connsiteY92" fmla="*/ 625375 h 6858000"/>
              <a:gd name="connsiteX93" fmla="*/ 5050034 w 6097200"/>
              <a:gd name="connsiteY93" fmla="*/ 642230 h 6858000"/>
              <a:gd name="connsiteX94" fmla="*/ 5066739 w 6097200"/>
              <a:gd name="connsiteY94" fmla="*/ 631091 h 6858000"/>
              <a:gd name="connsiteX95" fmla="*/ 5020639 w 6097200"/>
              <a:gd name="connsiteY95" fmla="*/ 606499 h 6858000"/>
              <a:gd name="connsiteX96" fmla="*/ 4744738 w 6097200"/>
              <a:gd name="connsiteY96" fmla="*/ 601537 h 6858000"/>
              <a:gd name="connsiteX97" fmla="*/ 4744746 w 6097200"/>
              <a:gd name="connsiteY97" fmla="*/ 601542 h 6858000"/>
              <a:gd name="connsiteX98" fmla="*/ 4743293 w 6097200"/>
              <a:gd name="connsiteY98" fmla="*/ 602995 h 6858000"/>
              <a:gd name="connsiteX99" fmla="*/ 4819735 w 6097200"/>
              <a:gd name="connsiteY99" fmla="*/ 697054 h 6858000"/>
              <a:gd name="connsiteX100" fmla="*/ 4866910 w 6097200"/>
              <a:gd name="connsiteY100" fmla="*/ 725125 h 6858000"/>
              <a:gd name="connsiteX101" fmla="*/ 4838820 w 6097200"/>
              <a:gd name="connsiteY101" fmla="*/ 677961 h 6858000"/>
              <a:gd name="connsiteX102" fmla="*/ 4788949 w 6097200"/>
              <a:gd name="connsiteY102" fmla="*/ 633203 h 6858000"/>
              <a:gd name="connsiteX103" fmla="*/ 4744746 w 6097200"/>
              <a:gd name="connsiteY103" fmla="*/ 601542 h 6858000"/>
              <a:gd name="connsiteX104" fmla="*/ 4744751 w 6097200"/>
              <a:gd name="connsiteY104" fmla="*/ 601537 h 6858000"/>
              <a:gd name="connsiteX105" fmla="*/ 4640551 w 6097200"/>
              <a:gd name="connsiteY105" fmla="*/ 588557 h 6858000"/>
              <a:gd name="connsiteX106" fmla="*/ 4608227 w 6097200"/>
              <a:gd name="connsiteY106" fmla="*/ 600258 h 6858000"/>
              <a:gd name="connsiteX107" fmla="*/ 4640551 w 6097200"/>
              <a:gd name="connsiteY107" fmla="*/ 611960 h 6858000"/>
              <a:gd name="connsiteX108" fmla="*/ 4703192 w 6097200"/>
              <a:gd name="connsiteY108" fmla="*/ 604184 h 6858000"/>
              <a:gd name="connsiteX109" fmla="*/ 4616030 w 6097200"/>
              <a:gd name="connsiteY109" fmla="*/ 678997 h 6858000"/>
              <a:gd name="connsiteX110" fmla="*/ 4587633 w 6097200"/>
              <a:gd name="connsiteY110" fmla="*/ 725164 h 6858000"/>
              <a:gd name="connsiteX111" fmla="*/ 4634296 w 6097200"/>
              <a:gd name="connsiteY111" fmla="*/ 697067 h 6858000"/>
              <a:gd name="connsiteX112" fmla="*/ 4709907 w 6097200"/>
              <a:gd name="connsiteY112" fmla="*/ 610834 h 6858000"/>
              <a:gd name="connsiteX113" fmla="*/ 4702117 w 6097200"/>
              <a:gd name="connsiteY113" fmla="*/ 673511 h 6858000"/>
              <a:gd name="connsiteX114" fmla="*/ 4713821 w 6097200"/>
              <a:gd name="connsiteY114" fmla="*/ 705815 h 6858000"/>
              <a:gd name="connsiteX115" fmla="*/ 4725526 w 6097200"/>
              <a:gd name="connsiteY115" fmla="*/ 673511 h 6858000"/>
              <a:gd name="connsiteX116" fmla="*/ 4714717 w 6097200"/>
              <a:gd name="connsiteY116" fmla="*/ 600297 h 6858000"/>
              <a:gd name="connsiteX117" fmla="*/ 4714333 w 6097200"/>
              <a:gd name="connsiteY117" fmla="*/ 599708 h 6858000"/>
              <a:gd name="connsiteX118" fmla="*/ 4714320 w 6097200"/>
              <a:gd name="connsiteY118" fmla="*/ 599695 h 6858000"/>
              <a:gd name="connsiteX119" fmla="*/ 4713783 w 6097200"/>
              <a:gd name="connsiteY119" fmla="*/ 599363 h 6858000"/>
              <a:gd name="connsiteX120" fmla="*/ 4640551 w 6097200"/>
              <a:gd name="connsiteY120" fmla="*/ 588557 h 6858000"/>
              <a:gd name="connsiteX121" fmla="*/ 4827410 w 6097200"/>
              <a:gd name="connsiteY121" fmla="*/ 575551 h 6858000"/>
              <a:gd name="connsiteX122" fmla="*/ 4747796 w 6097200"/>
              <a:gd name="connsiteY122" fmla="*/ 586357 h 6858000"/>
              <a:gd name="connsiteX123" fmla="*/ 4747796 w 6097200"/>
              <a:gd name="connsiteY123" fmla="*/ 588147 h 6858000"/>
              <a:gd name="connsiteX124" fmla="*/ 4827410 w 6097200"/>
              <a:gd name="connsiteY124" fmla="*/ 598941 h 6858000"/>
              <a:gd name="connsiteX125" fmla="*/ 4862549 w 6097200"/>
              <a:gd name="connsiteY125" fmla="*/ 587252 h 6858000"/>
              <a:gd name="connsiteX126" fmla="*/ 4827410 w 6097200"/>
              <a:gd name="connsiteY126" fmla="*/ 575551 h 6858000"/>
              <a:gd name="connsiteX127" fmla="*/ 4993111 w 6097200"/>
              <a:gd name="connsiteY127" fmla="*/ 515163 h 6858000"/>
              <a:gd name="connsiteX128" fmla="*/ 5024054 w 6097200"/>
              <a:gd name="connsiteY128" fmla="*/ 515163 h 6858000"/>
              <a:gd name="connsiteX129" fmla="*/ 5040913 w 6097200"/>
              <a:gd name="connsiteY129" fmla="*/ 529396 h 6858000"/>
              <a:gd name="connsiteX130" fmla="*/ 5024054 w 6097200"/>
              <a:gd name="connsiteY130" fmla="*/ 543630 h 6858000"/>
              <a:gd name="connsiteX131" fmla="*/ 5024054 w 6097200"/>
              <a:gd name="connsiteY131" fmla="*/ 543617 h 6858000"/>
              <a:gd name="connsiteX132" fmla="*/ 4993111 w 6097200"/>
              <a:gd name="connsiteY132" fmla="*/ 543617 h 6858000"/>
              <a:gd name="connsiteX133" fmla="*/ 5574716 w 6097200"/>
              <a:gd name="connsiteY133" fmla="*/ 497527 h 6858000"/>
              <a:gd name="connsiteX134" fmla="*/ 5597766 w 6097200"/>
              <a:gd name="connsiteY134" fmla="*/ 522273 h 6858000"/>
              <a:gd name="connsiteX135" fmla="*/ 5574716 w 6097200"/>
              <a:gd name="connsiteY135" fmla="*/ 547019 h 6858000"/>
              <a:gd name="connsiteX136" fmla="*/ 5551666 w 6097200"/>
              <a:gd name="connsiteY136" fmla="*/ 522273 h 6858000"/>
              <a:gd name="connsiteX137" fmla="*/ 5574716 w 6097200"/>
              <a:gd name="connsiteY137" fmla="*/ 497527 h 6858000"/>
              <a:gd name="connsiteX138" fmla="*/ 5111919 w 6097200"/>
              <a:gd name="connsiteY138" fmla="*/ 497527 h 6858000"/>
              <a:gd name="connsiteX139" fmla="*/ 5134969 w 6097200"/>
              <a:gd name="connsiteY139" fmla="*/ 522273 h 6858000"/>
              <a:gd name="connsiteX140" fmla="*/ 5111919 w 6097200"/>
              <a:gd name="connsiteY140" fmla="*/ 547019 h 6858000"/>
              <a:gd name="connsiteX141" fmla="*/ 5088869 w 6097200"/>
              <a:gd name="connsiteY141" fmla="*/ 522273 h 6858000"/>
              <a:gd name="connsiteX142" fmla="*/ 5111919 w 6097200"/>
              <a:gd name="connsiteY142" fmla="*/ 497527 h 6858000"/>
              <a:gd name="connsiteX143" fmla="*/ 5376882 w 6097200"/>
              <a:gd name="connsiteY143" fmla="*/ 496606 h 6858000"/>
              <a:gd name="connsiteX144" fmla="*/ 5397144 w 6097200"/>
              <a:gd name="connsiteY144" fmla="*/ 513769 h 6858000"/>
              <a:gd name="connsiteX145" fmla="*/ 5356314 w 6097200"/>
              <a:gd name="connsiteY145" fmla="*/ 513769 h 6858000"/>
              <a:gd name="connsiteX146" fmla="*/ 5376882 w 6097200"/>
              <a:gd name="connsiteY146" fmla="*/ 496606 h 6858000"/>
              <a:gd name="connsiteX147" fmla="*/ 5505578 w 6097200"/>
              <a:gd name="connsiteY147" fmla="*/ 482693 h 6858000"/>
              <a:gd name="connsiteX148" fmla="*/ 5505578 w 6097200"/>
              <a:gd name="connsiteY148" fmla="*/ 561866 h 6858000"/>
              <a:gd name="connsiteX149" fmla="*/ 5523217 w 6097200"/>
              <a:gd name="connsiteY149" fmla="*/ 561866 h 6858000"/>
              <a:gd name="connsiteX150" fmla="*/ 5523217 w 6097200"/>
              <a:gd name="connsiteY150" fmla="*/ 482693 h 6858000"/>
              <a:gd name="connsiteX151" fmla="*/ 5205502 w 6097200"/>
              <a:gd name="connsiteY151" fmla="*/ 481299 h 6858000"/>
              <a:gd name="connsiteX152" fmla="*/ 5183846 w 6097200"/>
              <a:gd name="connsiteY152" fmla="*/ 497080 h 6858000"/>
              <a:gd name="connsiteX153" fmla="*/ 5183846 w 6097200"/>
              <a:gd name="connsiteY153" fmla="*/ 482693 h 6858000"/>
              <a:gd name="connsiteX154" fmla="*/ 5166206 w 6097200"/>
              <a:gd name="connsiteY154" fmla="*/ 482693 h 6858000"/>
              <a:gd name="connsiteX155" fmla="*/ 5166206 w 6097200"/>
              <a:gd name="connsiteY155" fmla="*/ 561866 h 6858000"/>
              <a:gd name="connsiteX156" fmla="*/ 5183846 w 6097200"/>
              <a:gd name="connsiteY156" fmla="*/ 561866 h 6858000"/>
              <a:gd name="connsiteX157" fmla="*/ 5183846 w 6097200"/>
              <a:gd name="connsiteY157" fmla="*/ 518718 h 6858000"/>
              <a:gd name="connsiteX158" fmla="*/ 5203340 w 6097200"/>
              <a:gd name="connsiteY158" fmla="*/ 499548 h 6858000"/>
              <a:gd name="connsiteX159" fmla="*/ 5207203 w 6097200"/>
              <a:gd name="connsiteY159" fmla="*/ 499548 h 6858000"/>
              <a:gd name="connsiteX160" fmla="*/ 5207203 w 6097200"/>
              <a:gd name="connsiteY160" fmla="*/ 481299 h 6858000"/>
              <a:gd name="connsiteX161" fmla="*/ 5571160 w 6097200"/>
              <a:gd name="connsiteY161" fmla="*/ 480531 h 6858000"/>
              <a:gd name="connsiteX162" fmla="*/ 5533412 w 6097200"/>
              <a:gd name="connsiteY162" fmla="*/ 522286 h 6858000"/>
              <a:gd name="connsiteX163" fmla="*/ 5571160 w 6097200"/>
              <a:gd name="connsiteY163" fmla="*/ 564040 h 6858000"/>
              <a:gd name="connsiteX164" fmla="*/ 5597766 w 6097200"/>
              <a:gd name="connsiteY164" fmla="*/ 548732 h 6858000"/>
              <a:gd name="connsiteX165" fmla="*/ 5597766 w 6097200"/>
              <a:gd name="connsiteY165" fmla="*/ 561879 h 6858000"/>
              <a:gd name="connsiteX166" fmla="*/ 5615393 w 6097200"/>
              <a:gd name="connsiteY166" fmla="*/ 561879 h 6858000"/>
              <a:gd name="connsiteX167" fmla="*/ 5615393 w 6097200"/>
              <a:gd name="connsiteY167" fmla="*/ 482705 h 6858000"/>
              <a:gd name="connsiteX168" fmla="*/ 5597766 w 6097200"/>
              <a:gd name="connsiteY168" fmla="*/ 482705 h 6858000"/>
              <a:gd name="connsiteX169" fmla="*/ 5597766 w 6097200"/>
              <a:gd name="connsiteY169" fmla="*/ 495839 h 6858000"/>
              <a:gd name="connsiteX170" fmla="*/ 5571160 w 6097200"/>
              <a:gd name="connsiteY170" fmla="*/ 480531 h 6858000"/>
              <a:gd name="connsiteX171" fmla="*/ 5108350 w 6097200"/>
              <a:gd name="connsiteY171" fmla="*/ 480531 h 6858000"/>
              <a:gd name="connsiteX172" fmla="*/ 5070602 w 6097200"/>
              <a:gd name="connsiteY172" fmla="*/ 522286 h 6858000"/>
              <a:gd name="connsiteX173" fmla="*/ 5108350 w 6097200"/>
              <a:gd name="connsiteY173" fmla="*/ 564040 h 6858000"/>
              <a:gd name="connsiteX174" fmla="*/ 5134956 w 6097200"/>
              <a:gd name="connsiteY174" fmla="*/ 548732 h 6858000"/>
              <a:gd name="connsiteX175" fmla="*/ 5134956 w 6097200"/>
              <a:gd name="connsiteY175" fmla="*/ 561879 h 6858000"/>
              <a:gd name="connsiteX176" fmla="*/ 5152583 w 6097200"/>
              <a:gd name="connsiteY176" fmla="*/ 561879 h 6858000"/>
              <a:gd name="connsiteX177" fmla="*/ 5152583 w 6097200"/>
              <a:gd name="connsiteY177" fmla="*/ 482705 h 6858000"/>
              <a:gd name="connsiteX178" fmla="*/ 5134956 w 6097200"/>
              <a:gd name="connsiteY178" fmla="*/ 482705 h 6858000"/>
              <a:gd name="connsiteX179" fmla="*/ 5134956 w 6097200"/>
              <a:gd name="connsiteY179" fmla="*/ 495839 h 6858000"/>
              <a:gd name="connsiteX180" fmla="*/ 5108350 w 6097200"/>
              <a:gd name="connsiteY180" fmla="*/ 480531 h 6858000"/>
              <a:gd name="connsiteX181" fmla="*/ 5466756 w 6097200"/>
              <a:gd name="connsiteY181" fmla="*/ 480518 h 6858000"/>
              <a:gd name="connsiteX182" fmla="*/ 5443091 w 6097200"/>
              <a:gd name="connsiteY182" fmla="*/ 493205 h 6858000"/>
              <a:gd name="connsiteX183" fmla="*/ 5443091 w 6097200"/>
              <a:gd name="connsiteY183" fmla="*/ 482693 h 6858000"/>
              <a:gd name="connsiteX184" fmla="*/ 5425465 w 6097200"/>
              <a:gd name="connsiteY184" fmla="*/ 482693 h 6858000"/>
              <a:gd name="connsiteX185" fmla="*/ 5425465 w 6097200"/>
              <a:gd name="connsiteY185" fmla="*/ 561866 h 6858000"/>
              <a:gd name="connsiteX186" fmla="*/ 5443079 w 6097200"/>
              <a:gd name="connsiteY186" fmla="*/ 561866 h 6858000"/>
              <a:gd name="connsiteX187" fmla="*/ 5443079 w 6097200"/>
              <a:gd name="connsiteY187" fmla="*/ 514856 h 6858000"/>
              <a:gd name="connsiteX188" fmla="*/ 5459477 w 6097200"/>
              <a:gd name="connsiteY188" fmla="*/ 495993 h 6858000"/>
              <a:gd name="connsiteX189" fmla="*/ 5474942 w 6097200"/>
              <a:gd name="connsiteY189" fmla="*/ 513462 h 6858000"/>
              <a:gd name="connsiteX190" fmla="*/ 5474942 w 6097200"/>
              <a:gd name="connsiteY190" fmla="*/ 561866 h 6858000"/>
              <a:gd name="connsiteX191" fmla="*/ 5492582 w 6097200"/>
              <a:gd name="connsiteY191" fmla="*/ 561866 h 6858000"/>
              <a:gd name="connsiteX192" fmla="*/ 5492582 w 6097200"/>
              <a:gd name="connsiteY192" fmla="*/ 510367 h 6858000"/>
              <a:gd name="connsiteX193" fmla="*/ 5466756 w 6097200"/>
              <a:gd name="connsiteY193" fmla="*/ 480518 h 6858000"/>
              <a:gd name="connsiteX194" fmla="*/ 5376895 w 6097200"/>
              <a:gd name="connsiteY194" fmla="*/ 480518 h 6858000"/>
              <a:gd name="connsiteX195" fmla="*/ 5337753 w 6097200"/>
              <a:gd name="connsiteY195" fmla="*/ 522273 h 6858000"/>
              <a:gd name="connsiteX196" fmla="*/ 5378277 w 6097200"/>
              <a:gd name="connsiteY196" fmla="*/ 564027 h 6858000"/>
              <a:gd name="connsiteX197" fmla="*/ 5412776 w 6097200"/>
              <a:gd name="connsiteY197" fmla="*/ 546239 h 6858000"/>
              <a:gd name="connsiteX198" fmla="*/ 5400713 w 6097200"/>
              <a:gd name="connsiteY198" fmla="*/ 536033 h 6858000"/>
              <a:gd name="connsiteX199" fmla="*/ 5378290 w 6097200"/>
              <a:gd name="connsiteY199" fmla="*/ 547939 h 6858000"/>
              <a:gd name="connsiteX200" fmla="*/ 5355866 w 6097200"/>
              <a:gd name="connsiteY200" fmla="*/ 527989 h 6858000"/>
              <a:gd name="connsiteX201" fmla="*/ 5415103 w 6097200"/>
              <a:gd name="connsiteY201" fmla="*/ 527989 h 6858000"/>
              <a:gd name="connsiteX202" fmla="*/ 5415564 w 6097200"/>
              <a:gd name="connsiteY202" fmla="*/ 521493 h 6858000"/>
              <a:gd name="connsiteX203" fmla="*/ 5376895 w 6097200"/>
              <a:gd name="connsiteY203" fmla="*/ 480518 h 6858000"/>
              <a:gd name="connsiteX204" fmla="*/ 5256553 w 6097200"/>
              <a:gd name="connsiteY204" fmla="*/ 480518 h 6858000"/>
              <a:gd name="connsiteX205" fmla="*/ 5234129 w 6097200"/>
              <a:gd name="connsiteY205" fmla="*/ 493205 h 6858000"/>
              <a:gd name="connsiteX206" fmla="*/ 5234129 w 6097200"/>
              <a:gd name="connsiteY206" fmla="*/ 482693 h 6858000"/>
              <a:gd name="connsiteX207" fmla="*/ 5216490 w 6097200"/>
              <a:gd name="connsiteY207" fmla="*/ 482693 h 6858000"/>
              <a:gd name="connsiteX208" fmla="*/ 5216490 w 6097200"/>
              <a:gd name="connsiteY208" fmla="*/ 561866 h 6858000"/>
              <a:gd name="connsiteX209" fmla="*/ 5234116 w 6097200"/>
              <a:gd name="connsiteY209" fmla="*/ 561866 h 6858000"/>
              <a:gd name="connsiteX210" fmla="*/ 5234116 w 6097200"/>
              <a:gd name="connsiteY210" fmla="*/ 514856 h 6858000"/>
              <a:gd name="connsiteX211" fmla="*/ 5249274 w 6097200"/>
              <a:gd name="connsiteY211" fmla="*/ 495993 h 6858000"/>
              <a:gd name="connsiteX212" fmla="*/ 5263511 w 6097200"/>
              <a:gd name="connsiteY212" fmla="*/ 513462 h 6858000"/>
              <a:gd name="connsiteX213" fmla="*/ 5263511 w 6097200"/>
              <a:gd name="connsiteY213" fmla="*/ 561866 h 6858000"/>
              <a:gd name="connsiteX214" fmla="*/ 5281138 w 6097200"/>
              <a:gd name="connsiteY214" fmla="*/ 561866 h 6858000"/>
              <a:gd name="connsiteX215" fmla="*/ 5281138 w 6097200"/>
              <a:gd name="connsiteY215" fmla="*/ 513155 h 6858000"/>
              <a:gd name="connsiteX216" fmla="*/ 5296296 w 6097200"/>
              <a:gd name="connsiteY216" fmla="*/ 495993 h 6858000"/>
              <a:gd name="connsiteX217" fmla="*/ 5310533 w 6097200"/>
              <a:gd name="connsiteY217" fmla="*/ 513462 h 6858000"/>
              <a:gd name="connsiteX218" fmla="*/ 5310533 w 6097200"/>
              <a:gd name="connsiteY218" fmla="*/ 561866 h 6858000"/>
              <a:gd name="connsiteX219" fmla="*/ 5328172 w 6097200"/>
              <a:gd name="connsiteY219" fmla="*/ 561866 h 6858000"/>
              <a:gd name="connsiteX220" fmla="*/ 5328172 w 6097200"/>
              <a:gd name="connsiteY220" fmla="*/ 510367 h 6858000"/>
              <a:gd name="connsiteX221" fmla="*/ 5302026 w 6097200"/>
              <a:gd name="connsiteY221" fmla="*/ 480518 h 6858000"/>
              <a:gd name="connsiteX222" fmla="*/ 5278209 w 6097200"/>
              <a:gd name="connsiteY222" fmla="*/ 494125 h 6858000"/>
              <a:gd name="connsiteX223" fmla="*/ 5256553 w 6097200"/>
              <a:gd name="connsiteY223" fmla="*/ 480518 h 6858000"/>
              <a:gd name="connsiteX224" fmla="*/ 4993111 w 6097200"/>
              <a:gd name="connsiteY224" fmla="*/ 471861 h 6858000"/>
              <a:gd name="connsiteX225" fmla="*/ 5023120 w 6097200"/>
              <a:gd name="connsiteY225" fmla="*/ 471861 h 6858000"/>
              <a:gd name="connsiteX226" fmla="*/ 5038278 w 6097200"/>
              <a:gd name="connsiteY226" fmla="*/ 484381 h 6858000"/>
              <a:gd name="connsiteX227" fmla="*/ 5023120 w 6097200"/>
              <a:gd name="connsiteY227" fmla="*/ 496913 h 6858000"/>
              <a:gd name="connsiteX228" fmla="*/ 4993111 w 6097200"/>
              <a:gd name="connsiteY228" fmla="*/ 496913 h 6858000"/>
              <a:gd name="connsiteX229" fmla="*/ 4728340 w 6097200"/>
              <a:gd name="connsiteY229" fmla="*/ 462794 h 6858000"/>
              <a:gd name="connsiteX230" fmla="*/ 4716648 w 6097200"/>
              <a:gd name="connsiteY230" fmla="*/ 494561 h 6858000"/>
              <a:gd name="connsiteX231" fmla="*/ 4727457 w 6097200"/>
              <a:gd name="connsiteY231" fmla="*/ 566535 h 6858000"/>
              <a:gd name="connsiteX232" fmla="*/ 4729235 w 6097200"/>
              <a:gd name="connsiteY232" fmla="*/ 566535 h 6858000"/>
              <a:gd name="connsiteX233" fmla="*/ 4740044 w 6097200"/>
              <a:gd name="connsiteY233" fmla="*/ 494561 h 6858000"/>
              <a:gd name="connsiteX234" fmla="*/ 4728340 w 6097200"/>
              <a:gd name="connsiteY234" fmla="*/ 462794 h 6858000"/>
              <a:gd name="connsiteX235" fmla="*/ 4973003 w 6097200"/>
              <a:gd name="connsiteY235" fmla="*/ 453624 h 6858000"/>
              <a:gd name="connsiteX236" fmla="*/ 4973003 w 6097200"/>
              <a:gd name="connsiteY236" fmla="*/ 561866 h 6858000"/>
              <a:gd name="connsiteX237" fmla="*/ 5026369 w 6097200"/>
              <a:gd name="connsiteY237" fmla="*/ 561866 h 6858000"/>
              <a:gd name="connsiteX238" fmla="*/ 5061942 w 6097200"/>
              <a:gd name="connsiteY238" fmla="*/ 531404 h 6858000"/>
              <a:gd name="connsiteX239" fmla="*/ 5043075 w 6097200"/>
              <a:gd name="connsiteY239" fmla="*/ 505584 h 6858000"/>
              <a:gd name="connsiteX240" fmla="*/ 5059320 w 6097200"/>
              <a:gd name="connsiteY240" fmla="*/ 481772 h 6858000"/>
              <a:gd name="connsiteX241" fmla="*/ 5025909 w 6097200"/>
              <a:gd name="connsiteY241" fmla="*/ 453624 h 6858000"/>
              <a:gd name="connsiteX242" fmla="*/ 5514391 w 6097200"/>
              <a:gd name="connsiteY242" fmla="*/ 450670 h 6858000"/>
              <a:gd name="connsiteX243" fmla="*/ 5503403 w 6097200"/>
              <a:gd name="connsiteY243" fmla="*/ 461655 h 6858000"/>
              <a:gd name="connsiteX244" fmla="*/ 5514391 w 6097200"/>
              <a:gd name="connsiteY244" fmla="*/ 472641 h 6858000"/>
              <a:gd name="connsiteX245" fmla="*/ 5525379 w 6097200"/>
              <a:gd name="connsiteY245" fmla="*/ 461655 h 6858000"/>
              <a:gd name="connsiteX246" fmla="*/ 5514391 w 6097200"/>
              <a:gd name="connsiteY246" fmla="*/ 450670 h 6858000"/>
              <a:gd name="connsiteX247" fmla="*/ 4867038 w 6097200"/>
              <a:gd name="connsiteY247" fmla="*/ 447346 h 6858000"/>
              <a:gd name="connsiteX248" fmla="*/ 4819863 w 6097200"/>
              <a:gd name="connsiteY248" fmla="*/ 475417 h 6858000"/>
              <a:gd name="connsiteX249" fmla="*/ 4743421 w 6097200"/>
              <a:gd name="connsiteY249" fmla="*/ 569476 h 6858000"/>
              <a:gd name="connsiteX250" fmla="*/ 4744879 w 6097200"/>
              <a:gd name="connsiteY250" fmla="*/ 570934 h 6858000"/>
              <a:gd name="connsiteX251" fmla="*/ 4838961 w 6097200"/>
              <a:gd name="connsiteY251" fmla="*/ 494510 h 6858000"/>
              <a:gd name="connsiteX252" fmla="*/ 4867038 w 6097200"/>
              <a:gd name="connsiteY252" fmla="*/ 447346 h 6858000"/>
              <a:gd name="connsiteX253" fmla="*/ 4588234 w 6097200"/>
              <a:gd name="connsiteY253" fmla="*/ 447282 h 6858000"/>
              <a:gd name="connsiteX254" fmla="*/ 4616311 w 6097200"/>
              <a:gd name="connsiteY254" fmla="*/ 494446 h 6858000"/>
              <a:gd name="connsiteX255" fmla="*/ 4710393 w 6097200"/>
              <a:gd name="connsiteY255" fmla="*/ 570870 h 6858000"/>
              <a:gd name="connsiteX256" fmla="*/ 4710393 w 6097200"/>
              <a:gd name="connsiteY256" fmla="*/ 570883 h 6858000"/>
              <a:gd name="connsiteX257" fmla="*/ 4711851 w 6097200"/>
              <a:gd name="connsiteY257" fmla="*/ 569425 h 6858000"/>
              <a:gd name="connsiteX258" fmla="*/ 4635409 w 6097200"/>
              <a:gd name="connsiteY258" fmla="*/ 475365 h 6858000"/>
              <a:gd name="connsiteX259" fmla="*/ 4588234 w 6097200"/>
              <a:gd name="connsiteY259" fmla="*/ 447282 h 6858000"/>
              <a:gd name="connsiteX260" fmla="*/ 0 w 6097200"/>
              <a:gd name="connsiteY260" fmla="*/ 0 h 6858000"/>
              <a:gd name="connsiteX261" fmla="*/ 6097200 w 6097200"/>
              <a:gd name="connsiteY261" fmla="*/ 0 h 6858000"/>
              <a:gd name="connsiteX262" fmla="*/ 6097200 w 6097200"/>
              <a:gd name="connsiteY262" fmla="*/ 6858000 h 6858000"/>
              <a:gd name="connsiteX263" fmla="*/ 0 w 6097200"/>
              <a:gd name="connsiteY26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</a:cxnLst>
            <a:rect l="l" t="t" r="r" b="b"/>
            <a:pathLst>
              <a:path w="6097200" h="6858000">
                <a:moveTo>
                  <a:pt x="5346401" y="652256"/>
                </a:moveTo>
                <a:cubicBezTo>
                  <a:pt x="5359704" y="652256"/>
                  <a:pt x="5369451" y="662768"/>
                  <a:pt x="5369451" y="677002"/>
                </a:cubicBezTo>
                <a:cubicBezTo>
                  <a:pt x="5369451" y="691236"/>
                  <a:pt x="5359704" y="701748"/>
                  <a:pt x="5346401" y="701748"/>
                </a:cubicBezTo>
                <a:cubicBezTo>
                  <a:pt x="5333098" y="701748"/>
                  <a:pt x="5323350" y="691236"/>
                  <a:pt x="5323350" y="677002"/>
                </a:cubicBezTo>
                <a:cubicBezTo>
                  <a:pt x="5323350" y="662768"/>
                  <a:pt x="5333098" y="652256"/>
                  <a:pt x="5346401" y="652256"/>
                </a:cubicBezTo>
                <a:close/>
                <a:moveTo>
                  <a:pt x="5121193" y="652256"/>
                </a:moveTo>
                <a:cubicBezTo>
                  <a:pt x="5134496" y="652256"/>
                  <a:pt x="5144243" y="662768"/>
                  <a:pt x="5144243" y="677002"/>
                </a:cubicBezTo>
                <a:cubicBezTo>
                  <a:pt x="5144243" y="691236"/>
                  <a:pt x="5134496" y="701748"/>
                  <a:pt x="5121193" y="701748"/>
                </a:cubicBezTo>
                <a:cubicBezTo>
                  <a:pt x="5107890" y="701748"/>
                  <a:pt x="5098143" y="691236"/>
                  <a:pt x="5098143" y="677002"/>
                </a:cubicBezTo>
                <a:cubicBezTo>
                  <a:pt x="5098143" y="662768"/>
                  <a:pt x="5107890" y="652256"/>
                  <a:pt x="5121193" y="652256"/>
                </a:cubicBezTo>
                <a:close/>
                <a:moveTo>
                  <a:pt x="5436428" y="651335"/>
                </a:moveTo>
                <a:cubicBezTo>
                  <a:pt x="5446328" y="651335"/>
                  <a:pt x="5454374" y="657218"/>
                  <a:pt x="5456689" y="668498"/>
                </a:cubicBezTo>
                <a:lnTo>
                  <a:pt x="5415859" y="668498"/>
                </a:lnTo>
                <a:cubicBezTo>
                  <a:pt x="5418328" y="657832"/>
                  <a:pt x="5425913" y="651335"/>
                  <a:pt x="5436428" y="651335"/>
                </a:cubicBezTo>
                <a:close/>
                <a:moveTo>
                  <a:pt x="5524280" y="636015"/>
                </a:moveTo>
                <a:cubicBezTo>
                  <a:pt x="5512678" y="636015"/>
                  <a:pt x="5505105" y="642511"/>
                  <a:pt x="5502624" y="651783"/>
                </a:cubicBezTo>
                <a:lnTo>
                  <a:pt x="5502624" y="637396"/>
                </a:lnTo>
                <a:lnTo>
                  <a:pt x="5484997" y="637396"/>
                </a:lnTo>
                <a:lnTo>
                  <a:pt x="5484997" y="716570"/>
                </a:lnTo>
                <a:lnTo>
                  <a:pt x="5484997" y="716595"/>
                </a:lnTo>
                <a:lnTo>
                  <a:pt x="5502624" y="716595"/>
                </a:lnTo>
                <a:lnTo>
                  <a:pt x="5502624" y="673447"/>
                </a:lnTo>
                <a:cubicBezTo>
                  <a:pt x="5502624" y="660300"/>
                  <a:pt x="5508188" y="654264"/>
                  <a:pt x="5522118" y="654264"/>
                </a:cubicBezTo>
                <a:lnTo>
                  <a:pt x="5525981" y="654264"/>
                </a:lnTo>
                <a:lnTo>
                  <a:pt x="5525981" y="636015"/>
                </a:lnTo>
                <a:close/>
                <a:moveTo>
                  <a:pt x="5342845" y="635260"/>
                </a:moveTo>
                <a:cubicBezTo>
                  <a:pt x="5322122" y="635260"/>
                  <a:pt x="5305110" y="652729"/>
                  <a:pt x="5305110" y="677015"/>
                </a:cubicBezTo>
                <a:cubicBezTo>
                  <a:pt x="5305110" y="701300"/>
                  <a:pt x="5322122" y="718769"/>
                  <a:pt x="5342845" y="718769"/>
                </a:cubicBezTo>
                <a:cubicBezTo>
                  <a:pt x="5355061" y="718769"/>
                  <a:pt x="5364194" y="713513"/>
                  <a:pt x="5369451" y="703461"/>
                </a:cubicBezTo>
                <a:lnTo>
                  <a:pt x="5369451" y="716608"/>
                </a:lnTo>
                <a:lnTo>
                  <a:pt x="5387091" y="716608"/>
                </a:lnTo>
                <a:lnTo>
                  <a:pt x="5387091" y="637434"/>
                </a:lnTo>
                <a:lnTo>
                  <a:pt x="5369451" y="637434"/>
                </a:lnTo>
                <a:lnTo>
                  <a:pt x="5369451" y="650568"/>
                </a:lnTo>
                <a:cubicBezTo>
                  <a:pt x="5364194" y="640516"/>
                  <a:pt x="5355061" y="635260"/>
                  <a:pt x="5342845" y="635260"/>
                </a:cubicBezTo>
                <a:close/>
                <a:moveTo>
                  <a:pt x="5121193" y="635248"/>
                </a:moveTo>
                <a:cubicBezTo>
                  <a:pt x="5097682" y="635248"/>
                  <a:pt x="5079889" y="652717"/>
                  <a:pt x="5079889" y="677002"/>
                </a:cubicBezTo>
                <a:cubicBezTo>
                  <a:pt x="5079889" y="701287"/>
                  <a:pt x="5097682" y="718756"/>
                  <a:pt x="5121193" y="718756"/>
                </a:cubicBezTo>
                <a:cubicBezTo>
                  <a:pt x="5144704" y="718756"/>
                  <a:pt x="5162497" y="701287"/>
                  <a:pt x="5162497" y="677002"/>
                </a:cubicBezTo>
                <a:cubicBezTo>
                  <a:pt x="5162497" y="652717"/>
                  <a:pt x="5144704" y="635248"/>
                  <a:pt x="5121193" y="635248"/>
                </a:cubicBezTo>
                <a:close/>
                <a:moveTo>
                  <a:pt x="5436440" y="635235"/>
                </a:moveTo>
                <a:cubicBezTo>
                  <a:pt x="5413237" y="635235"/>
                  <a:pt x="5397311" y="652870"/>
                  <a:pt x="5397311" y="676989"/>
                </a:cubicBezTo>
                <a:lnTo>
                  <a:pt x="5397298" y="677002"/>
                </a:lnTo>
                <a:cubicBezTo>
                  <a:pt x="5397298" y="701121"/>
                  <a:pt x="5414464" y="718756"/>
                  <a:pt x="5437822" y="718756"/>
                </a:cubicBezTo>
                <a:cubicBezTo>
                  <a:pt x="5452212" y="718756"/>
                  <a:pt x="5465822" y="711646"/>
                  <a:pt x="5472321" y="700968"/>
                </a:cubicBezTo>
                <a:lnTo>
                  <a:pt x="5460258" y="690762"/>
                </a:lnTo>
                <a:cubicBezTo>
                  <a:pt x="5455768" y="698193"/>
                  <a:pt x="5447415" y="702669"/>
                  <a:pt x="5437835" y="702669"/>
                </a:cubicBezTo>
                <a:cubicBezTo>
                  <a:pt x="5426233" y="702669"/>
                  <a:pt x="5417573" y="694778"/>
                  <a:pt x="5415411" y="682718"/>
                </a:cubicBezTo>
                <a:lnTo>
                  <a:pt x="5474649" y="682718"/>
                </a:lnTo>
                <a:cubicBezTo>
                  <a:pt x="5474956" y="680711"/>
                  <a:pt x="5475109" y="678383"/>
                  <a:pt x="5475109" y="676222"/>
                </a:cubicBezTo>
                <a:cubicBezTo>
                  <a:pt x="5475109" y="653484"/>
                  <a:pt x="5459644" y="635235"/>
                  <a:pt x="5436440" y="635235"/>
                </a:cubicBezTo>
                <a:close/>
                <a:moveTo>
                  <a:pt x="5197290" y="614517"/>
                </a:moveTo>
                <a:lnTo>
                  <a:pt x="5179650" y="619927"/>
                </a:lnTo>
                <a:lnTo>
                  <a:pt x="5179650" y="637396"/>
                </a:lnTo>
                <a:lnTo>
                  <a:pt x="5164339" y="637396"/>
                </a:lnTo>
                <a:lnTo>
                  <a:pt x="5164339" y="652551"/>
                </a:lnTo>
                <a:lnTo>
                  <a:pt x="5179650" y="652551"/>
                </a:lnTo>
                <a:lnTo>
                  <a:pt x="5179650" y="691363"/>
                </a:lnTo>
                <a:cubicBezTo>
                  <a:pt x="5179650" y="708526"/>
                  <a:pt x="5189090" y="718271"/>
                  <a:pt x="5205169" y="718271"/>
                </a:cubicBezTo>
                <a:cubicBezTo>
                  <a:pt x="5209659" y="718271"/>
                  <a:pt x="5213676" y="717810"/>
                  <a:pt x="5216618" y="716877"/>
                </a:cubicBezTo>
                <a:lnTo>
                  <a:pt x="5216631" y="716902"/>
                </a:lnTo>
                <a:lnTo>
                  <a:pt x="5216631" y="702055"/>
                </a:lnTo>
                <a:cubicBezTo>
                  <a:pt x="5214622" y="702362"/>
                  <a:pt x="5211834" y="702515"/>
                  <a:pt x="5209979" y="702515"/>
                </a:cubicBezTo>
                <a:cubicBezTo>
                  <a:pt x="5201319" y="702515"/>
                  <a:pt x="5197290" y="698026"/>
                  <a:pt x="5197290" y="689675"/>
                </a:cubicBezTo>
                <a:lnTo>
                  <a:pt x="5197290" y="652563"/>
                </a:lnTo>
                <a:lnTo>
                  <a:pt x="5216631" y="652563"/>
                </a:lnTo>
                <a:lnTo>
                  <a:pt x="5216631" y="637409"/>
                </a:lnTo>
                <a:lnTo>
                  <a:pt x="5197290" y="637409"/>
                </a:lnTo>
                <a:close/>
                <a:moveTo>
                  <a:pt x="5228399" y="608341"/>
                </a:moveTo>
                <a:lnTo>
                  <a:pt x="5228399" y="716595"/>
                </a:lnTo>
                <a:lnTo>
                  <a:pt x="5246013" y="716595"/>
                </a:lnTo>
                <a:lnTo>
                  <a:pt x="5246013" y="669585"/>
                </a:lnTo>
                <a:cubicBezTo>
                  <a:pt x="5246013" y="657372"/>
                  <a:pt x="5252511" y="650722"/>
                  <a:pt x="5262411" y="650722"/>
                </a:cubicBezTo>
                <a:cubicBezTo>
                  <a:pt x="5272312" y="650722"/>
                  <a:pt x="5277876" y="657372"/>
                  <a:pt x="5277876" y="668191"/>
                </a:cubicBezTo>
                <a:lnTo>
                  <a:pt x="5277876" y="716595"/>
                </a:lnTo>
                <a:lnTo>
                  <a:pt x="5295516" y="716595"/>
                </a:lnTo>
                <a:lnTo>
                  <a:pt x="5295516" y="665096"/>
                </a:lnTo>
                <a:cubicBezTo>
                  <a:pt x="5295516" y="644685"/>
                  <a:pt x="5284528" y="635248"/>
                  <a:pt x="5269690" y="635248"/>
                </a:cubicBezTo>
                <a:cubicBezTo>
                  <a:pt x="5257474" y="635248"/>
                  <a:pt x="5249428" y="641284"/>
                  <a:pt x="5246026" y="647934"/>
                </a:cubicBezTo>
                <a:lnTo>
                  <a:pt x="5246026" y="608341"/>
                </a:lnTo>
                <a:close/>
                <a:moveTo>
                  <a:pt x="5020652" y="606486"/>
                </a:moveTo>
                <a:cubicBezTo>
                  <a:pt x="4989555" y="606486"/>
                  <a:pt x="4966198" y="629992"/>
                  <a:pt x="4966198" y="662628"/>
                </a:cubicBezTo>
                <a:cubicBezTo>
                  <a:pt x="4966198" y="695264"/>
                  <a:pt x="4989555" y="718769"/>
                  <a:pt x="5018324" y="718769"/>
                </a:cubicBezTo>
                <a:cubicBezTo>
                  <a:pt x="5031627" y="718769"/>
                  <a:pt x="5044150" y="712580"/>
                  <a:pt x="5051428" y="702681"/>
                </a:cubicBezTo>
                <a:lnTo>
                  <a:pt x="5051428" y="716595"/>
                </a:lnTo>
                <a:lnTo>
                  <a:pt x="5069375" y="716595"/>
                </a:lnTo>
                <a:lnTo>
                  <a:pt x="5069375" y="659686"/>
                </a:lnTo>
                <a:lnTo>
                  <a:pt x="5022506" y="659686"/>
                </a:lnTo>
                <a:lnTo>
                  <a:pt x="5022506" y="677322"/>
                </a:lnTo>
                <a:lnTo>
                  <a:pt x="5049880" y="677322"/>
                </a:lnTo>
                <a:cubicBezTo>
                  <a:pt x="5047245" y="690622"/>
                  <a:pt x="5035490" y="699906"/>
                  <a:pt x="5020639" y="699906"/>
                </a:cubicBezTo>
                <a:cubicBezTo>
                  <a:pt x="5001144" y="699906"/>
                  <a:pt x="4987227" y="684138"/>
                  <a:pt x="4987227" y="662640"/>
                </a:cubicBezTo>
                <a:cubicBezTo>
                  <a:pt x="4987227" y="641143"/>
                  <a:pt x="5001144" y="625375"/>
                  <a:pt x="5020639" y="625375"/>
                </a:cubicBezTo>
                <a:cubicBezTo>
                  <a:pt x="5034556" y="625375"/>
                  <a:pt x="5044610" y="632332"/>
                  <a:pt x="5050034" y="642230"/>
                </a:cubicBezTo>
                <a:lnTo>
                  <a:pt x="5066739" y="631091"/>
                </a:lnTo>
                <a:cubicBezTo>
                  <a:pt x="5058540" y="615630"/>
                  <a:pt x="5041220" y="606499"/>
                  <a:pt x="5020639" y="606499"/>
                </a:cubicBezTo>
                <a:close/>
                <a:moveTo>
                  <a:pt x="4744738" y="601537"/>
                </a:moveTo>
                <a:lnTo>
                  <a:pt x="4744746" y="601542"/>
                </a:lnTo>
                <a:lnTo>
                  <a:pt x="4743293" y="602995"/>
                </a:lnTo>
                <a:cubicBezTo>
                  <a:pt x="4761035" y="630631"/>
                  <a:pt x="4784546" y="661873"/>
                  <a:pt x="4819735" y="697054"/>
                </a:cubicBezTo>
                <a:cubicBezTo>
                  <a:pt x="4845357" y="722670"/>
                  <a:pt x="4859159" y="732888"/>
                  <a:pt x="4866910" y="725125"/>
                </a:cubicBezTo>
                <a:cubicBezTo>
                  <a:pt x="4874662" y="717376"/>
                  <a:pt x="4864442" y="703577"/>
                  <a:pt x="4838820" y="677961"/>
                </a:cubicBezTo>
                <a:cubicBezTo>
                  <a:pt x="4821225" y="660371"/>
                  <a:pt x="4804616" y="645696"/>
                  <a:pt x="4788949" y="633203"/>
                </a:cubicBezTo>
                <a:lnTo>
                  <a:pt x="4744746" y="601542"/>
                </a:lnTo>
                <a:lnTo>
                  <a:pt x="4744751" y="601537"/>
                </a:lnTo>
                <a:close/>
                <a:moveTo>
                  <a:pt x="4640551" y="588557"/>
                </a:moveTo>
                <a:cubicBezTo>
                  <a:pt x="4618550" y="588557"/>
                  <a:pt x="4608227" y="590756"/>
                  <a:pt x="4608227" y="600258"/>
                </a:cubicBezTo>
                <a:cubicBezTo>
                  <a:pt x="4608227" y="609760"/>
                  <a:pt x="4618537" y="611960"/>
                  <a:pt x="4640551" y="611960"/>
                </a:cubicBezTo>
                <a:cubicBezTo>
                  <a:pt x="4665495" y="611960"/>
                  <a:pt x="4685872" y="608724"/>
                  <a:pt x="4703192" y="604184"/>
                </a:cubicBezTo>
                <a:cubicBezTo>
                  <a:pt x="4677327" y="621794"/>
                  <a:pt x="4648597" y="646783"/>
                  <a:pt x="4616030" y="678997"/>
                </a:cubicBezTo>
                <a:cubicBezTo>
                  <a:pt x="4590472" y="704280"/>
                  <a:pt x="4580214" y="717823"/>
                  <a:pt x="4587633" y="725164"/>
                </a:cubicBezTo>
                <a:cubicBezTo>
                  <a:pt x="4595052" y="732504"/>
                  <a:pt x="4608739" y="722350"/>
                  <a:pt x="4634296" y="697067"/>
                </a:cubicBezTo>
                <a:cubicBezTo>
                  <a:pt x="4666864" y="664840"/>
                  <a:pt x="4692114" y="636424"/>
                  <a:pt x="4709907" y="610834"/>
                </a:cubicBezTo>
                <a:cubicBezTo>
                  <a:pt x="4705366" y="628150"/>
                  <a:pt x="4702117" y="648535"/>
                  <a:pt x="4702117" y="673511"/>
                </a:cubicBezTo>
                <a:cubicBezTo>
                  <a:pt x="4702117" y="695507"/>
                  <a:pt x="4704317" y="705815"/>
                  <a:pt x="4713821" y="705815"/>
                </a:cubicBezTo>
                <a:cubicBezTo>
                  <a:pt x="4723325" y="705815"/>
                  <a:pt x="4725526" y="695507"/>
                  <a:pt x="4725526" y="673511"/>
                </a:cubicBezTo>
                <a:cubicBezTo>
                  <a:pt x="4725526" y="643291"/>
                  <a:pt x="4720793" y="619773"/>
                  <a:pt x="4714717" y="600297"/>
                </a:cubicBezTo>
                <a:cubicBezTo>
                  <a:pt x="4714640" y="600028"/>
                  <a:pt x="4714499" y="599836"/>
                  <a:pt x="4714333" y="599708"/>
                </a:cubicBezTo>
                <a:lnTo>
                  <a:pt x="4714320" y="599695"/>
                </a:lnTo>
                <a:cubicBezTo>
                  <a:pt x="4714192" y="599555"/>
                  <a:pt x="4714013" y="599440"/>
                  <a:pt x="4713783" y="599363"/>
                </a:cubicBezTo>
                <a:cubicBezTo>
                  <a:pt x="4694289" y="593301"/>
                  <a:pt x="4670778" y="588557"/>
                  <a:pt x="4640551" y="588557"/>
                </a:cubicBezTo>
                <a:close/>
                <a:moveTo>
                  <a:pt x="4827410" y="575551"/>
                </a:moveTo>
                <a:cubicBezTo>
                  <a:pt x="4794549" y="575551"/>
                  <a:pt x="4768978" y="580295"/>
                  <a:pt x="4747796" y="586357"/>
                </a:cubicBezTo>
                <a:cubicBezTo>
                  <a:pt x="4746683" y="586677"/>
                  <a:pt x="4746683" y="587828"/>
                  <a:pt x="4747796" y="588147"/>
                </a:cubicBezTo>
                <a:cubicBezTo>
                  <a:pt x="4768978" y="594209"/>
                  <a:pt x="4794562" y="598941"/>
                  <a:pt x="4827410" y="598941"/>
                </a:cubicBezTo>
                <a:cubicBezTo>
                  <a:pt x="4851330" y="598941"/>
                  <a:pt x="4862549" y="596741"/>
                  <a:pt x="4862549" y="587252"/>
                </a:cubicBezTo>
                <a:cubicBezTo>
                  <a:pt x="4862549" y="577763"/>
                  <a:pt x="4851330" y="575551"/>
                  <a:pt x="4827410" y="575551"/>
                </a:cubicBezTo>
                <a:close/>
                <a:moveTo>
                  <a:pt x="4993111" y="515163"/>
                </a:moveTo>
                <a:lnTo>
                  <a:pt x="5024054" y="515163"/>
                </a:lnTo>
                <a:cubicBezTo>
                  <a:pt x="5034722" y="515163"/>
                  <a:pt x="5040913" y="520419"/>
                  <a:pt x="5040913" y="529396"/>
                </a:cubicBezTo>
                <a:cubicBezTo>
                  <a:pt x="5040913" y="538374"/>
                  <a:pt x="5034722" y="543630"/>
                  <a:pt x="5024054" y="543630"/>
                </a:cubicBezTo>
                <a:lnTo>
                  <a:pt x="5024054" y="543617"/>
                </a:lnTo>
                <a:lnTo>
                  <a:pt x="4993111" y="543617"/>
                </a:lnTo>
                <a:close/>
                <a:moveTo>
                  <a:pt x="5574716" y="497527"/>
                </a:moveTo>
                <a:cubicBezTo>
                  <a:pt x="5588019" y="497527"/>
                  <a:pt x="5597766" y="508039"/>
                  <a:pt x="5597766" y="522273"/>
                </a:cubicBezTo>
                <a:cubicBezTo>
                  <a:pt x="5597766" y="536507"/>
                  <a:pt x="5588019" y="547019"/>
                  <a:pt x="5574716" y="547019"/>
                </a:cubicBezTo>
                <a:cubicBezTo>
                  <a:pt x="5561413" y="547019"/>
                  <a:pt x="5551666" y="536507"/>
                  <a:pt x="5551666" y="522273"/>
                </a:cubicBezTo>
                <a:cubicBezTo>
                  <a:pt x="5551666" y="508039"/>
                  <a:pt x="5561413" y="497527"/>
                  <a:pt x="5574716" y="497527"/>
                </a:cubicBezTo>
                <a:close/>
                <a:moveTo>
                  <a:pt x="5111919" y="497527"/>
                </a:moveTo>
                <a:cubicBezTo>
                  <a:pt x="5125222" y="497527"/>
                  <a:pt x="5134969" y="508039"/>
                  <a:pt x="5134969" y="522273"/>
                </a:cubicBezTo>
                <a:cubicBezTo>
                  <a:pt x="5134969" y="536507"/>
                  <a:pt x="5125222" y="547019"/>
                  <a:pt x="5111919" y="547019"/>
                </a:cubicBezTo>
                <a:cubicBezTo>
                  <a:pt x="5098616" y="547019"/>
                  <a:pt x="5088869" y="536507"/>
                  <a:pt x="5088869" y="522273"/>
                </a:cubicBezTo>
                <a:cubicBezTo>
                  <a:pt x="5088869" y="508039"/>
                  <a:pt x="5098616" y="497527"/>
                  <a:pt x="5111919" y="497527"/>
                </a:cubicBezTo>
                <a:close/>
                <a:moveTo>
                  <a:pt x="5376882" y="496606"/>
                </a:moveTo>
                <a:cubicBezTo>
                  <a:pt x="5386783" y="496606"/>
                  <a:pt x="5394829" y="502489"/>
                  <a:pt x="5397144" y="513769"/>
                </a:cubicBezTo>
                <a:lnTo>
                  <a:pt x="5356314" y="513769"/>
                </a:lnTo>
                <a:cubicBezTo>
                  <a:pt x="5358782" y="503103"/>
                  <a:pt x="5366368" y="496606"/>
                  <a:pt x="5376882" y="496606"/>
                </a:cubicBezTo>
                <a:close/>
                <a:moveTo>
                  <a:pt x="5505578" y="482693"/>
                </a:moveTo>
                <a:lnTo>
                  <a:pt x="5505578" y="561866"/>
                </a:lnTo>
                <a:lnTo>
                  <a:pt x="5523217" y="561866"/>
                </a:lnTo>
                <a:lnTo>
                  <a:pt x="5523217" y="482693"/>
                </a:lnTo>
                <a:close/>
                <a:moveTo>
                  <a:pt x="5205502" y="481299"/>
                </a:moveTo>
                <a:cubicBezTo>
                  <a:pt x="5193900" y="481299"/>
                  <a:pt x="5186327" y="487795"/>
                  <a:pt x="5183846" y="497080"/>
                </a:cubicBezTo>
                <a:lnTo>
                  <a:pt x="5183846" y="482693"/>
                </a:lnTo>
                <a:lnTo>
                  <a:pt x="5166206" y="482693"/>
                </a:lnTo>
                <a:lnTo>
                  <a:pt x="5166206" y="561866"/>
                </a:lnTo>
                <a:lnTo>
                  <a:pt x="5183846" y="561866"/>
                </a:lnTo>
                <a:lnTo>
                  <a:pt x="5183846" y="518718"/>
                </a:lnTo>
                <a:cubicBezTo>
                  <a:pt x="5183846" y="505571"/>
                  <a:pt x="5189410" y="499548"/>
                  <a:pt x="5203340" y="499548"/>
                </a:cubicBezTo>
                <a:lnTo>
                  <a:pt x="5207203" y="499548"/>
                </a:lnTo>
                <a:lnTo>
                  <a:pt x="5207203" y="481299"/>
                </a:lnTo>
                <a:close/>
                <a:moveTo>
                  <a:pt x="5571160" y="480531"/>
                </a:moveTo>
                <a:cubicBezTo>
                  <a:pt x="5550438" y="480531"/>
                  <a:pt x="5533412" y="498000"/>
                  <a:pt x="5533412" y="522286"/>
                </a:cubicBezTo>
                <a:cubicBezTo>
                  <a:pt x="5533412" y="546571"/>
                  <a:pt x="5550425" y="564040"/>
                  <a:pt x="5571160" y="564040"/>
                </a:cubicBezTo>
                <a:cubicBezTo>
                  <a:pt x="5583376" y="564040"/>
                  <a:pt x="5592509" y="558784"/>
                  <a:pt x="5597766" y="548732"/>
                </a:cubicBezTo>
                <a:lnTo>
                  <a:pt x="5597766" y="561879"/>
                </a:lnTo>
                <a:lnTo>
                  <a:pt x="5615393" y="561879"/>
                </a:lnTo>
                <a:lnTo>
                  <a:pt x="5615393" y="482705"/>
                </a:lnTo>
                <a:lnTo>
                  <a:pt x="5597766" y="482705"/>
                </a:lnTo>
                <a:lnTo>
                  <a:pt x="5597766" y="495839"/>
                </a:lnTo>
                <a:cubicBezTo>
                  <a:pt x="5592509" y="485787"/>
                  <a:pt x="5583376" y="480531"/>
                  <a:pt x="5571160" y="480531"/>
                </a:cubicBezTo>
                <a:close/>
                <a:moveTo>
                  <a:pt x="5108350" y="480531"/>
                </a:moveTo>
                <a:cubicBezTo>
                  <a:pt x="5087628" y="480531"/>
                  <a:pt x="5070602" y="498000"/>
                  <a:pt x="5070602" y="522286"/>
                </a:cubicBezTo>
                <a:cubicBezTo>
                  <a:pt x="5070602" y="546571"/>
                  <a:pt x="5087615" y="564040"/>
                  <a:pt x="5108350" y="564040"/>
                </a:cubicBezTo>
                <a:cubicBezTo>
                  <a:pt x="5120566" y="564040"/>
                  <a:pt x="5129699" y="558784"/>
                  <a:pt x="5134956" y="548732"/>
                </a:cubicBezTo>
                <a:lnTo>
                  <a:pt x="5134956" y="561879"/>
                </a:lnTo>
                <a:lnTo>
                  <a:pt x="5152583" y="561879"/>
                </a:lnTo>
                <a:lnTo>
                  <a:pt x="5152583" y="482705"/>
                </a:lnTo>
                <a:lnTo>
                  <a:pt x="5134956" y="482705"/>
                </a:lnTo>
                <a:lnTo>
                  <a:pt x="5134956" y="495839"/>
                </a:lnTo>
                <a:cubicBezTo>
                  <a:pt x="5129699" y="485787"/>
                  <a:pt x="5120566" y="480531"/>
                  <a:pt x="5108350" y="480531"/>
                </a:cubicBezTo>
                <a:close/>
                <a:moveTo>
                  <a:pt x="5466756" y="480518"/>
                </a:moveTo>
                <a:cubicBezTo>
                  <a:pt x="5454540" y="480518"/>
                  <a:pt x="5446494" y="486555"/>
                  <a:pt x="5443091" y="493205"/>
                </a:cubicBezTo>
                <a:lnTo>
                  <a:pt x="5443091" y="482693"/>
                </a:lnTo>
                <a:lnTo>
                  <a:pt x="5425465" y="482693"/>
                </a:lnTo>
                <a:lnTo>
                  <a:pt x="5425465" y="561866"/>
                </a:lnTo>
                <a:lnTo>
                  <a:pt x="5443079" y="561866"/>
                </a:lnTo>
                <a:lnTo>
                  <a:pt x="5443079" y="514856"/>
                </a:lnTo>
                <a:cubicBezTo>
                  <a:pt x="5443079" y="502643"/>
                  <a:pt x="5449577" y="495993"/>
                  <a:pt x="5459477" y="495993"/>
                </a:cubicBezTo>
                <a:cubicBezTo>
                  <a:pt x="5469378" y="495993"/>
                  <a:pt x="5474942" y="502643"/>
                  <a:pt x="5474942" y="513462"/>
                </a:cubicBezTo>
                <a:lnTo>
                  <a:pt x="5474942" y="561866"/>
                </a:lnTo>
                <a:lnTo>
                  <a:pt x="5492582" y="561866"/>
                </a:lnTo>
                <a:lnTo>
                  <a:pt x="5492582" y="510367"/>
                </a:lnTo>
                <a:cubicBezTo>
                  <a:pt x="5492582" y="489956"/>
                  <a:pt x="5481594" y="480518"/>
                  <a:pt x="5466756" y="480518"/>
                </a:cubicBezTo>
                <a:close/>
                <a:moveTo>
                  <a:pt x="5376895" y="480518"/>
                </a:moveTo>
                <a:cubicBezTo>
                  <a:pt x="5353691" y="480518"/>
                  <a:pt x="5337753" y="498141"/>
                  <a:pt x="5337753" y="522273"/>
                </a:cubicBezTo>
                <a:cubicBezTo>
                  <a:pt x="5337753" y="546392"/>
                  <a:pt x="5354919" y="564027"/>
                  <a:pt x="5378277" y="564027"/>
                </a:cubicBezTo>
                <a:cubicBezTo>
                  <a:pt x="5392667" y="564027"/>
                  <a:pt x="5406277" y="556917"/>
                  <a:pt x="5412776" y="546239"/>
                </a:cubicBezTo>
                <a:lnTo>
                  <a:pt x="5400713" y="536033"/>
                </a:lnTo>
                <a:cubicBezTo>
                  <a:pt x="5396223" y="543451"/>
                  <a:pt x="5387870" y="547939"/>
                  <a:pt x="5378290" y="547939"/>
                </a:cubicBezTo>
                <a:cubicBezTo>
                  <a:pt x="5366688" y="547939"/>
                  <a:pt x="5358028" y="540049"/>
                  <a:pt x="5355866" y="527989"/>
                </a:cubicBezTo>
                <a:lnTo>
                  <a:pt x="5415103" y="527989"/>
                </a:lnTo>
                <a:cubicBezTo>
                  <a:pt x="5415411" y="525982"/>
                  <a:pt x="5415564" y="523654"/>
                  <a:pt x="5415564" y="521493"/>
                </a:cubicBezTo>
                <a:cubicBezTo>
                  <a:pt x="5415564" y="498755"/>
                  <a:pt x="5400099" y="480518"/>
                  <a:pt x="5376895" y="480518"/>
                </a:cubicBezTo>
                <a:close/>
                <a:moveTo>
                  <a:pt x="5256553" y="480518"/>
                </a:moveTo>
                <a:cubicBezTo>
                  <a:pt x="5245104" y="480518"/>
                  <a:pt x="5237532" y="486555"/>
                  <a:pt x="5234129" y="493205"/>
                </a:cubicBezTo>
                <a:lnTo>
                  <a:pt x="5234129" y="482693"/>
                </a:lnTo>
                <a:lnTo>
                  <a:pt x="5216490" y="482693"/>
                </a:lnTo>
                <a:lnTo>
                  <a:pt x="5216490" y="561866"/>
                </a:lnTo>
                <a:lnTo>
                  <a:pt x="5234116" y="561866"/>
                </a:lnTo>
                <a:lnTo>
                  <a:pt x="5234116" y="514856"/>
                </a:lnTo>
                <a:cubicBezTo>
                  <a:pt x="5234116" y="502643"/>
                  <a:pt x="5240154" y="495993"/>
                  <a:pt x="5249274" y="495993"/>
                </a:cubicBezTo>
                <a:cubicBezTo>
                  <a:pt x="5258395" y="495993"/>
                  <a:pt x="5263511" y="502643"/>
                  <a:pt x="5263511" y="513462"/>
                </a:cubicBezTo>
                <a:lnTo>
                  <a:pt x="5263511" y="561866"/>
                </a:lnTo>
                <a:lnTo>
                  <a:pt x="5281138" y="561866"/>
                </a:lnTo>
                <a:lnTo>
                  <a:pt x="5281138" y="513155"/>
                </a:lnTo>
                <a:cubicBezTo>
                  <a:pt x="5281138" y="502643"/>
                  <a:pt x="5287176" y="495993"/>
                  <a:pt x="5296296" y="495993"/>
                </a:cubicBezTo>
                <a:cubicBezTo>
                  <a:pt x="5305416" y="495993"/>
                  <a:pt x="5310533" y="502643"/>
                  <a:pt x="5310533" y="513462"/>
                </a:cubicBezTo>
                <a:lnTo>
                  <a:pt x="5310533" y="561866"/>
                </a:lnTo>
                <a:lnTo>
                  <a:pt x="5328172" y="561866"/>
                </a:lnTo>
                <a:lnTo>
                  <a:pt x="5328172" y="510367"/>
                </a:lnTo>
                <a:cubicBezTo>
                  <a:pt x="5328172" y="489956"/>
                  <a:pt x="5317658" y="480518"/>
                  <a:pt x="5302026" y="480518"/>
                </a:cubicBezTo>
                <a:cubicBezTo>
                  <a:pt x="5291512" y="480518"/>
                  <a:pt x="5283312" y="485161"/>
                  <a:pt x="5278209" y="494125"/>
                </a:cubicBezTo>
                <a:cubicBezTo>
                  <a:pt x="5274039" y="484841"/>
                  <a:pt x="5266146" y="480518"/>
                  <a:pt x="5256553" y="480518"/>
                </a:cubicBezTo>
                <a:close/>
                <a:moveTo>
                  <a:pt x="4993111" y="471861"/>
                </a:moveTo>
                <a:lnTo>
                  <a:pt x="5023120" y="471861"/>
                </a:lnTo>
                <a:cubicBezTo>
                  <a:pt x="5032714" y="471861"/>
                  <a:pt x="5038278" y="476503"/>
                  <a:pt x="5038278" y="484381"/>
                </a:cubicBezTo>
                <a:cubicBezTo>
                  <a:pt x="5038278" y="492258"/>
                  <a:pt x="5032714" y="496913"/>
                  <a:pt x="5023120" y="496913"/>
                </a:cubicBezTo>
                <a:lnTo>
                  <a:pt x="4993111" y="496913"/>
                </a:lnTo>
                <a:close/>
                <a:moveTo>
                  <a:pt x="4728340" y="462794"/>
                </a:moveTo>
                <a:cubicBezTo>
                  <a:pt x="4718848" y="462794"/>
                  <a:pt x="4716648" y="472936"/>
                  <a:pt x="4716648" y="494561"/>
                </a:cubicBezTo>
                <a:cubicBezTo>
                  <a:pt x="4716648" y="524269"/>
                  <a:pt x="4721381" y="547390"/>
                  <a:pt x="4727457" y="566535"/>
                </a:cubicBezTo>
                <a:cubicBezTo>
                  <a:pt x="4727777" y="567545"/>
                  <a:pt x="4728915" y="567545"/>
                  <a:pt x="4729235" y="566535"/>
                </a:cubicBezTo>
                <a:cubicBezTo>
                  <a:pt x="4735298" y="547378"/>
                  <a:pt x="4740044" y="524269"/>
                  <a:pt x="4740044" y="494561"/>
                </a:cubicBezTo>
                <a:cubicBezTo>
                  <a:pt x="4740044" y="472936"/>
                  <a:pt x="4737844" y="462794"/>
                  <a:pt x="4728340" y="462794"/>
                </a:cubicBezTo>
                <a:close/>
                <a:moveTo>
                  <a:pt x="4973003" y="453624"/>
                </a:moveTo>
                <a:lnTo>
                  <a:pt x="4973003" y="561866"/>
                </a:lnTo>
                <a:lnTo>
                  <a:pt x="5026369" y="561866"/>
                </a:lnTo>
                <a:cubicBezTo>
                  <a:pt x="5048793" y="561866"/>
                  <a:pt x="5061942" y="550574"/>
                  <a:pt x="5061942" y="531404"/>
                </a:cubicBezTo>
                <a:cubicBezTo>
                  <a:pt x="5061942" y="518257"/>
                  <a:pt x="5054677" y="509446"/>
                  <a:pt x="5043075" y="505584"/>
                </a:cubicBezTo>
                <a:cubicBezTo>
                  <a:pt x="5053129" y="501722"/>
                  <a:pt x="5059320" y="492744"/>
                  <a:pt x="5059320" y="481772"/>
                </a:cubicBezTo>
                <a:cubicBezTo>
                  <a:pt x="5059320" y="464136"/>
                  <a:pt x="5046951" y="453624"/>
                  <a:pt x="5025909" y="453624"/>
                </a:cubicBezTo>
                <a:close/>
                <a:moveTo>
                  <a:pt x="5514391" y="450670"/>
                </a:moveTo>
                <a:cubicBezTo>
                  <a:pt x="5508354" y="450670"/>
                  <a:pt x="5503403" y="455619"/>
                  <a:pt x="5503403" y="461655"/>
                </a:cubicBezTo>
                <a:cubicBezTo>
                  <a:pt x="5503403" y="467692"/>
                  <a:pt x="5508354" y="472641"/>
                  <a:pt x="5514391" y="472641"/>
                </a:cubicBezTo>
                <a:cubicBezTo>
                  <a:pt x="5520429" y="472641"/>
                  <a:pt x="5525379" y="467692"/>
                  <a:pt x="5525379" y="461655"/>
                </a:cubicBezTo>
                <a:cubicBezTo>
                  <a:pt x="5525379" y="455619"/>
                  <a:pt x="5520429" y="450670"/>
                  <a:pt x="5514391" y="450670"/>
                </a:cubicBezTo>
                <a:close/>
                <a:moveTo>
                  <a:pt x="4867038" y="447346"/>
                </a:moveTo>
                <a:cubicBezTo>
                  <a:pt x="4859287" y="439596"/>
                  <a:pt x="4845485" y="449814"/>
                  <a:pt x="4819863" y="475417"/>
                </a:cubicBezTo>
                <a:cubicBezTo>
                  <a:pt x="4784674" y="510598"/>
                  <a:pt x="4761150" y="541840"/>
                  <a:pt x="4743421" y="569476"/>
                </a:cubicBezTo>
                <a:cubicBezTo>
                  <a:pt x="4742487" y="570934"/>
                  <a:pt x="4743421" y="571868"/>
                  <a:pt x="4744879" y="570934"/>
                </a:cubicBezTo>
                <a:cubicBezTo>
                  <a:pt x="4772522" y="553196"/>
                  <a:pt x="4803771" y="529691"/>
                  <a:pt x="4838961" y="494510"/>
                </a:cubicBezTo>
                <a:cubicBezTo>
                  <a:pt x="4864582" y="468894"/>
                  <a:pt x="4874803" y="455096"/>
                  <a:pt x="4867038" y="447346"/>
                </a:cubicBezTo>
                <a:close/>
                <a:moveTo>
                  <a:pt x="4588234" y="447282"/>
                </a:moveTo>
                <a:cubicBezTo>
                  <a:pt x="4580482" y="455032"/>
                  <a:pt x="4590703" y="468830"/>
                  <a:pt x="4616311" y="494446"/>
                </a:cubicBezTo>
                <a:cubicBezTo>
                  <a:pt x="4651501" y="529627"/>
                  <a:pt x="4682751" y="553145"/>
                  <a:pt x="4710393" y="570870"/>
                </a:cubicBezTo>
                <a:lnTo>
                  <a:pt x="4710393" y="570883"/>
                </a:lnTo>
                <a:cubicBezTo>
                  <a:pt x="4711851" y="571816"/>
                  <a:pt x="4712785" y="570883"/>
                  <a:pt x="4711851" y="569425"/>
                </a:cubicBezTo>
                <a:cubicBezTo>
                  <a:pt x="4694109" y="541789"/>
                  <a:pt x="4670599" y="510547"/>
                  <a:pt x="4635409" y="475365"/>
                </a:cubicBezTo>
                <a:cubicBezTo>
                  <a:pt x="4609800" y="449750"/>
                  <a:pt x="4595986" y="439532"/>
                  <a:pt x="4588234" y="447282"/>
                </a:cubicBezTo>
                <a:close/>
                <a:moveTo>
                  <a:pt x="0" y="0"/>
                </a:moveTo>
                <a:lnTo>
                  <a:pt x="6097200" y="0"/>
                </a:lnTo>
                <a:lnTo>
                  <a:pt x="60972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000000">
                  <a:alpha val="64000"/>
                </a:srgbClr>
              </a:gs>
              <a:gs pos="39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C29D16-7666-6BDE-DE5B-772332AD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5112000" cy="1425683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E2D085EA-1CDD-5750-F367-86C7A22A6D0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79425" y="2956560"/>
            <a:ext cx="5112000" cy="29968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992DBD6-6F5A-8D86-5D07-7F60EBCC419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4F2857E-5D03-9947-83FB-0874A4F0F394}" type="datetime1">
              <a:t>22.06.2026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A02D80A-BD72-A486-7562-33E0D61A90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4721" y="6405343"/>
            <a:ext cx="2653330" cy="106470"/>
          </a:xfrm>
        </p:spPr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389E80-91E9-9FB7-D8A4-56B16D843AA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AE3266-156F-2269-E658-BA68FE33864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2360854"/>
            <a:ext cx="5112000" cy="250463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089B7F0C-BFF2-B1F8-3F47-E3E9D5A9DE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6054737"/>
            <a:ext cx="511200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944566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Inhalt Bild 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FA14E199-6724-E761-7BA8-349AEA87FA47}"/>
              </a:ext>
            </a:extLst>
          </p:cNvPr>
          <p:cNvSpPr/>
          <p:nvPr userDrawn="1"/>
        </p:nvSpPr>
        <p:spPr>
          <a:xfrm>
            <a:off x="10319657" y="1"/>
            <a:ext cx="1872343" cy="1100030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C29D16-7666-6BDE-DE5B-772332AD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5112000" cy="142568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7BA107C0-A870-7503-3216-9B2FDB94E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956561"/>
            <a:ext cx="5112000" cy="29933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 marL="504000" indent="-2520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 marL="504000" indent="-2520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4A56A32-9A7B-3345-EC59-786F67693110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B1854FA-4E22-1A07-A6D3-F842403400BC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41B2605-E4FF-7B63-1B0A-0559F54E87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F2857E-5D03-9947-83FB-0874A4F0F394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0756409-EB87-F8BD-94C6-8B40B11CE4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4B766370-FCC2-9C6D-FD3B-AB6C289B9C3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B8A9C5-9906-0742-E6AA-3D9DC52BCD5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2360854"/>
            <a:ext cx="5112000" cy="250463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DA54E94-39C7-6923-1D9B-ACA33DDC18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7030720" cy="6858000"/>
          </a:xfrm>
          <a:custGeom>
            <a:avLst/>
            <a:gdLst>
              <a:gd name="connsiteX0" fmla="*/ 5346401 w 7030720"/>
              <a:gd name="connsiteY0" fmla="*/ 652256 h 6858000"/>
              <a:gd name="connsiteX1" fmla="*/ 5369451 w 7030720"/>
              <a:gd name="connsiteY1" fmla="*/ 677002 h 6858000"/>
              <a:gd name="connsiteX2" fmla="*/ 5346401 w 7030720"/>
              <a:gd name="connsiteY2" fmla="*/ 701748 h 6858000"/>
              <a:gd name="connsiteX3" fmla="*/ 5323350 w 7030720"/>
              <a:gd name="connsiteY3" fmla="*/ 677002 h 6858000"/>
              <a:gd name="connsiteX4" fmla="*/ 5346401 w 7030720"/>
              <a:gd name="connsiteY4" fmla="*/ 652256 h 6858000"/>
              <a:gd name="connsiteX5" fmla="*/ 5121193 w 7030720"/>
              <a:gd name="connsiteY5" fmla="*/ 652256 h 6858000"/>
              <a:gd name="connsiteX6" fmla="*/ 5144243 w 7030720"/>
              <a:gd name="connsiteY6" fmla="*/ 677002 h 6858000"/>
              <a:gd name="connsiteX7" fmla="*/ 5121193 w 7030720"/>
              <a:gd name="connsiteY7" fmla="*/ 701748 h 6858000"/>
              <a:gd name="connsiteX8" fmla="*/ 5098143 w 7030720"/>
              <a:gd name="connsiteY8" fmla="*/ 677002 h 6858000"/>
              <a:gd name="connsiteX9" fmla="*/ 5121193 w 7030720"/>
              <a:gd name="connsiteY9" fmla="*/ 652256 h 6858000"/>
              <a:gd name="connsiteX10" fmla="*/ 5436428 w 7030720"/>
              <a:gd name="connsiteY10" fmla="*/ 651335 h 6858000"/>
              <a:gd name="connsiteX11" fmla="*/ 5456689 w 7030720"/>
              <a:gd name="connsiteY11" fmla="*/ 668498 h 6858000"/>
              <a:gd name="connsiteX12" fmla="*/ 5415859 w 7030720"/>
              <a:gd name="connsiteY12" fmla="*/ 668498 h 6858000"/>
              <a:gd name="connsiteX13" fmla="*/ 5436428 w 7030720"/>
              <a:gd name="connsiteY13" fmla="*/ 651335 h 6858000"/>
              <a:gd name="connsiteX14" fmla="*/ 5524280 w 7030720"/>
              <a:gd name="connsiteY14" fmla="*/ 636015 h 6858000"/>
              <a:gd name="connsiteX15" fmla="*/ 5502624 w 7030720"/>
              <a:gd name="connsiteY15" fmla="*/ 651783 h 6858000"/>
              <a:gd name="connsiteX16" fmla="*/ 5502624 w 7030720"/>
              <a:gd name="connsiteY16" fmla="*/ 637396 h 6858000"/>
              <a:gd name="connsiteX17" fmla="*/ 5484997 w 7030720"/>
              <a:gd name="connsiteY17" fmla="*/ 637396 h 6858000"/>
              <a:gd name="connsiteX18" fmla="*/ 5484997 w 7030720"/>
              <a:gd name="connsiteY18" fmla="*/ 716570 h 6858000"/>
              <a:gd name="connsiteX19" fmla="*/ 5484997 w 7030720"/>
              <a:gd name="connsiteY19" fmla="*/ 716595 h 6858000"/>
              <a:gd name="connsiteX20" fmla="*/ 5502624 w 7030720"/>
              <a:gd name="connsiteY20" fmla="*/ 716595 h 6858000"/>
              <a:gd name="connsiteX21" fmla="*/ 5502624 w 7030720"/>
              <a:gd name="connsiteY21" fmla="*/ 673447 h 6858000"/>
              <a:gd name="connsiteX22" fmla="*/ 5522118 w 7030720"/>
              <a:gd name="connsiteY22" fmla="*/ 654264 h 6858000"/>
              <a:gd name="connsiteX23" fmla="*/ 5525981 w 7030720"/>
              <a:gd name="connsiteY23" fmla="*/ 654264 h 6858000"/>
              <a:gd name="connsiteX24" fmla="*/ 5525981 w 7030720"/>
              <a:gd name="connsiteY24" fmla="*/ 636015 h 6858000"/>
              <a:gd name="connsiteX25" fmla="*/ 5342845 w 7030720"/>
              <a:gd name="connsiteY25" fmla="*/ 635260 h 6858000"/>
              <a:gd name="connsiteX26" fmla="*/ 5305110 w 7030720"/>
              <a:gd name="connsiteY26" fmla="*/ 677015 h 6858000"/>
              <a:gd name="connsiteX27" fmla="*/ 5342845 w 7030720"/>
              <a:gd name="connsiteY27" fmla="*/ 718769 h 6858000"/>
              <a:gd name="connsiteX28" fmla="*/ 5369451 w 7030720"/>
              <a:gd name="connsiteY28" fmla="*/ 703461 h 6858000"/>
              <a:gd name="connsiteX29" fmla="*/ 5369451 w 7030720"/>
              <a:gd name="connsiteY29" fmla="*/ 716608 h 6858000"/>
              <a:gd name="connsiteX30" fmla="*/ 5387091 w 7030720"/>
              <a:gd name="connsiteY30" fmla="*/ 716608 h 6858000"/>
              <a:gd name="connsiteX31" fmla="*/ 5387091 w 7030720"/>
              <a:gd name="connsiteY31" fmla="*/ 637434 h 6858000"/>
              <a:gd name="connsiteX32" fmla="*/ 5369451 w 7030720"/>
              <a:gd name="connsiteY32" fmla="*/ 637434 h 6858000"/>
              <a:gd name="connsiteX33" fmla="*/ 5369451 w 7030720"/>
              <a:gd name="connsiteY33" fmla="*/ 650568 h 6858000"/>
              <a:gd name="connsiteX34" fmla="*/ 5342845 w 7030720"/>
              <a:gd name="connsiteY34" fmla="*/ 635260 h 6858000"/>
              <a:gd name="connsiteX35" fmla="*/ 5121193 w 7030720"/>
              <a:gd name="connsiteY35" fmla="*/ 635248 h 6858000"/>
              <a:gd name="connsiteX36" fmla="*/ 5079889 w 7030720"/>
              <a:gd name="connsiteY36" fmla="*/ 677002 h 6858000"/>
              <a:gd name="connsiteX37" fmla="*/ 5121193 w 7030720"/>
              <a:gd name="connsiteY37" fmla="*/ 718756 h 6858000"/>
              <a:gd name="connsiteX38" fmla="*/ 5162497 w 7030720"/>
              <a:gd name="connsiteY38" fmla="*/ 677002 h 6858000"/>
              <a:gd name="connsiteX39" fmla="*/ 5121193 w 7030720"/>
              <a:gd name="connsiteY39" fmla="*/ 635248 h 6858000"/>
              <a:gd name="connsiteX40" fmla="*/ 5436440 w 7030720"/>
              <a:gd name="connsiteY40" fmla="*/ 635235 h 6858000"/>
              <a:gd name="connsiteX41" fmla="*/ 5397311 w 7030720"/>
              <a:gd name="connsiteY41" fmla="*/ 676989 h 6858000"/>
              <a:gd name="connsiteX42" fmla="*/ 5397298 w 7030720"/>
              <a:gd name="connsiteY42" fmla="*/ 677002 h 6858000"/>
              <a:gd name="connsiteX43" fmla="*/ 5437822 w 7030720"/>
              <a:gd name="connsiteY43" fmla="*/ 718756 h 6858000"/>
              <a:gd name="connsiteX44" fmla="*/ 5472321 w 7030720"/>
              <a:gd name="connsiteY44" fmla="*/ 700968 h 6858000"/>
              <a:gd name="connsiteX45" fmla="*/ 5460258 w 7030720"/>
              <a:gd name="connsiteY45" fmla="*/ 690762 h 6858000"/>
              <a:gd name="connsiteX46" fmla="*/ 5437835 w 7030720"/>
              <a:gd name="connsiteY46" fmla="*/ 702669 h 6858000"/>
              <a:gd name="connsiteX47" fmla="*/ 5415411 w 7030720"/>
              <a:gd name="connsiteY47" fmla="*/ 682718 h 6858000"/>
              <a:gd name="connsiteX48" fmla="*/ 5474649 w 7030720"/>
              <a:gd name="connsiteY48" fmla="*/ 682718 h 6858000"/>
              <a:gd name="connsiteX49" fmla="*/ 5475109 w 7030720"/>
              <a:gd name="connsiteY49" fmla="*/ 676222 h 6858000"/>
              <a:gd name="connsiteX50" fmla="*/ 5436440 w 7030720"/>
              <a:gd name="connsiteY50" fmla="*/ 635235 h 6858000"/>
              <a:gd name="connsiteX51" fmla="*/ 5197290 w 7030720"/>
              <a:gd name="connsiteY51" fmla="*/ 614517 h 6858000"/>
              <a:gd name="connsiteX52" fmla="*/ 5179650 w 7030720"/>
              <a:gd name="connsiteY52" fmla="*/ 619927 h 6858000"/>
              <a:gd name="connsiteX53" fmla="*/ 5179650 w 7030720"/>
              <a:gd name="connsiteY53" fmla="*/ 637396 h 6858000"/>
              <a:gd name="connsiteX54" fmla="*/ 5164339 w 7030720"/>
              <a:gd name="connsiteY54" fmla="*/ 637396 h 6858000"/>
              <a:gd name="connsiteX55" fmla="*/ 5164339 w 7030720"/>
              <a:gd name="connsiteY55" fmla="*/ 652551 h 6858000"/>
              <a:gd name="connsiteX56" fmla="*/ 5179650 w 7030720"/>
              <a:gd name="connsiteY56" fmla="*/ 652551 h 6858000"/>
              <a:gd name="connsiteX57" fmla="*/ 5179650 w 7030720"/>
              <a:gd name="connsiteY57" fmla="*/ 691363 h 6858000"/>
              <a:gd name="connsiteX58" fmla="*/ 5205169 w 7030720"/>
              <a:gd name="connsiteY58" fmla="*/ 718271 h 6858000"/>
              <a:gd name="connsiteX59" fmla="*/ 5216618 w 7030720"/>
              <a:gd name="connsiteY59" fmla="*/ 716877 h 6858000"/>
              <a:gd name="connsiteX60" fmla="*/ 5216631 w 7030720"/>
              <a:gd name="connsiteY60" fmla="*/ 716902 h 6858000"/>
              <a:gd name="connsiteX61" fmla="*/ 5216631 w 7030720"/>
              <a:gd name="connsiteY61" fmla="*/ 702055 h 6858000"/>
              <a:gd name="connsiteX62" fmla="*/ 5209979 w 7030720"/>
              <a:gd name="connsiteY62" fmla="*/ 702515 h 6858000"/>
              <a:gd name="connsiteX63" fmla="*/ 5197290 w 7030720"/>
              <a:gd name="connsiteY63" fmla="*/ 689675 h 6858000"/>
              <a:gd name="connsiteX64" fmla="*/ 5197290 w 7030720"/>
              <a:gd name="connsiteY64" fmla="*/ 652563 h 6858000"/>
              <a:gd name="connsiteX65" fmla="*/ 5216631 w 7030720"/>
              <a:gd name="connsiteY65" fmla="*/ 652563 h 6858000"/>
              <a:gd name="connsiteX66" fmla="*/ 5216631 w 7030720"/>
              <a:gd name="connsiteY66" fmla="*/ 637409 h 6858000"/>
              <a:gd name="connsiteX67" fmla="*/ 5197290 w 7030720"/>
              <a:gd name="connsiteY67" fmla="*/ 637409 h 6858000"/>
              <a:gd name="connsiteX68" fmla="*/ 5228399 w 7030720"/>
              <a:gd name="connsiteY68" fmla="*/ 608341 h 6858000"/>
              <a:gd name="connsiteX69" fmla="*/ 5228399 w 7030720"/>
              <a:gd name="connsiteY69" fmla="*/ 716595 h 6858000"/>
              <a:gd name="connsiteX70" fmla="*/ 5246013 w 7030720"/>
              <a:gd name="connsiteY70" fmla="*/ 716595 h 6858000"/>
              <a:gd name="connsiteX71" fmla="*/ 5246013 w 7030720"/>
              <a:gd name="connsiteY71" fmla="*/ 669585 h 6858000"/>
              <a:gd name="connsiteX72" fmla="*/ 5262411 w 7030720"/>
              <a:gd name="connsiteY72" fmla="*/ 650722 h 6858000"/>
              <a:gd name="connsiteX73" fmla="*/ 5277876 w 7030720"/>
              <a:gd name="connsiteY73" fmla="*/ 668191 h 6858000"/>
              <a:gd name="connsiteX74" fmla="*/ 5277876 w 7030720"/>
              <a:gd name="connsiteY74" fmla="*/ 716595 h 6858000"/>
              <a:gd name="connsiteX75" fmla="*/ 5295516 w 7030720"/>
              <a:gd name="connsiteY75" fmla="*/ 716595 h 6858000"/>
              <a:gd name="connsiteX76" fmla="*/ 5295516 w 7030720"/>
              <a:gd name="connsiteY76" fmla="*/ 665096 h 6858000"/>
              <a:gd name="connsiteX77" fmla="*/ 5269690 w 7030720"/>
              <a:gd name="connsiteY77" fmla="*/ 635248 h 6858000"/>
              <a:gd name="connsiteX78" fmla="*/ 5246026 w 7030720"/>
              <a:gd name="connsiteY78" fmla="*/ 647934 h 6858000"/>
              <a:gd name="connsiteX79" fmla="*/ 5246026 w 7030720"/>
              <a:gd name="connsiteY79" fmla="*/ 608341 h 6858000"/>
              <a:gd name="connsiteX80" fmla="*/ 5020652 w 7030720"/>
              <a:gd name="connsiteY80" fmla="*/ 606486 h 6858000"/>
              <a:gd name="connsiteX81" fmla="*/ 4966198 w 7030720"/>
              <a:gd name="connsiteY81" fmla="*/ 662628 h 6858000"/>
              <a:gd name="connsiteX82" fmla="*/ 5018324 w 7030720"/>
              <a:gd name="connsiteY82" fmla="*/ 718769 h 6858000"/>
              <a:gd name="connsiteX83" fmla="*/ 5051428 w 7030720"/>
              <a:gd name="connsiteY83" fmla="*/ 702681 h 6858000"/>
              <a:gd name="connsiteX84" fmla="*/ 5051428 w 7030720"/>
              <a:gd name="connsiteY84" fmla="*/ 716595 h 6858000"/>
              <a:gd name="connsiteX85" fmla="*/ 5069375 w 7030720"/>
              <a:gd name="connsiteY85" fmla="*/ 716595 h 6858000"/>
              <a:gd name="connsiteX86" fmla="*/ 5069375 w 7030720"/>
              <a:gd name="connsiteY86" fmla="*/ 659686 h 6858000"/>
              <a:gd name="connsiteX87" fmla="*/ 5022506 w 7030720"/>
              <a:gd name="connsiteY87" fmla="*/ 659686 h 6858000"/>
              <a:gd name="connsiteX88" fmla="*/ 5022506 w 7030720"/>
              <a:gd name="connsiteY88" fmla="*/ 677322 h 6858000"/>
              <a:gd name="connsiteX89" fmla="*/ 5049880 w 7030720"/>
              <a:gd name="connsiteY89" fmla="*/ 677322 h 6858000"/>
              <a:gd name="connsiteX90" fmla="*/ 5020639 w 7030720"/>
              <a:gd name="connsiteY90" fmla="*/ 699906 h 6858000"/>
              <a:gd name="connsiteX91" fmla="*/ 4987227 w 7030720"/>
              <a:gd name="connsiteY91" fmla="*/ 662640 h 6858000"/>
              <a:gd name="connsiteX92" fmla="*/ 5020639 w 7030720"/>
              <a:gd name="connsiteY92" fmla="*/ 625375 h 6858000"/>
              <a:gd name="connsiteX93" fmla="*/ 5050034 w 7030720"/>
              <a:gd name="connsiteY93" fmla="*/ 642230 h 6858000"/>
              <a:gd name="connsiteX94" fmla="*/ 5066739 w 7030720"/>
              <a:gd name="connsiteY94" fmla="*/ 631091 h 6858000"/>
              <a:gd name="connsiteX95" fmla="*/ 5020639 w 7030720"/>
              <a:gd name="connsiteY95" fmla="*/ 606499 h 6858000"/>
              <a:gd name="connsiteX96" fmla="*/ 4744738 w 7030720"/>
              <a:gd name="connsiteY96" fmla="*/ 601537 h 6858000"/>
              <a:gd name="connsiteX97" fmla="*/ 4744746 w 7030720"/>
              <a:gd name="connsiteY97" fmla="*/ 601542 h 6858000"/>
              <a:gd name="connsiteX98" fmla="*/ 4743293 w 7030720"/>
              <a:gd name="connsiteY98" fmla="*/ 602995 h 6858000"/>
              <a:gd name="connsiteX99" fmla="*/ 4819735 w 7030720"/>
              <a:gd name="connsiteY99" fmla="*/ 697054 h 6858000"/>
              <a:gd name="connsiteX100" fmla="*/ 4866910 w 7030720"/>
              <a:gd name="connsiteY100" fmla="*/ 725125 h 6858000"/>
              <a:gd name="connsiteX101" fmla="*/ 4838820 w 7030720"/>
              <a:gd name="connsiteY101" fmla="*/ 677961 h 6858000"/>
              <a:gd name="connsiteX102" fmla="*/ 4788949 w 7030720"/>
              <a:gd name="connsiteY102" fmla="*/ 633203 h 6858000"/>
              <a:gd name="connsiteX103" fmla="*/ 4744746 w 7030720"/>
              <a:gd name="connsiteY103" fmla="*/ 601542 h 6858000"/>
              <a:gd name="connsiteX104" fmla="*/ 4744751 w 7030720"/>
              <a:gd name="connsiteY104" fmla="*/ 601537 h 6858000"/>
              <a:gd name="connsiteX105" fmla="*/ 4640551 w 7030720"/>
              <a:gd name="connsiteY105" fmla="*/ 588557 h 6858000"/>
              <a:gd name="connsiteX106" fmla="*/ 4608227 w 7030720"/>
              <a:gd name="connsiteY106" fmla="*/ 600258 h 6858000"/>
              <a:gd name="connsiteX107" fmla="*/ 4640551 w 7030720"/>
              <a:gd name="connsiteY107" fmla="*/ 611960 h 6858000"/>
              <a:gd name="connsiteX108" fmla="*/ 4703192 w 7030720"/>
              <a:gd name="connsiteY108" fmla="*/ 604184 h 6858000"/>
              <a:gd name="connsiteX109" fmla="*/ 4616030 w 7030720"/>
              <a:gd name="connsiteY109" fmla="*/ 678997 h 6858000"/>
              <a:gd name="connsiteX110" fmla="*/ 4587633 w 7030720"/>
              <a:gd name="connsiteY110" fmla="*/ 725164 h 6858000"/>
              <a:gd name="connsiteX111" fmla="*/ 4634296 w 7030720"/>
              <a:gd name="connsiteY111" fmla="*/ 697067 h 6858000"/>
              <a:gd name="connsiteX112" fmla="*/ 4709907 w 7030720"/>
              <a:gd name="connsiteY112" fmla="*/ 610834 h 6858000"/>
              <a:gd name="connsiteX113" fmla="*/ 4702117 w 7030720"/>
              <a:gd name="connsiteY113" fmla="*/ 673511 h 6858000"/>
              <a:gd name="connsiteX114" fmla="*/ 4713821 w 7030720"/>
              <a:gd name="connsiteY114" fmla="*/ 705815 h 6858000"/>
              <a:gd name="connsiteX115" fmla="*/ 4725526 w 7030720"/>
              <a:gd name="connsiteY115" fmla="*/ 673511 h 6858000"/>
              <a:gd name="connsiteX116" fmla="*/ 4714717 w 7030720"/>
              <a:gd name="connsiteY116" fmla="*/ 600297 h 6858000"/>
              <a:gd name="connsiteX117" fmla="*/ 4714333 w 7030720"/>
              <a:gd name="connsiteY117" fmla="*/ 599708 h 6858000"/>
              <a:gd name="connsiteX118" fmla="*/ 4714320 w 7030720"/>
              <a:gd name="connsiteY118" fmla="*/ 599695 h 6858000"/>
              <a:gd name="connsiteX119" fmla="*/ 4713783 w 7030720"/>
              <a:gd name="connsiteY119" fmla="*/ 599363 h 6858000"/>
              <a:gd name="connsiteX120" fmla="*/ 4640551 w 7030720"/>
              <a:gd name="connsiteY120" fmla="*/ 588557 h 6858000"/>
              <a:gd name="connsiteX121" fmla="*/ 4827410 w 7030720"/>
              <a:gd name="connsiteY121" fmla="*/ 575551 h 6858000"/>
              <a:gd name="connsiteX122" fmla="*/ 4747796 w 7030720"/>
              <a:gd name="connsiteY122" fmla="*/ 586357 h 6858000"/>
              <a:gd name="connsiteX123" fmla="*/ 4747796 w 7030720"/>
              <a:gd name="connsiteY123" fmla="*/ 588147 h 6858000"/>
              <a:gd name="connsiteX124" fmla="*/ 4827410 w 7030720"/>
              <a:gd name="connsiteY124" fmla="*/ 598941 h 6858000"/>
              <a:gd name="connsiteX125" fmla="*/ 4862549 w 7030720"/>
              <a:gd name="connsiteY125" fmla="*/ 587252 h 6858000"/>
              <a:gd name="connsiteX126" fmla="*/ 4827410 w 7030720"/>
              <a:gd name="connsiteY126" fmla="*/ 575551 h 6858000"/>
              <a:gd name="connsiteX127" fmla="*/ 4993111 w 7030720"/>
              <a:gd name="connsiteY127" fmla="*/ 515163 h 6858000"/>
              <a:gd name="connsiteX128" fmla="*/ 5024054 w 7030720"/>
              <a:gd name="connsiteY128" fmla="*/ 515163 h 6858000"/>
              <a:gd name="connsiteX129" fmla="*/ 5040913 w 7030720"/>
              <a:gd name="connsiteY129" fmla="*/ 529396 h 6858000"/>
              <a:gd name="connsiteX130" fmla="*/ 5024054 w 7030720"/>
              <a:gd name="connsiteY130" fmla="*/ 543630 h 6858000"/>
              <a:gd name="connsiteX131" fmla="*/ 5024054 w 7030720"/>
              <a:gd name="connsiteY131" fmla="*/ 543617 h 6858000"/>
              <a:gd name="connsiteX132" fmla="*/ 4993111 w 7030720"/>
              <a:gd name="connsiteY132" fmla="*/ 543617 h 6858000"/>
              <a:gd name="connsiteX133" fmla="*/ 5574716 w 7030720"/>
              <a:gd name="connsiteY133" fmla="*/ 497527 h 6858000"/>
              <a:gd name="connsiteX134" fmla="*/ 5597766 w 7030720"/>
              <a:gd name="connsiteY134" fmla="*/ 522273 h 6858000"/>
              <a:gd name="connsiteX135" fmla="*/ 5574716 w 7030720"/>
              <a:gd name="connsiteY135" fmla="*/ 547019 h 6858000"/>
              <a:gd name="connsiteX136" fmla="*/ 5551666 w 7030720"/>
              <a:gd name="connsiteY136" fmla="*/ 522273 h 6858000"/>
              <a:gd name="connsiteX137" fmla="*/ 5574716 w 7030720"/>
              <a:gd name="connsiteY137" fmla="*/ 497527 h 6858000"/>
              <a:gd name="connsiteX138" fmla="*/ 5111919 w 7030720"/>
              <a:gd name="connsiteY138" fmla="*/ 497527 h 6858000"/>
              <a:gd name="connsiteX139" fmla="*/ 5134969 w 7030720"/>
              <a:gd name="connsiteY139" fmla="*/ 522273 h 6858000"/>
              <a:gd name="connsiteX140" fmla="*/ 5111919 w 7030720"/>
              <a:gd name="connsiteY140" fmla="*/ 547019 h 6858000"/>
              <a:gd name="connsiteX141" fmla="*/ 5088869 w 7030720"/>
              <a:gd name="connsiteY141" fmla="*/ 522273 h 6858000"/>
              <a:gd name="connsiteX142" fmla="*/ 5111919 w 7030720"/>
              <a:gd name="connsiteY142" fmla="*/ 497527 h 6858000"/>
              <a:gd name="connsiteX143" fmla="*/ 5376882 w 7030720"/>
              <a:gd name="connsiteY143" fmla="*/ 496606 h 6858000"/>
              <a:gd name="connsiteX144" fmla="*/ 5397144 w 7030720"/>
              <a:gd name="connsiteY144" fmla="*/ 513769 h 6858000"/>
              <a:gd name="connsiteX145" fmla="*/ 5356314 w 7030720"/>
              <a:gd name="connsiteY145" fmla="*/ 513769 h 6858000"/>
              <a:gd name="connsiteX146" fmla="*/ 5376882 w 7030720"/>
              <a:gd name="connsiteY146" fmla="*/ 496606 h 6858000"/>
              <a:gd name="connsiteX147" fmla="*/ 5505578 w 7030720"/>
              <a:gd name="connsiteY147" fmla="*/ 482693 h 6858000"/>
              <a:gd name="connsiteX148" fmla="*/ 5505578 w 7030720"/>
              <a:gd name="connsiteY148" fmla="*/ 561866 h 6858000"/>
              <a:gd name="connsiteX149" fmla="*/ 5523217 w 7030720"/>
              <a:gd name="connsiteY149" fmla="*/ 561866 h 6858000"/>
              <a:gd name="connsiteX150" fmla="*/ 5523217 w 7030720"/>
              <a:gd name="connsiteY150" fmla="*/ 482693 h 6858000"/>
              <a:gd name="connsiteX151" fmla="*/ 5205502 w 7030720"/>
              <a:gd name="connsiteY151" fmla="*/ 481299 h 6858000"/>
              <a:gd name="connsiteX152" fmla="*/ 5183846 w 7030720"/>
              <a:gd name="connsiteY152" fmla="*/ 497080 h 6858000"/>
              <a:gd name="connsiteX153" fmla="*/ 5183846 w 7030720"/>
              <a:gd name="connsiteY153" fmla="*/ 482693 h 6858000"/>
              <a:gd name="connsiteX154" fmla="*/ 5166206 w 7030720"/>
              <a:gd name="connsiteY154" fmla="*/ 482693 h 6858000"/>
              <a:gd name="connsiteX155" fmla="*/ 5166206 w 7030720"/>
              <a:gd name="connsiteY155" fmla="*/ 561866 h 6858000"/>
              <a:gd name="connsiteX156" fmla="*/ 5183846 w 7030720"/>
              <a:gd name="connsiteY156" fmla="*/ 561866 h 6858000"/>
              <a:gd name="connsiteX157" fmla="*/ 5183846 w 7030720"/>
              <a:gd name="connsiteY157" fmla="*/ 518718 h 6858000"/>
              <a:gd name="connsiteX158" fmla="*/ 5203340 w 7030720"/>
              <a:gd name="connsiteY158" fmla="*/ 499548 h 6858000"/>
              <a:gd name="connsiteX159" fmla="*/ 5207203 w 7030720"/>
              <a:gd name="connsiteY159" fmla="*/ 499548 h 6858000"/>
              <a:gd name="connsiteX160" fmla="*/ 5207203 w 7030720"/>
              <a:gd name="connsiteY160" fmla="*/ 481299 h 6858000"/>
              <a:gd name="connsiteX161" fmla="*/ 5571160 w 7030720"/>
              <a:gd name="connsiteY161" fmla="*/ 480531 h 6858000"/>
              <a:gd name="connsiteX162" fmla="*/ 5533412 w 7030720"/>
              <a:gd name="connsiteY162" fmla="*/ 522286 h 6858000"/>
              <a:gd name="connsiteX163" fmla="*/ 5571160 w 7030720"/>
              <a:gd name="connsiteY163" fmla="*/ 564040 h 6858000"/>
              <a:gd name="connsiteX164" fmla="*/ 5597766 w 7030720"/>
              <a:gd name="connsiteY164" fmla="*/ 548732 h 6858000"/>
              <a:gd name="connsiteX165" fmla="*/ 5597766 w 7030720"/>
              <a:gd name="connsiteY165" fmla="*/ 561879 h 6858000"/>
              <a:gd name="connsiteX166" fmla="*/ 5615393 w 7030720"/>
              <a:gd name="connsiteY166" fmla="*/ 561879 h 6858000"/>
              <a:gd name="connsiteX167" fmla="*/ 5615393 w 7030720"/>
              <a:gd name="connsiteY167" fmla="*/ 482705 h 6858000"/>
              <a:gd name="connsiteX168" fmla="*/ 5597766 w 7030720"/>
              <a:gd name="connsiteY168" fmla="*/ 482705 h 6858000"/>
              <a:gd name="connsiteX169" fmla="*/ 5597766 w 7030720"/>
              <a:gd name="connsiteY169" fmla="*/ 495839 h 6858000"/>
              <a:gd name="connsiteX170" fmla="*/ 5571160 w 7030720"/>
              <a:gd name="connsiteY170" fmla="*/ 480531 h 6858000"/>
              <a:gd name="connsiteX171" fmla="*/ 5108350 w 7030720"/>
              <a:gd name="connsiteY171" fmla="*/ 480531 h 6858000"/>
              <a:gd name="connsiteX172" fmla="*/ 5070602 w 7030720"/>
              <a:gd name="connsiteY172" fmla="*/ 522286 h 6858000"/>
              <a:gd name="connsiteX173" fmla="*/ 5108350 w 7030720"/>
              <a:gd name="connsiteY173" fmla="*/ 564040 h 6858000"/>
              <a:gd name="connsiteX174" fmla="*/ 5134956 w 7030720"/>
              <a:gd name="connsiteY174" fmla="*/ 548732 h 6858000"/>
              <a:gd name="connsiteX175" fmla="*/ 5134956 w 7030720"/>
              <a:gd name="connsiteY175" fmla="*/ 561879 h 6858000"/>
              <a:gd name="connsiteX176" fmla="*/ 5152583 w 7030720"/>
              <a:gd name="connsiteY176" fmla="*/ 561879 h 6858000"/>
              <a:gd name="connsiteX177" fmla="*/ 5152583 w 7030720"/>
              <a:gd name="connsiteY177" fmla="*/ 482705 h 6858000"/>
              <a:gd name="connsiteX178" fmla="*/ 5134956 w 7030720"/>
              <a:gd name="connsiteY178" fmla="*/ 482705 h 6858000"/>
              <a:gd name="connsiteX179" fmla="*/ 5134956 w 7030720"/>
              <a:gd name="connsiteY179" fmla="*/ 495839 h 6858000"/>
              <a:gd name="connsiteX180" fmla="*/ 5108350 w 7030720"/>
              <a:gd name="connsiteY180" fmla="*/ 480531 h 6858000"/>
              <a:gd name="connsiteX181" fmla="*/ 5466756 w 7030720"/>
              <a:gd name="connsiteY181" fmla="*/ 480518 h 6858000"/>
              <a:gd name="connsiteX182" fmla="*/ 5443091 w 7030720"/>
              <a:gd name="connsiteY182" fmla="*/ 493205 h 6858000"/>
              <a:gd name="connsiteX183" fmla="*/ 5443091 w 7030720"/>
              <a:gd name="connsiteY183" fmla="*/ 482693 h 6858000"/>
              <a:gd name="connsiteX184" fmla="*/ 5425465 w 7030720"/>
              <a:gd name="connsiteY184" fmla="*/ 482693 h 6858000"/>
              <a:gd name="connsiteX185" fmla="*/ 5425465 w 7030720"/>
              <a:gd name="connsiteY185" fmla="*/ 561866 h 6858000"/>
              <a:gd name="connsiteX186" fmla="*/ 5443079 w 7030720"/>
              <a:gd name="connsiteY186" fmla="*/ 561866 h 6858000"/>
              <a:gd name="connsiteX187" fmla="*/ 5443079 w 7030720"/>
              <a:gd name="connsiteY187" fmla="*/ 514856 h 6858000"/>
              <a:gd name="connsiteX188" fmla="*/ 5459477 w 7030720"/>
              <a:gd name="connsiteY188" fmla="*/ 495993 h 6858000"/>
              <a:gd name="connsiteX189" fmla="*/ 5474942 w 7030720"/>
              <a:gd name="connsiteY189" fmla="*/ 513462 h 6858000"/>
              <a:gd name="connsiteX190" fmla="*/ 5474942 w 7030720"/>
              <a:gd name="connsiteY190" fmla="*/ 561866 h 6858000"/>
              <a:gd name="connsiteX191" fmla="*/ 5492582 w 7030720"/>
              <a:gd name="connsiteY191" fmla="*/ 561866 h 6858000"/>
              <a:gd name="connsiteX192" fmla="*/ 5492582 w 7030720"/>
              <a:gd name="connsiteY192" fmla="*/ 510367 h 6858000"/>
              <a:gd name="connsiteX193" fmla="*/ 5466756 w 7030720"/>
              <a:gd name="connsiteY193" fmla="*/ 480518 h 6858000"/>
              <a:gd name="connsiteX194" fmla="*/ 5376895 w 7030720"/>
              <a:gd name="connsiteY194" fmla="*/ 480518 h 6858000"/>
              <a:gd name="connsiteX195" fmla="*/ 5337753 w 7030720"/>
              <a:gd name="connsiteY195" fmla="*/ 522273 h 6858000"/>
              <a:gd name="connsiteX196" fmla="*/ 5378277 w 7030720"/>
              <a:gd name="connsiteY196" fmla="*/ 564027 h 6858000"/>
              <a:gd name="connsiteX197" fmla="*/ 5412776 w 7030720"/>
              <a:gd name="connsiteY197" fmla="*/ 546239 h 6858000"/>
              <a:gd name="connsiteX198" fmla="*/ 5400713 w 7030720"/>
              <a:gd name="connsiteY198" fmla="*/ 536033 h 6858000"/>
              <a:gd name="connsiteX199" fmla="*/ 5378290 w 7030720"/>
              <a:gd name="connsiteY199" fmla="*/ 547939 h 6858000"/>
              <a:gd name="connsiteX200" fmla="*/ 5355866 w 7030720"/>
              <a:gd name="connsiteY200" fmla="*/ 527989 h 6858000"/>
              <a:gd name="connsiteX201" fmla="*/ 5415103 w 7030720"/>
              <a:gd name="connsiteY201" fmla="*/ 527989 h 6858000"/>
              <a:gd name="connsiteX202" fmla="*/ 5415564 w 7030720"/>
              <a:gd name="connsiteY202" fmla="*/ 521493 h 6858000"/>
              <a:gd name="connsiteX203" fmla="*/ 5376895 w 7030720"/>
              <a:gd name="connsiteY203" fmla="*/ 480518 h 6858000"/>
              <a:gd name="connsiteX204" fmla="*/ 5256553 w 7030720"/>
              <a:gd name="connsiteY204" fmla="*/ 480518 h 6858000"/>
              <a:gd name="connsiteX205" fmla="*/ 5234129 w 7030720"/>
              <a:gd name="connsiteY205" fmla="*/ 493205 h 6858000"/>
              <a:gd name="connsiteX206" fmla="*/ 5234129 w 7030720"/>
              <a:gd name="connsiteY206" fmla="*/ 482693 h 6858000"/>
              <a:gd name="connsiteX207" fmla="*/ 5216490 w 7030720"/>
              <a:gd name="connsiteY207" fmla="*/ 482693 h 6858000"/>
              <a:gd name="connsiteX208" fmla="*/ 5216490 w 7030720"/>
              <a:gd name="connsiteY208" fmla="*/ 561866 h 6858000"/>
              <a:gd name="connsiteX209" fmla="*/ 5234116 w 7030720"/>
              <a:gd name="connsiteY209" fmla="*/ 561866 h 6858000"/>
              <a:gd name="connsiteX210" fmla="*/ 5234116 w 7030720"/>
              <a:gd name="connsiteY210" fmla="*/ 514856 h 6858000"/>
              <a:gd name="connsiteX211" fmla="*/ 5249274 w 7030720"/>
              <a:gd name="connsiteY211" fmla="*/ 495993 h 6858000"/>
              <a:gd name="connsiteX212" fmla="*/ 5263511 w 7030720"/>
              <a:gd name="connsiteY212" fmla="*/ 513462 h 6858000"/>
              <a:gd name="connsiteX213" fmla="*/ 5263511 w 7030720"/>
              <a:gd name="connsiteY213" fmla="*/ 561866 h 6858000"/>
              <a:gd name="connsiteX214" fmla="*/ 5281138 w 7030720"/>
              <a:gd name="connsiteY214" fmla="*/ 561866 h 6858000"/>
              <a:gd name="connsiteX215" fmla="*/ 5281138 w 7030720"/>
              <a:gd name="connsiteY215" fmla="*/ 513155 h 6858000"/>
              <a:gd name="connsiteX216" fmla="*/ 5296296 w 7030720"/>
              <a:gd name="connsiteY216" fmla="*/ 495993 h 6858000"/>
              <a:gd name="connsiteX217" fmla="*/ 5310533 w 7030720"/>
              <a:gd name="connsiteY217" fmla="*/ 513462 h 6858000"/>
              <a:gd name="connsiteX218" fmla="*/ 5310533 w 7030720"/>
              <a:gd name="connsiteY218" fmla="*/ 561866 h 6858000"/>
              <a:gd name="connsiteX219" fmla="*/ 5328172 w 7030720"/>
              <a:gd name="connsiteY219" fmla="*/ 561866 h 6858000"/>
              <a:gd name="connsiteX220" fmla="*/ 5328172 w 7030720"/>
              <a:gd name="connsiteY220" fmla="*/ 510367 h 6858000"/>
              <a:gd name="connsiteX221" fmla="*/ 5302026 w 7030720"/>
              <a:gd name="connsiteY221" fmla="*/ 480518 h 6858000"/>
              <a:gd name="connsiteX222" fmla="*/ 5278209 w 7030720"/>
              <a:gd name="connsiteY222" fmla="*/ 494125 h 6858000"/>
              <a:gd name="connsiteX223" fmla="*/ 5256553 w 7030720"/>
              <a:gd name="connsiteY223" fmla="*/ 480518 h 6858000"/>
              <a:gd name="connsiteX224" fmla="*/ 4993111 w 7030720"/>
              <a:gd name="connsiteY224" fmla="*/ 471861 h 6858000"/>
              <a:gd name="connsiteX225" fmla="*/ 5023120 w 7030720"/>
              <a:gd name="connsiteY225" fmla="*/ 471861 h 6858000"/>
              <a:gd name="connsiteX226" fmla="*/ 5038278 w 7030720"/>
              <a:gd name="connsiteY226" fmla="*/ 484381 h 6858000"/>
              <a:gd name="connsiteX227" fmla="*/ 5023120 w 7030720"/>
              <a:gd name="connsiteY227" fmla="*/ 496913 h 6858000"/>
              <a:gd name="connsiteX228" fmla="*/ 4993111 w 7030720"/>
              <a:gd name="connsiteY228" fmla="*/ 496913 h 6858000"/>
              <a:gd name="connsiteX229" fmla="*/ 4728340 w 7030720"/>
              <a:gd name="connsiteY229" fmla="*/ 462794 h 6858000"/>
              <a:gd name="connsiteX230" fmla="*/ 4716648 w 7030720"/>
              <a:gd name="connsiteY230" fmla="*/ 494561 h 6858000"/>
              <a:gd name="connsiteX231" fmla="*/ 4727457 w 7030720"/>
              <a:gd name="connsiteY231" fmla="*/ 566535 h 6858000"/>
              <a:gd name="connsiteX232" fmla="*/ 4729235 w 7030720"/>
              <a:gd name="connsiteY232" fmla="*/ 566535 h 6858000"/>
              <a:gd name="connsiteX233" fmla="*/ 4740044 w 7030720"/>
              <a:gd name="connsiteY233" fmla="*/ 494561 h 6858000"/>
              <a:gd name="connsiteX234" fmla="*/ 4728340 w 7030720"/>
              <a:gd name="connsiteY234" fmla="*/ 462794 h 6858000"/>
              <a:gd name="connsiteX235" fmla="*/ 4973003 w 7030720"/>
              <a:gd name="connsiteY235" fmla="*/ 453624 h 6858000"/>
              <a:gd name="connsiteX236" fmla="*/ 4973003 w 7030720"/>
              <a:gd name="connsiteY236" fmla="*/ 561866 h 6858000"/>
              <a:gd name="connsiteX237" fmla="*/ 5026369 w 7030720"/>
              <a:gd name="connsiteY237" fmla="*/ 561866 h 6858000"/>
              <a:gd name="connsiteX238" fmla="*/ 5061942 w 7030720"/>
              <a:gd name="connsiteY238" fmla="*/ 531404 h 6858000"/>
              <a:gd name="connsiteX239" fmla="*/ 5043075 w 7030720"/>
              <a:gd name="connsiteY239" fmla="*/ 505584 h 6858000"/>
              <a:gd name="connsiteX240" fmla="*/ 5059320 w 7030720"/>
              <a:gd name="connsiteY240" fmla="*/ 481772 h 6858000"/>
              <a:gd name="connsiteX241" fmla="*/ 5025909 w 7030720"/>
              <a:gd name="connsiteY241" fmla="*/ 453624 h 6858000"/>
              <a:gd name="connsiteX242" fmla="*/ 5514391 w 7030720"/>
              <a:gd name="connsiteY242" fmla="*/ 450670 h 6858000"/>
              <a:gd name="connsiteX243" fmla="*/ 5503403 w 7030720"/>
              <a:gd name="connsiteY243" fmla="*/ 461655 h 6858000"/>
              <a:gd name="connsiteX244" fmla="*/ 5514391 w 7030720"/>
              <a:gd name="connsiteY244" fmla="*/ 472641 h 6858000"/>
              <a:gd name="connsiteX245" fmla="*/ 5525379 w 7030720"/>
              <a:gd name="connsiteY245" fmla="*/ 461655 h 6858000"/>
              <a:gd name="connsiteX246" fmla="*/ 5514391 w 7030720"/>
              <a:gd name="connsiteY246" fmla="*/ 450670 h 6858000"/>
              <a:gd name="connsiteX247" fmla="*/ 4867038 w 7030720"/>
              <a:gd name="connsiteY247" fmla="*/ 447346 h 6858000"/>
              <a:gd name="connsiteX248" fmla="*/ 4819863 w 7030720"/>
              <a:gd name="connsiteY248" fmla="*/ 475417 h 6858000"/>
              <a:gd name="connsiteX249" fmla="*/ 4743421 w 7030720"/>
              <a:gd name="connsiteY249" fmla="*/ 569476 h 6858000"/>
              <a:gd name="connsiteX250" fmla="*/ 4744879 w 7030720"/>
              <a:gd name="connsiteY250" fmla="*/ 570934 h 6858000"/>
              <a:gd name="connsiteX251" fmla="*/ 4838961 w 7030720"/>
              <a:gd name="connsiteY251" fmla="*/ 494510 h 6858000"/>
              <a:gd name="connsiteX252" fmla="*/ 4867038 w 7030720"/>
              <a:gd name="connsiteY252" fmla="*/ 447346 h 6858000"/>
              <a:gd name="connsiteX253" fmla="*/ 4588234 w 7030720"/>
              <a:gd name="connsiteY253" fmla="*/ 447282 h 6858000"/>
              <a:gd name="connsiteX254" fmla="*/ 4616311 w 7030720"/>
              <a:gd name="connsiteY254" fmla="*/ 494446 h 6858000"/>
              <a:gd name="connsiteX255" fmla="*/ 4710393 w 7030720"/>
              <a:gd name="connsiteY255" fmla="*/ 570870 h 6858000"/>
              <a:gd name="connsiteX256" fmla="*/ 4710393 w 7030720"/>
              <a:gd name="connsiteY256" fmla="*/ 570883 h 6858000"/>
              <a:gd name="connsiteX257" fmla="*/ 4711851 w 7030720"/>
              <a:gd name="connsiteY257" fmla="*/ 569425 h 6858000"/>
              <a:gd name="connsiteX258" fmla="*/ 4635409 w 7030720"/>
              <a:gd name="connsiteY258" fmla="*/ 475365 h 6858000"/>
              <a:gd name="connsiteX259" fmla="*/ 4588234 w 7030720"/>
              <a:gd name="connsiteY259" fmla="*/ 447282 h 6858000"/>
              <a:gd name="connsiteX260" fmla="*/ 0 w 7030720"/>
              <a:gd name="connsiteY260" fmla="*/ 0 h 6858000"/>
              <a:gd name="connsiteX261" fmla="*/ 6096000 w 7030720"/>
              <a:gd name="connsiteY261" fmla="*/ 0 h 6858000"/>
              <a:gd name="connsiteX262" fmla="*/ 6096000 w 7030720"/>
              <a:gd name="connsiteY262" fmla="*/ 441325 h 6858000"/>
              <a:gd name="connsiteX263" fmla="*/ 7030720 w 7030720"/>
              <a:gd name="connsiteY263" fmla="*/ 441325 h 6858000"/>
              <a:gd name="connsiteX264" fmla="*/ 7030720 w 7030720"/>
              <a:gd name="connsiteY264" fmla="*/ 1376363 h 6858000"/>
              <a:gd name="connsiteX265" fmla="*/ 6096000 w 7030720"/>
              <a:gd name="connsiteY265" fmla="*/ 1376363 h 6858000"/>
              <a:gd name="connsiteX266" fmla="*/ 6096000 w 7030720"/>
              <a:gd name="connsiteY266" fmla="*/ 6858000 h 6858000"/>
              <a:gd name="connsiteX267" fmla="*/ 0 w 7030720"/>
              <a:gd name="connsiteY26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</a:cxnLst>
            <a:rect l="l" t="t" r="r" b="b"/>
            <a:pathLst>
              <a:path w="7030720" h="6858000">
                <a:moveTo>
                  <a:pt x="5346401" y="652256"/>
                </a:moveTo>
                <a:cubicBezTo>
                  <a:pt x="5359704" y="652256"/>
                  <a:pt x="5369451" y="662768"/>
                  <a:pt x="5369451" y="677002"/>
                </a:cubicBezTo>
                <a:cubicBezTo>
                  <a:pt x="5369451" y="691236"/>
                  <a:pt x="5359704" y="701748"/>
                  <a:pt x="5346401" y="701748"/>
                </a:cubicBezTo>
                <a:cubicBezTo>
                  <a:pt x="5333098" y="701748"/>
                  <a:pt x="5323350" y="691236"/>
                  <a:pt x="5323350" y="677002"/>
                </a:cubicBezTo>
                <a:cubicBezTo>
                  <a:pt x="5323350" y="662768"/>
                  <a:pt x="5333098" y="652256"/>
                  <a:pt x="5346401" y="652256"/>
                </a:cubicBezTo>
                <a:close/>
                <a:moveTo>
                  <a:pt x="5121193" y="652256"/>
                </a:moveTo>
                <a:cubicBezTo>
                  <a:pt x="5134496" y="652256"/>
                  <a:pt x="5144243" y="662768"/>
                  <a:pt x="5144243" y="677002"/>
                </a:cubicBezTo>
                <a:cubicBezTo>
                  <a:pt x="5144243" y="691236"/>
                  <a:pt x="5134496" y="701748"/>
                  <a:pt x="5121193" y="701748"/>
                </a:cubicBezTo>
                <a:cubicBezTo>
                  <a:pt x="5107890" y="701748"/>
                  <a:pt x="5098143" y="691236"/>
                  <a:pt x="5098143" y="677002"/>
                </a:cubicBezTo>
                <a:cubicBezTo>
                  <a:pt x="5098143" y="662768"/>
                  <a:pt x="5107890" y="652256"/>
                  <a:pt x="5121193" y="652256"/>
                </a:cubicBezTo>
                <a:close/>
                <a:moveTo>
                  <a:pt x="5436428" y="651335"/>
                </a:moveTo>
                <a:cubicBezTo>
                  <a:pt x="5446328" y="651335"/>
                  <a:pt x="5454374" y="657218"/>
                  <a:pt x="5456689" y="668498"/>
                </a:cubicBezTo>
                <a:lnTo>
                  <a:pt x="5415859" y="668498"/>
                </a:lnTo>
                <a:cubicBezTo>
                  <a:pt x="5418328" y="657832"/>
                  <a:pt x="5425913" y="651335"/>
                  <a:pt x="5436428" y="651335"/>
                </a:cubicBezTo>
                <a:close/>
                <a:moveTo>
                  <a:pt x="5524280" y="636015"/>
                </a:moveTo>
                <a:cubicBezTo>
                  <a:pt x="5512678" y="636015"/>
                  <a:pt x="5505105" y="642511"/>
                  <a:pt x="5502624" y="651783"/>
                </a:cubicBezTo>
                <a:lnTo>
                  <a:pt x="5502624" y="637396"/>
                </a:lnTo>
                <a:lnTo>
                  <a:pt x="5484997" y="637396"/>
                </a:lnTo>
                <a:lnTo>
                  <a:pt x="5484997" y="716570"/>
                </a:lnTo>
                <a:lnTo>
                  <a:pt x="5484997" y="716595"/>
                </a:lnTo>
                <a:lnTo>
                  <a:pt x="5502624" y="716595"/>
                </a:lnTo>
                <a:lnTo>
                  <a:pt x="5502624" y="673447"/>
                </a:lnTo>
                <a:cubicBezTo>
                  <a:pt x="5502624" y="660300"/>
                  <a:pt x="5508188" y="654264"/>
                  <a:pt x="5522118" y="654264"/>
                </a:cubicBezTo>
                <a:lnTo>
                  <a:pt x="5525981" y="654264"/>
                </a:lnTo>
                <a:lnTo>
                  <a:pt x="5525981" y="636015"/>
                </a:lnTo>
                <a:close/>
                <a:moveTo>
                  <a:pt x="5342845" y="635260"/>
                </a:moveTo>
                <a:cubicBezTo>
                  <a:pt x="5322122" y="635260"/>
                  <a:pt x="5305110" y="652729"/>
                  <a:pt x="5305110" y="677015"/>
                </a:cubicBezTo>
                <a:cubicBezTo>
                  <a:pt x="5305110" y="701300"/>
                  <a:pt x="5322122" y="718769"/>
                  <a:pt x="5342845" y="718769"/>
                </a:cubicBezTo>
                <a:cubicBezTo>
                  <a:pt x="5355061" y="718769"/>
                  <a:pt x="5364194" y="713513"/>
                  <a:pt x="5369451" y="703461"/>
                </a:cubicBezTo>
                <a:lnTo>
                  <a:pt x="5369451" y="716608"/>
                </a:lnTo>
                <a:lnTo>
                  <a:pt x="5387091" y="716608"/>
                </a:lnTo>
                <a:lnTo>
                  <a:pt x="5387091" y="637434"/>
                </a:lnTo>
                <a:lnTo>
                  <a:pt x="5369451" y="637434"/>
                </a:lnTo>
                <a:lnTo>
                  <a:pt x="5369451" y="650568"/>
                </a:lnTo>
                <a:cubicBezTo>
                  <a:pt x="5364194" y="640516"/>
                  <a:pt x="5355061" y="635260"/>
                  <a:pt x="5342845" y="635260"/>
                </a:cubicBezTo>
                <a:close/>
                <a:moveTo>
                  <a:pt x="5121193" y="635248"/>
                </a:moveTo>
                <a:cubicBezTo>
                  <a:pt x="5097682" y="635248"/>
                  <a:pt x="5079889" y="652717"/>
                  <a:pt x="5079889" y="677002"/>
                </a:cubicBezTo>
                <a:cubicBezTo>
                  <a:pt x="5079889" y="701287"/>
                  <a:pt x="5097682" y="718756"/>
                  <a:pt x="5121193" y="718756"/>
                </a:cubicBezTo>
                <a:cubicBezTo>
                  <a:pt x="5144704" y="718756"/>
                  <a:pt x="5162497" y="701287"/>
                  <a:pt x="5162497" y="677002"/>
                </a:cubicBezTo>
                <a:cubicBezTo>
                  <a:pt x="5162497" y="652717"/>
                  <a:pt x="5144704" y="635248"/>
                  <a:pt x="5121193" y="635248"/>
                </a:cubicBezTo>
                <a:close/>
                <a:moveTo>
                  <a:pt x="5436440" y="635235"/>
                </a:moveTo>
                <a:cubicBezTo>
                  <a:pt x="5413237" y="635235"/>
                  <a:pt x="5397311" y="652870"/>
                  <a:pt x="5397311" y="676989"/>
                </a:cubicBezTo>
                <a:lnTo>
                  <a:pt x="5397298" y="677002"/>
                </a:lnTo>
                <a:cubicBezTo>
                  <a:pt x="5397298" y="701121"/>
                  <a:pt x="5414464" y="718756"/>
                  <a:pt x="5437822" y="718756"/>
                </a:cubicBezTo>
                <a:cubicBezTo>
                  <a:pt x="5452212" y="718756"/>
                  <a:pt x="5465822" y="711646"/>
                  <a:pt x="5472321" y="700968"/>
                </a:cubicBezTo>
                <a:lnTo>
                  <a:pt x="5460258" y="690762"/>
                </a:lnTo>
                <a:cubicBezTo>
                  <a:pt x="5455768" y="698193"/>
                  <a:pt x="5447415" y="702669"/>
                  <a:pt x="5437835" y="702669"/>
                </a:cubicBezTo>
                <a:cubicBezTo>
                  <a:pt x="5426233" y="702669"/>
                  <a:pt x="5417573" y="694778"/>
                  <a:pt x="5415411" y="682718"/>
                </a:cubicBezTo>
                <a:lnTo>
                  <a:pt x="5474649" y="682718"/>
                </a:lnTo>
                <a:cubicBezTo>
                  <a:pt x="5474956" y="680711"/>
                  <a:pt x="5475109" y="678383"/>
                  <a:pt x="5475109" y="676222"/>
                </a:cubicBezTo>
                <a:cubicBezTo>
                  <a:pt x="5475109" y="653484"/>
                  <a:pt x="5459644" y="635235"/>
                  <a:pt x="5436440" y="635235"/>
                </a:cubicBezTo>
                <a:close/>
                <a:moveTo>
                  <a:pt x="5197290" y="614517"/>
                </a:moveTo>
                <a:lnTo>
                  <a:pt x="5179650" y="619927"/>
                </a:lnTo>
                <a:lnTo>
                  <a:pt x="5179650" y="637396"/>
                </a:lnTo>
                <a:lnTo>
                  <a:pt x="5164339" y="637396"/>
                </a:lnTo>
                <a:lnTo>
                  <a:pt x="5164339" y="652551"/>
                </a:lnTo>
                <a:lnTo>
                  <a:pt x="5179650" y="652551"/>
                </a:lnTo>
                <a:lnTo>
                  <a:pt x="5179650" y="691363"/>
                </a:lnTo>
                <a:cubicBezTo>
                  <a:pt x="5179650" y="708526"/>
                  <a:pt x="5189090" y="718271"/>
                  <a:pt x="5205169" y="718271"/>
                </a:cubicBezTo>
                <a:cubicBezTo>
                  <a:pt x="5209659" y="718271"/>
                  <a:pt x="5213676" y="717810"/>
                  <a:pt x="5216618" y="716877"/>
                </a:cubicBezTo>
                <a:lnTo>
                  <a:pt x="5216631" y="716902"/>
                </a:lnTo>
                <a:lnTo>
                  <a:pt x="5216631" y="702055"/>
                </a:lnTo>
                <a:cubicBezTo>
                  <a:pt x="5214622" y="702362"/>
                  <a:pt x="5211834" y="702515"/>
                  <a:pt x="5209979" y="702515"/>
                </a:cubicBezTo>
                <a:cubicBezTo>
                  <a:pt x="5201319" y="702515"/>
                  <a:pt x="5197290" y="698026"/>
                  <a:pt x="5197290" y="689675"/>
                </a:cubicBezTo>
                <a:lnTo>
                  <a:pt x="5197290" y="652563"/>
                </a:lnTo>
                <a:lnTo>
                  <a:pt x="5216631" y="652563"/>
                </a:lnTo>
                <a:lnTo>
                  <a:pt x="5216631" y="637409"/>
                </a:lnTo>
                <a:lnTo>
                  <a:pt x="5197290" y="637409"/>
                </a:lnTo>
                <a:close/>
                <a:moveTo>
                  <a:pt x="5228399" y="608341"/>
                </a:moveTo>
                <a:lnTo>
                  <a:pt x="5228399" y="716595"/>
                </a:lnTo>
                <a:lnTo>
                  <a:pt x="5246013" y="716595"/>
                </a:lnTo>
                <a:lnTo>
                  <a:pt x="5246013" y="669585"/>
                </a:lnTo>
                <a:cubicBezTo>
                  <a:pt x="5246013" y="657372"/>
                  <a:pt x="5252511" y="650722"/>
                  <a:pt x="5262411" y="650722"/>
                </a:cubicBezTo>
                <a:cubicBezTo>
                  <a:pt x="5272312" y="650722"/>
                  <a:pt x="5277876" y="657372"/>
                  <a:pt x="5277876" y="668191"/>
                </a:cubicBezTo>
                <a:lnTo>
                  <a:pt x="5277876" y="716595"/>
                </a:lnTo>
                <a:lnTo>
                  <a:pt x="5295516" y="716595"/>
                </a:lnTo>
                <a:lnTo>
                  <a:pt x="5295516" y="665096"/>
                </a:lnTo>
                <a:cubicBezTo>
                  <a:pt x="5295516" y="644685"/>
                  <a:pt x="5284528" y="635248"/>
                  <a:pt x="5269690" y="635248"/>
                </a:cubicBezTo>
                <a:cubicBezTo>
                  <a:pt x="5257474" y="635248"/>
                  <a:pt x="5249428" y="641284"/>
                  <a:pt x="5246026" y="647934"/>
                </a:cubicBezTo>
                <a:lnTo>
                  <a:pt x="5246026" y="608341"/>
                </a:lnTo>
                <a:close/>
                <a:moveTo>
                  <a:pt x="5020652" y="606486"/>
                </a:moveTo>
                <a:cubicBezTo>
                  <a:pt x="4989555" y="606486"/>
                  <a:pt x="4966198" y="629992"/>
                  <a:pt x="4966198" y="662628"/>
                </a:cubicBezTo>
                <a:cubicBezTo>
                  <a:pt x="4966198" y="695264"/>
                  <a:pt x="4989555" y="718769"/>
                  <a:pt x="5018324" y="718769"/>
                </a:cubicBezTo>
                <a:cubicBezTo>
                  <a:pt x="5031627" y="718769"/>
                  <a:pt x="5044150" y="712580"/>
                  <a:pt x="5051428" y="702681"/>
                </a:cubicBezTo>
                <a:lnTo>
                  <a:pt x="5051428" y="716595"/>
                </a:lnTo>
                <a:lnTo>
                  <a:pt x="5069375" y="716595"/>
                </a:lnTo>
                <a:lnTo>
                  <a:pt x="5069375" y="659686"/>
                </a:lnTo>
                <a:lnTo>
                  <a:pt x="5022506" y="659686"/>
                </a:lnTo>
                <a:lnTo>
                  <a:pt x="5022506" y="677322"/>
                </a:lnTo>
                <a:lnTo>
                  <a:pt x="5049880" y="677322"/>
                </a:lnTo>
                <a:cubicBezTo>
                  <a:pt x="5047245" y="690622"/>
                  <a:pt x="5035490" y="699906"/>
                  <a:pt x="5020639" y="699906"/>
                </a:cubicBezTo>
                <a:cubicBezTo>
                  <a:pt x="5001144" y="699906"/>
                  <a:pt x="4987227" y="684138"/>
                  <a:pt x="4987227" y="662640"/>
                </a:cubicBezTo>
                <a:cubicBezTo>
                  <a:pt x="4987227" y="641143"/>
                  <a:pt x="5001144" y="625375"/>
                  <a:pt x="5020639" y="625375"/>
                </a:cubicBezTo>
                <a:cubicBezTo>
                  <a:pt x="5034556" y="625375"/>
                  <a:pt x="5044610" y="632332"/>
                  <a:pt x="5050034" y="642230"/>
                </a:cubicBezTo>
                <a:lnTo>
                  <a:pt x="5066739" y="631091"/>
                </a:lnTo>
                <a:cubicBezTo>
                  <a:pt x="5058540" y="615630"/>
                  <a:pt x="5041220" y="606499"/>
                  <a:pt x="5020639" y="606499"/>
                </a:cubicBezTo>
                <a:close/>
                <a:moveTo>
                  <a:pt x="4744738" y="601537"/>
                </a:moveTo>
                <a:lnTo>
                  <a:pt x="4744746" y="601542"/>
                </a:lnTo>
                <a:lnTo>
                  <a:pt x="4743293" y="602995"/>
                </a:lnTo>
                <a:cubicBezTo>
                  <a:pt x="4761035" y="630631"/>
                  <a:pt x="4784546" y="661873"/>
                  <a:pt x="4819735" y="697054"/>
                </a:cubicBezTo>
                <a:cubicBezTo>
                  <a:pt x="4845357" y="722670"/>
                  <a:pt x="4859159" y="732888"/>
                  <a:pt x="4866910" y="725125"/>
                </a:cubicBezTo>
                <a:cubicBezTo>
                  <a:pt x="4874662" y="717376"/>
                  <a:pt x="4864442" y="703577"/>
                  <a:pt x="4838820" y="677961"/>
                </a:cubicBezTo>
                <a:cubicBezTo>
                  <a:pt x="4821226" y="660371"/>
                  <a:pt x="4804616" y="645696"/>
                  <a:pt x="4788949" y="633203"/>
                </a:cubicBezTo>
                <a:lnTo>
                  <a:pt x="4744746" y="601542"/>
                </a:lnTo>
                <a:lnTo>
                  <a:pt x="4744751" y="601537"/>
                </a:lnTo>
                <a:close/>
                <a:moveTo>
                  <a:pt x="4640551" y="588557"/>
                </a:moveTo>
                <a:cubicBezTo>
                  <a:pt x="4618550" y="588557"/>
                  <a:pt x="4608227" y="590756"/>
                  <a:pt x="4608227" y="600258"/>
                </a:cubicBezTo>
                <a:cubicBezTo>
                  <a:pt x="4608227" y="609760"/>
                  <a:pt x="4618537" y="611960"/>
                  <a:pt x="4640551" y="611960"/>
                </a:cubicBezTo>
                <a:cubicBezTo>
                  <a:pt x="4665495" y="611960"/>
                  <a:pt x="4685872" y="608724"/>
                  <a:pt x="4703192" y="604184"/>
                </a:cubicBezTo>
                <a:cubicBezTo>
                  <a:pt x="4677327" y="621794"/>
                  <a:pt x="4648597" y="646783"/>
                  <a:pt x="4616030" y="678997"/>
                </a:cubicBezTo>
                <a:cubicBezTo>
                  <a:pt x="4590472" y="704280"/>
                  <a:pt x="4580214" y="717823"/>
                  <a:pt x="4587633" y="725164"/>
                </a:cubicBezTo>
                <a:cubicBezTo>
                  <a:pt x="4595052" y="732504"/>
                  <a:pt x="4608739" y="722350"/>
                  <a:pt x="4634296" y="697067"/>
                </a:cubicBezTo>
                <a:cubicBezTo>
                  <a:pt x="4666864" y="664840"/>
                  <a:pt x="4692114" y="636424"/>
                  <a:pt x="4709907" y="610834"/>
                </a:cubicBezTo>
                <a:cubicBezTo>
                  <a:pt x="4705366" y="628150"/>
                  <a:pt x="4702117" y="648535"/>
                  <a:pt x="4702117" y="673511"/>
                </a:cubicBezTo>
                <a:cubicBezTo>
                  <a:pt x="4702117" y="695507"/>
                  <a:pt x="4704317" y="705815"/>
                  <a:pt x="4713821" y="705815"/>
                </a:cubicBezTo>
                <a:cubicBezTo>
                  <a:pt x="4723325" y="705815"/>
                  <a:pt x="4725526" y="695507"/>
                  <a:pt x="4725526" y="673511"/>
                </a:cubicBezTo>
                <a:cubicBezTo>
                  <a:pt x="4725526" y="643291"/>
                  <a:pt x="4720793" y="619773"/>
                  <a:pt x="4714717" y="600297"/>
                </a:cubicBezTo>
                <a:cubicBezTo>
                  <a:pt x="4714640" y="600028"/>
                  <a:pt x="4714499" y="599836"/>
                  <a:pt x="4714333" y="599708"/>
                </a:cubicBezTo>
                <a:lnTo>
                  <a:pt x="4714320" y="599695"/>
                </a:lnTo>
                <a:cubicBezTo>
                  <a:pt x="4714192" y="599555"/>
                  <a:pt x="4714013" y="599440"/>
                  <a:pt x="4713783" y="599363"/>
                </a:cubicBezTo>
                <a:cubicBezTo>
                  <a:pt x="4694289" y="593301"/>
                  <a:pt x="4670778" y="588557"/>
                  <a:pt x="4640551" y="588557"/>
                </a:cubicBezTo>
                <a:close/>
                <a:moveTo>
                  <a:pt x="4827410" y="575551"/>
                </a:moveTo>
                <a:cubicBezTo>
                  <a:pt x="4794549" y="575551"/>
                  <a:pt x="4768978" y="580295"/>
                  <a:pt x="4747796" y="586357"/>
                </a:cubicBezTo>
                <a:cubicBezTo>
                  <a:pt x="4746683" y="586677"/>
                  <a:pt x="4746683" y="587828"/>
                  <a:pt x="4747796" y="588147"/>
                </a:cubicBezTo>
                <a:cubicBezTo>
                  <a:pt x="4768978" y="594209"/>
                  <a:pt x="4794562" y="598941"/>
                  <a:pt x="4827410" y="598941"/>
                </a:cubicBezTo>
                <a:cubicBezTo>
                  <a:pt x="4851330" y="598941"/>
                  <a:pt x="4862549" y="596741"/>
                  <a:pt x="4862549" y="587252"/>
                </a:cubicBezTo>
                <a:cubicBezTo>
                  <a:pt x="4862549" y="577763"/>
                  <a:pt x="4851330" y="575551"/>
                  <a:pt x="4827410" y="575551"/>
                </a:cubicBezTo>
                <a:close/>
                <a:moveTo>
                  <a:pt x="4993111" y="515163"/>
                </a:moveTo>
                <a:lnTo>
                  <a:pt x="5024054" y="515163"/>
                </a:lnTo>
                <a:cubicBezTo>
                  <a:pt x="5034722" y="515163"/>
                  <a:pt x="5040913" y="520419"/>
                  <a:pt x="5040913" y="529396"/>
                </a:cubicBezTo>
                <a:cubicBezTo>
                  <a:pt x="5040913" y="538374"/>
                  <a:pt x="5034722" y="543630"/>
                  <a:pt x="5024054" y="543630"/>
                </a:cubicBezTo>
                <a:lnTo>
                  <a:pt x="5024054" y="543617"/>
                </a:lnTo>
                <a:lnTo>
                  <a:pt x="4993111" y="543617"/>
                </a:lnTo>
                <a:close/>
                <a:moveTo>
                  <a:pt x="5574716" y="497527"/>
                </a:moveTo>
                <a:cubicBezTo>
                  <a:pt x="5588019" y="497527"/>
                  <a:pt x="5597766" y="508039"/>
                  <a:pt x="5597766" y="522273"/>
                </a:cubicBezTo>
                <a:cubicBezTo>
                  <a:pt x="5597766" y="536507"/>
                  <a:pt x="5588019" y="547019"/>
                  <a:pt x="5574716" y="547019"/>
                </a:cubicBezTo>
                <a:cubicBezTo>
                  <a:pt x="5561413" y="547019"/>
                  <a:pt x="5551666" y="536507"/>
                  <a:pt x="5551666" y="522273"/>
                </a:cubicBezTo>
                <a:cubicBezTo>
                  <a:pt x="5551666" y="508039"/>
                  <a:pt x="5561413" y="497527"/>
                  <a:pt x="5574716" y="497527"/>
                </a:cubicBezTo>
                <a:close/>
                <a:moveTo>
                  <a:pt x="5111919" y="497527"/>
                </a:moveTo>
                <a:cubicBezTo>
                  <a:pt x="5125222" y="497527"/>
                  <a:pt x="5134969" y="508039"/>
                  <a:pt x="5134969" y="522273"/>
                </a:cubicBezTo>
                <a:cubicBezTo>
                  <a:pt x="5134969" y="536507"/>
                  <a:pt x="5125222" y="547019"/>
                  <a:pt x="5111919" y="547019"/>
                </a:cubicBezTo>
                <a:cubicBezTo>
                  <a:pt x="5098616" y="547019"/>
                  <a:pt x="5088869" y="536507"/>
                  <a:pt x="5088869" y="522273"/>
                </a:cubicBezTo>
                <a:cubicBezTo>
                  <a:pt x="5088869" y="508039"/>
                  <a:pt x="5098616" y="497527"/>
                  <a:pt x="5111919" y="497527"/>
                </a:cubicBezTo>
                <a:close/>
                <a:moveTo>
                  <a:pt x="5376882" y="496606"/>
                </a:moveTo>
                <a:cubicBezTo>
                  <a:pt x="5386783" y="496606"/>
                  <a:pt x="5394829" y="502489"/>
                  <a:pt x="5397144" y="513769"/>
                </a:cubicBezTo>
                <a:lnTo>
                  <a:pt x="5356314" y="513769"/>
                </a:lnTo>
                <a:cubicBezTo>
                  <a:pt x="5358782" y="503103"/>
                  <a:pt x="5366368" y="496606"/>
                  <a:pt x="5376882" y="496606"/>
                </a:cubicBezTo>
                <a:close/>
                <a:moveTo>
                  <a:pt x="5505578" y="482693"/>
                </a:moveTo>
                <a:lnTo>
                  <a:pt x="5505578" y="561866"/>
                </a:lnTo>
                <a:lnTo>
                  <a:pt x="5523217" y="561866"/>
                </a:lnTo>
                <a:lnTo>
                  <a:pt x="5523217" y="482693"/>
                </a:lnTo>
                <a:close/>
                <a:moveTo>
                  <a:pt x="5205502" y="481299"/>
                </a:moveTo>
                <a:cubicBezTo>
                  <a:pt x="5193900" y="481299"/>
                  <a:pt x="5186327" y="487795"/>
                  <a:pt x="5183846" y="497080"/>
                </a:cubicBezTo>
                <a:lnTo>
                  <a:pt x="5183846" y="482693"/>
                </a:lnTo>
                <a:lnTo>
                  <a:pt x="5166206" y="482693"/>
                </a:lnTo>
                <a:lnTo>
                  <a:pt x="5166206" y="561866"/>
                </a:lnTo>
                <a:lnTo>
                  <a:pt x="5183846" y="561866"/>
                </a:lnTo>
                <a:lnTo>
                  <a:pt x="5183846" y="518718"/>
                </a:lnTo>
                <a:cubicBezTo>
                  <a:pt x="5183846" y="505571"/>
                  <a:pt x="5189410" y="499548"/>
                  <a:pt x="5203340" y="499548"/>
                </a:cubicBezTo>
                <a:lnTo>
                  <a:pt x="5207203" y="499548"/>
                </a:lnTo>
                <a:lnTo>
                  <a:pt x="5207203" y="481299"/>
                </a:lnTo>
                <a:close/>
                <a:moveTo>
                  <a:pt x="5571160" y="480531"/>
                </a:moveTo>
                <a:cubicBezTo>
                  <a:pt x="5550438" y="480531"/>
                  <a:pt x="5533412" y="498000"/>
                  <a:pt x="5533412" y="522286"/>
                </a:cubicBezTo>
                <a:cubicBezTo>
                  <a:pt x="5533412" y="546571"/>
                  <a:pt x="5550425" y="564040"/>
                  <a:pt x="5571160" y="564040"/>
                </a:cubicBezTo>
                <a:cubicBezTo>
                  <a:pt x="5583376" y="564040"/>
                  <a:pt x="5592509" y="558784"/>
                  <a:pt x="5597766" y="548732"/>
                </a:cubicBezTo>
                <a:lnTo>
                  <a:pt x="5597766" y="561879"/>
                </a:lnTo>
                <a:lnTo>
                  <a:pt x="5615393" y="561879"/>
                </a:lnTo>
                <a:lnTo>
                  <a:pt x="5615393" y="482705"/>
                </a:lnTo>
                <a:lnTo>
                  <a:pt x="5597766" y="482705"/>
                </a:lnTo>
                <a:lnTo>
                  <a:pt x="5597766" y="495839"/>
                </a:lnTo>
                <a:cubicBezTo>
                  <a:pt x="5592509" y="485787"/>
                  <a:pt x="5583376" y="480531"/>
                  <a:pt x="5571160" y="480531"/>
                </a:cubicBezTo>
                <a:close/>
                <a:moveTo>
                  <a:pt x="5108350" y="480531"/>
                </a:moveTo>
                <a:cubicBezTo>
                  <a:pt x="5087628" y="480531"/>
                  <a:pt x="5070602" y="498000"/>
                  <a:pt x="5070602" y="522286"/>
                </a:cubicBezTo>
                <a:cubicBezTo>
                  <a:pt x="5070602" y="546571"/>
                  <a:pt x="5087615" y="564040"/>
                  <a:pt x="5108350" y="564040"/>
                </a:cubicBezTo>
                <a:cubicBezTo>
                  <a:pt x="5120566" y="564040"/>
                  <a:pt x="5129699" y="558784"/>
                  <a:pt x="5134956" y="548732"/>
                </a:cubicBezTo>
                <a:lnTo>
                  <a:pt x="5134956" y="561879"/>
                </a:lnTo>
                <a:lnTo>
                  <a:pt x="5152583" y="561879"/>
                </a:lnTo>
                <a:lnTo>
                  <a:pt x="5152583" y="482705"/>
                </a:lnTo>
                <a:lnTo>
                  <a:pt x="5134956" y="482705"/>
                </a:lnTo>
                <a:lnTo>
                  <a:pt x="5134956" y="495839"/>
                </a:lnTo>
                <a:cubicBezTo>
                  <a:pt x="5129699" y="485787"/>
                  <a:pt x="5120566" y="480531"/>
                  <a:pt x="5108350" y="480531"/>
                </a:cubicBezTo>
                <a:close/>
                <a:moveTo>
                  <a:pt x="5466756" y="480518"/>
                </a:moveTo>
                <a:cubicBezTo>
                  <a:pt x="5454540" y="480518"/>
                  <a:pt x="5446494" y="486555"/>
                  <a:pt x="5443091" y="493205"/>
                </a:cubicBezTo>
                <a:lnTo>
                  <a:pt x="5443091" y="482693"/>
                </a:lnTo>
                <a:lnTo>
                  <a:pt x="5425465" y="482693"/>
                </a:lnTo>
                <a:lnTo>
                  <a:pt x="5425465" y="561866"/>
                </a:lnTo>
                <a:lnTo>
                  <a:pt x="5443079" y="561866"/>
                </a:lnTo>
                <a:lnTo>
                  <a:pt x="5443079" y="514856"/>
                </a:lnTo>
                <a:cubicBezTo>
                  <a:pt x="5443079" y="502643"/>
                  <a:pt x="5449577" y="495993"/>
                  <a:pt x="5459477" y="495993"/>
                </a:cubicBezTo>
                <a:cubicBezTo>
                  <a:pt x="5469378" y="495993"/>
                  <a:pt x="5474942" y="502643"/>
                  <a:pt x="5474942" y="513462"/>
                </a:cubicBezTo>
                <a:lnTo>
                  <a:pt x="5474942" y="561866"/>
                </a:lnTo>
                <a:lnTo>
                  <a:pt x="5492582" y="561866"/>
                </a:lnTo>
                <a:lnTo>
                  <a:pt x="5492582" y="510367"/>
                </a:lnTo>
                <a:cubicBezTo>
                  <a:pt x="5492582" y="489956"/>
                  <a:pt x="5481594" y="480518"/>
                  <a:pt x="5466756" y="480518"/>
                </a:cubicBezTo>
                <a:close/>
                <a:moveTo>
                  <a:pt x="5376895" y="480518"/>
                </a:moveTo>
                <a:cubicBezTo>
                  <a:pt x="5353691" y="480518"/>
                  <a:pt x="5337753" y="498141"/>
                  <a:pt x="5337753" y="522273"/>
                </a:cubicBezTo>
                <a:cubicBezTo>
                  <a:pt x="5337753" y="546392"/>
                  <a:pt x="5354919" y="564027"/>
                  <a:pt x="5378277" y="564027"/>
                </a:cubicBezTo>
                <a:cubicBezTo>
                  <a:pt x="5392667" y="564027"/>
                  <a:pt x="5406277" y="556917"/>
                  <a:pt x="5412776" y="546239"/>
                </a:cubicBezTo>
                <a:lnTo>
                  <a:pt x="5400713" y="536033"/>
                </a:lnTo>
                <a:cubicBezTo>
                  <a:pt x="5396223" y="543451"/>
                  <a:pt x="5387870" y="547939"/>
                  <a:pt x="5378290" y="547939"/>
                </a:cubicBezTo>
                <a:cubicBezTo>
                  <a:pt x="5366688" y="547939"/>
                  <a:pt x="5358028" y="540049"/>
                  <a:pt x="5355866" y="527989"/>
                </a:cubicBezTo>
                <a:lnTo>
                  <a:pt x="5415103" y="527989"/>
                </a:lnTo>
                <a:cubicBezTo>
                  <a:pt x="5415411" y="525982"/>
                  <a:pt x="5415564" y="523654"/>
                  <a:pt x="5415564" y="521493"/>
                </a:cubicBezTo>
                <a:cubicBezTo>
                  <a:pt x="5415564" y="498755"/>
                  <a:pt x="5400099" y="480518"/>
                  <a:pt x="5376895" y="480518"/>
                </a:cubicBezTo>
                <a:close/>
                <a:moveTo>
                  <a:pt x="5256553" y="480518"/>
                </a:moveTo>
                <a:cubicBezTo>
                  <a:pt x="5245104" y="480518"/>
                  <a:pt x="5237532" y="486555"/>
                  <a:pt x="5234129" y="493205"/>
                </a:cubicBezTo>
                <a:lnTo>
                  <a:pt x="5234129" y="482693"/>
                </a:lnTo>
                <a:lnTo>
                  <a:pt x="5216490" y="482693"/>
                </a:lnTo>
                <a:lnTo>
                  <a:pt x="5216490" y="561866"/>
                </a:lnTo>
                <a:lnTo>
                  <a:pt x="5234116" y="561866"/>
                </a:lnTo>
                <a:lnTo>
                  <a:pt x="5234116" y="514856"/>
                </a:lnTo>
                <a:cubicBezTo>
                  <a:pt x="5234116" y="502643"/>
                  <a:pt x="5240154" y="495993"/>
                  <a:pt x="5249274" y="495993"/>
                </a:cubicBezTo>
                <a:cubicBezTo>
                  <a:pt x="5258395" y="495993"/>
                  <a:pt x="5263511" y="502643"/>
                  <a:pt x="5263511" y="513462"/>
                </a:cubicBezTo>
                <a:lnTo>
                  <a:pt x="5263511" y="561866"/>
                </a:lnTo>
                <a:lnTo>
                  <a:pt x="5281138" y="561866"/>
                </a:lnTo>
                <a:lnTo>
                  <a:pt x="5281138" y="513155"/>
                </a:lnTo>
                <a:cubicBezTo>
                  <a:pt x="5281138" y="502643"/>
                  <a:pt x="5287176" y="495993"/>
                  <a:pt x="5296296" y="495993"/>
                </a:cubicBezTo>
                <a:cubicBezTo>
                  <a:pt x="5305416" y="495993"/>
                  <a:pt x="5310533" y="502643"/>
                  <a:pt x="5310533" y="513462"/>
                </a:cubicBezTo>
                <a:lnTo>
                  <a:pt x="5310533" y="561866"/>
                </a:lnTo>
                <a:lnTo>
                  <a:pt x="5328172" y="561866"/>
                </a:lnTo>
                <a:lnTo>
                  <a:pt x="5328172" y="510367"/>
                </a:lnTo>
                <a:cubicBezTo>
                  <a:pt x="5328172" y="489956"/>
                  <a:pt x="5317658" y="480518"/>
                  <a:pt x="5302026" y="480518"/>
                </a:cubicBezTo>
                <a:cubicBezTo>
                  <a:pt x="5291512" y="480518"/>
                  <a:pt x="5283312" y="485161"/>
                  <a:pt x="5278209" y="494125"/>
                </a:cubicBezTo>
                <a:cubicBezTo>
                  <a:pt x="5274039" y="484841"/>
                  <a:pt x="5266146" y="480518"/>
                  <a:pt x="5256553" y="480518"/>
                </a:cubicBezTo>
                <a:close/>
                <a:moveTo>
                  <a:pt x="4993111" y="471861"/>
                </a:moveTo>
                <a:lnTo>
                  <a:pt x="5023120" y="471861"/>
                </a:lnTo>
                <a:cubicBezTo>
                  <a:pt x="5032714" y="471861"/>
                  <a:pt x="5038278" y="476503"/>
                  <a:pt x="5038278" y="484381"/>
                </a:cubicBezTo>
                <a:cubicBezTo>
                  <a:pt x="5038278" y="492258"/>
                  <a:pt x="5032714" y="496913"/>
                  <a:pt x="5023120" y="496913"/>
                </a:cubicBezTo>
                <a:lnTo>
                  <a:pt x="4993111" y="496913"/>
                </a:lnTo>
                <a:close/>
                <a:moveTo>
                  <a:pt x="4728340" y="462794"/>
                </a:moveTo>
                <a:cubicBezTo>
                  <a:pt x="4718848" y="462794"/>
                  <a:pt x="4716648" y="472936"/>
                  <a:pt x="4716648" y="494561"/>
                </a:cubicBezTo>
                <a:cubicBezTo>
                  <a:pt x="4716648" y="524269"/>
                  <a:pt x="4721381" y="547390"/>
                  <a:pt x="4727457" y="566535"/>
                </a:cubicBezTo>
                <a:cubicBezTo>
                  <a:pt x="4727777" y="567545"/>
                  <a:pt x="4728915" y="567545"/>
                  <a:pt x="4729235" y="566535"/>
                </a:cubicBezTo>
                <a:cubicBezTo>
                  <a:pt x="4735298" y="547378"/>
                  <a:pt x="4740044" y="524269"/>
                  <a:pt x="4740044" y="494561"/>
                </a:cubicBezTo>
                <a:cubicBezTo>
                  <a:pt x="4740044" y="472936"/>
                  <a:pt x="4737844" y="462794"/>
                  <a:pt x="4728340" y="462794"/>
                </a:cubicBezTo>
                <a:close/>
                <a:moveTo>
                  <a:pt x="4973003" y="453624"/>
                </a:moveTo>
                <a:lnTo>
                  <a:pt x="4973003" y="561866"/>
                </a:lnTo>
                <a:lnTo>
                  <a:pt x="5026369" y="561866"/>
                </a:lnTo>
                <a:cubicBezTo>
                  <a:pt x="5048793" y="561866"/>
                  <a:pt x="5061942" y="550574"/>
                  <a:pt x="5061942" y="531404"/>
                </a:cubicBezTo>
                <a:cubicBezTo>
                  <a:pt x="5061942" y="518257"/>
                  <a:pt x="5054677" y="509446"/>
                  <a:pt x="5043075" y="505584"/>
                </a:cubicBezTo>
                <a:cubicBezTo>
                  <a:pt x="5053129" y="501722"/>
                  <a:pt x="5059320" y="492744"/>
                  <a:pt x="5059320" y="481772"/>
                </a:cubicBezTo>
                <a:cubicBezTo>
                  <a:pt x="5059320" y="464136"/>
                  <a:pt x="5046951" y="453624"/>
                  <a:pt x="5025909" y="453624"/>
                </a:cubicBezTo>
                <a:close/>
                <a:moveTo>
                  <a:pt x="5514391" y="450670"/>
                </a:moveTo>
                <a:cubicBezTo>
                  <a:pt x="5508354" y="450670"/>
                  <a:pt x="5503403" y="455619"/>
                  <a:pt x="5503403" y="461655"/>
                </a:cubicBezTo>
                <a:cubicBezTo>
                  <a:pt x="5503403" y="467692"/>
                  <a:pt x="5508354" y="472641"/>
                  <a:pt x="5514391" y="472641"/>
                </a:cubicBezTo>
                <a:cubicBezTo>
                  <a:pt x="5520429" y="472641"/>
                  <a:pt x="5525379" y="467692"/>
                  <a:pt x="5525379" y="461655"/>
                </a:cubicBezTo>
                <a:cubicBezTo>
                  <a:pt x="5525379" y="455619"/>
                  <a:pt x="5520429" y="450670"/>
                  <a:pt x="5514391" y="450670"/>
                </a:cubicBezTo>
                <a:close/>
                <a:moveTo>
                  <a:pt x="4867038" y="447346"/>
                </a:moveTo>
                <a:cubicBezTo>
                  <a:pt x="4859287" y="439596"/>
                  <a:pt x="4845485" y="449814"/>
                  <a:pt x="4819863" y="475417"/>
                </a:cubicBezTo>
                <a:cubicBezTo>
                  <a:pt x="4784674" y="510598"/>
                  <a:pt x="4761150" y="541840"/>
                  <a:pt x="4743421" y="569476"/>
                </a:cubicBezTo>
                <a:cubicBezTo>
                  <a:pt x="4742487" y="570934"/>
                  <a:pt x="4743421" y="571868"/>
                  <a:pt x="4744879" y="570934"/>
                </a:cubicBezTo>
                <a:cubicBezTo>
                  <a:pt x="4772522" y="553196"/>
                  <a:pt x="4803771" y="529691"/>
                  <a:pt x="4838961" y="494510"/>
                </a:cubicBezTo>
                <a:cubicBezTo>
                  <a:pt x="4864582" y="468894"/>
                  <a:pt x="4874803" y="455096"/>
                  <a:pt x="4867038" y="447346"/>
                </a:cubicBezTo>
                <a:close/>
                <a:moveTo>
                  <a:pt x="4588234" y="447282"/>
                </a:moveTo>
                <a:cubicBezTo>
                  <a:pt x="4580482" y="455032"/>
                  <a:pt x="4590703" y="468830"/>
                  <a:pt x="4616311" y="494446"/>
                </a:cubicBezTo>
                <a:cubicBezTo>
                  <a:pt x="4651501" y="529627"/>
                  <a:pt x="4682751" y="553145"/>
                  <a:pt x="4710393" y="570870"/>
                </a:cubicBezTo>
                <a:lnTo>
                  <a:pt x="4710393" y="570883"/>
                </a:lnTo>
                <a:cubicBezTo>
                  <a:pt x="4711851" y="571816"/>
                  <a:pt x="4712785" y="570883"/>
                  <a:pt x="4711851" y="569425"/>
                </a:cubicBezTo>
                <a:cubicBezTo>
                  <a:pt x="4694109" y="541789"/>
                  <a:pt x="4670599" y="510547"/>
                  <a:pt x="4635409" y="475365"/>
                </a:cubicBezTo>
                <a:cubicBezTo>
                  <a:pt x="4609800" y="449750"/>
                  <a:pt x="4595986" y="439532"/>
                  <a:pt x="4588234" y="447282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441325"/>
                </a:lnTo>
                <a:lnTo>
                  <a:pt x="7030720" y="441325"/>
                </a:lnTo>
                <a:lnTo>
                  <a:pt x="7030720" y="1376363"/>
                </a:lnTo>
                <a:lnTo>
                  <a:pt x="6096000" y="1376363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reihandform 4">
            <a:extLst>
              <a:ext uri="{FF2B5EF4-FFF2-40B4-BE49-F238E27FC236}">
                <a16:creationId xmlns:a16="http://schemas.microsoft.com/office/drawing/2014/main" id="{37DA229C-C2BD-0349-E565-E1E616E9C55F}"/>
              </a:ext>
            </a:extLst>
          </p:cNvPr>
          <p:cNvSpPr/>
          <p:nvPr userDrawn="1"/>
        </p:nvSpPr>
        <p:spPr>
          <a:xfrm>
            <a:off x="6096000" y="0"/>
            <a:ext cx="6097200" cy="6858000"/>
          </a:xfrm>
          <a:custGeom>
            <a:avLst/>
            <a:gdLst>
              <a:gd name="connsiteX0" fmla="*/ 5346401 w 6097200"/>
              <a:gd name="connsiteY0" fmla="*/ 652256 h 6858000"/>
              <a:gd name="connsiteX1" fmla="*/ 5369451 w 6097200"/>
              <a:gd name="connsiteY1" fmla="*/ 677002 h 6858000"/>
              <a:gd name="connsiteX2" fmla="*/ 5346401 w 6097200"/>
              <a:gd name="connsiteY2" fmla="*/ 701748 h 6858000"/>
              <a:gd name="connsiteX3" fmla="*/ 5323350 w 6097200"/>
              <a:gd name="connsiteY3" fmla="*/ 677002 h 6858000"/>
              <a:gd name="connsiteX4" fmla="*/ 5346401 w 6097200"/>
              <a:gd name="connsiteY4" fmla="*/ 652256 h 6858000"/>
              <a:gd name="connsiteX5" fmla="*/ 5121193 w 6097200"/>
              <a:gd name="connsiteY5" fmla="*/ 652256 h 6858000"/>
              <a:gd name="connsiteX6" fmla="*/ 5144243 w 6097200"/>
              <a:gd name="connsiteY6" fmla="*/ 677002 h 6858000"/>
              <a:gd name="connsiteX7" fmla="*/ 5121193 w 6097200"/>
              <a:gd name="connsiteY7" fmla="*/ 701748 h 6858000"/>
              <a:gd name="connsiteX8" fmla="*/ 5098143 w 6097200"/>
              <a:gd name="connsiteY8" fmla="*/ 677002 h 6858000"/>
              <a:gd name="connsiteX9" fmla="*/ 5121193 w 6097200"/>
              <a:gd name="connsiteY9" fmla="*/ 652256 h 6858000"/>
              <a:gd name="connsiteX10" fmla="*/ 5436428 w 6097200"/>
              <a:gd name="connsiteY10" fmla="*/ 651335 h 6858000"/>
              <a:gd name="connsiteX11" fmla="*/ 5456689 w 6097200"/>
              <a:gd name="connsiteY11" fmla="*/ 668498 h 6858000"/>
              <a:gd name="connsiteX12" fmla="*/ 5415859 w 6097200"/>
              <a:gd name="connsiteY12" fmla="*/ 668498 h 6858000"/>
              <a:gd name="connsiteX13" fmla="*/ 5436428 w 6097200"/>
              <a:gd name="connsiteY13" fmla="*/ 651335 h 6858000"/>
              <a:gd name="connsiteX14" fmla="*/ 5524280 w 6097200"/>
              <a:gd name="connsiteY14" fmla="*/ 636015 h 6858000"/>
              <a:gd name="connsiteX15" fmla="*/ 5502624 w 6097200"/>
              <a:gd name="connsiteY15" fmla="*/ 651783 h 6858000"/>
              <a:gd name="connsiteX16" fmla="*/ 5502624 w 6097200"/>
              <a:gd name="connsiteY16" fmla="*/ 637396 h 6858000"/>
              <a:gd name="connsiteX17" fmla="*/ 5484997 w 6097200"/>
              <a:gd name="connsiteY17" fmla="*/ 637396 h 6858000"/>
              <a:gd name="connsiteX18" fmla="*/ 5484997 w 6097200"/>
              <a:gd name="connsiteY18" fmla="*/ 716570 h 6858000"/>
              <a:gd name="connsiteX19" fmla="*/ 5484997 w 6097200"/>
              <a:gd name="connsiteY19" fmla="*/ 716595 h 6858000"/>
              <a:gd name="connsiteX20" fmla="*/ 5502624 w 6097200"/>
              <a:gd name="connsiteY20" fmla="*/ 716595 h 6858000"/>
              <a:gd name="connsiteX21" fmla="*/ 5502624 w 6097200"/>
              <a:gd name="connsiteY21" fmla="*/ 673447 h 6858000"/>
              <a:gd name="connsiteX22" fmla="*/ 5522118 w 6097200"/>
              <a:gd name="connsiteY22" fmla="*/ 654264 h 6858000"/>
              <a:gd name="connsiteX23" fmla="*/ 5525981 w 6097200"/>
              <a:gd name="connsiteY23" fmla="*/ 654264 h 6858000"/>
              <a:gd name="connsiteX24" fmla="*/ 5525981 w 6097200"/>
              <a:gd name="connsiteY24" fmla="*/ 636015 h 6858000"/>
              <a:gd name="connsiteX25" fmla="*/ 5342845 w 6097200"/>
              <a:gd name="connsiteY25" fmla="*/ 635260 h 6858000"/>
              <a:gd name="connsiteX26" fmla="*/ 5305110 w 6097200"/>
              <a:gd name="connsiteY26" fmla="*/ 677015 h 6858000"/>
              <a:gd name="connsiteX27" fmla="*/ 5342845 w 6097200"/>
              <a:gd name="connsiteY27" fmla="*/ 718769 h 6858000"/>
              <a:gd name="connsiteX28" fmla="*/ 5369451 w 6097200"/>
              <a:gd name="connsiteY28" fmla="*/ 703461 h 6858000"/>
              <a:gd name="connsiteX29" fmla="*/ 5369451 w 6097200"/>
              <a:gd name="connsiteY29" fmla="*/ 716608 h 6858000"/>
              <a:gd name="connsiteX30" fmla="*/ 5387091 w 6097200"/>
              <a:gd name="connsiteY30" fmla="*/ 716608 h 6858000"/>
              <a:gd name="connsiteX31" fmla="*/ 5387091 w 6097200"/>
              <a:gd name="connsiteY31" fmla="*/ 637434 h 6858000"/>
              <a:gd name="connsiteX32" fmla="*/ 5369451 w 6097200"/>
              <a:gd name="connsiteY32" fmla="*/ 637434 h 6858000"/>
              <a:gd name="connsiteX33" fmla="*/ 5369451 w 6097200"/>
              <a:gd name="connsiteY33" fmla="*/ 650568 h 6858000"/>
              <a:gd name="connsiteX34" fmla="*/ 5342845 w 6097200"/>
              <a:gd name="connsiteY34" fmla="*/ 635260 h 6858000"/>
              <a:gd name="connsiteX35" fmla="*/ 5121193 w 6097200"/>
              <a:gd name="connsiteY35" fmla="*/ 635248 h 6858000"/>
              <a:gd name="connsiteX36" fmla="*/ 5079889 w 6097200"/>
              <a:gd name="connsiteY36" fmla="*/ 677002 h 6858000"/>
              <a:gd name="connsiteX37" fmla="*/ 5121193 w 6097200"/>
              <a:gd name="connsiteY37" fmla="*/ 718756 h 6858000"/>
              <a:gd name="connsiteX38" fmla="*/ 5162497 w 6097200"/>
              <a:gd name="connsiteY38" fmla="*/ 677002 h 6858000"/>
              <a:gd name="connsiteX39" fmla="*/ 5121193 w 6097200"/>
              <a:gd name="connsiteY39" fmla="*/ 635248 h 6858000"/>
              <a:gd name="connsiteX40" fmla="*/ 5436440 w 6097200"/>
              <a:gd name="connsiteY40" fmla="*/ 635235 h 6858000"/>
              <a:gd name="connsiteX41" fmla="*/ 5397311 w 6097200"/>
              <a:gd name="connsiteY41" fmla="*/ 676989 h 6858000"/>
              <a:gd name="connsiteX42" fmla="*/ 5397298 w 6097200"/>
              <a:gd name="connsiteY42" fmla="*/ 677002 h 6858000"/>
              <a:gd name="connsiteX43" fmla="*/ 5437822 w 6097200"/>
              <a:gd name="connsiteY43" fmla="*/ 718756 h 6858000"/>
              <a:gd name="connsiteX44" fmla="*/ 5472321 w 6097200"/>
              <a:gd name="connsiteY44" fmla="*/ 700968 h 6858000"/>
              <a:gd name="connsiteX45" fmla="*/ 5460258 w 6097200"/>
              <a:gd name="connsiteY45" fmla="*/ 690762 h 6858000"/>
              <a:gd name="connsiteX46" fmla="*/ 5437835 w 6097200"/>
              <a:gd name="connsiteY46" fmla="*/ 702669 h 6858000"/>
              <a:gd name="connsiteX47" fmla="*/ 5415411 w 6097200"/>
              <a:gd name="connsiteY47" fmla="*/ 682718 h 6858000"/>
              <a:gd name="connsiteX48" fmla="*/ 5474649 w 6097200"/>
              <a:gd name="connsiteY48" fmla="*/ 682718 h 6858000"/>
              <a:gd name="connsiteX49" fmla="*/ 5475109 w 6097200"/>
              <a:gd name="connsiteY49" fmla="*/ 676222 h 6858000"/>
              <a:gd name="connsiteX50" fmla="*/ 5436440 w 6097200"/>
              <a:gd name="connsiteY50" fmla="*/ 635235 h 6858000"/>
              <a:gd name="connsiteX51" fmla="*/ 5197290 w 6097200"/>
              <a:gd name="connsiteY51" fmla="*/ 614517 h 6858000"/>
              <a:gd name="connsiteX52" fmla="*/ 5179650 w 6097200"/>
              <a:gd name="connsiteY52" fmla="*/ 619927 h 6858000"/>
              <a:gd name="connsiteX53" fmla="*/ 5179650 w 6097200"/>
              <a:gd name="connsiteY53" fmla="*/ 637396 h 6858000"/>
              <a:gd name="connsiteX54" fmla="*/ 5164339 w 6097200"/>
              <a:gd name="connsiteY54" fmla="*/ 637396 h 6858000"/>
              <a:gd name="connsiteX55" fmla="*/ 5164339 w 6097200"/>
              <a:gd name="connsiteY55" fmla="*/ 652551 h 6858000"/>
              <a:gd name="connsiteX56" fmla="*/ 5179650 w 6097200"/>
              <a:gd name="connsiteY56" fmla="*/ 652551 h 6858000"/>
              <a:gd name="connsiteX57" fmla="*/ 5179650 w 6097200"/>
              <a:gd name="connsiteY57" fmla="*/ 691363 h 6858000"/>
              <a:gd name="connsiteX58" fmla="*/ 5205169 w 6097200"/>
              <a:gd name="connsiteY58" fmla="*/ 718271 h 6858000"/>
              <a:gd name="connsiteX59" fmla="*/ 5216618 w 6097200"/>
              <a:gd name="connsiteY59" fmla="*/ 716877 h 6858000"/>
              <a:gd name="connsiteX60" fmla="*/ 5216631 w 6097200"/>
              <a:gd name="connsiteY60" fmla="*/ 716902 h 6858000"/>
              <a:gd name="connsiteX61" fmla="*/ 5216631 w 6097200"/>
              <a:gd name="connsiteY61" fmla="*/ 702055 h 6858000"/>
              <a:gd name="connsiteX62" fmla="*/ 5209979 w 6097200"/>
              <a:gd name="connsiteY62" fmla="*/ 702515 h 6858000"/>
              <a:gd name="connsiteX63" fmla="*/ 5197290 w 6097200"/>
              <a:gd name="connsiteY63" fmla="*/ 689675 h 6858000"/>
              <a:gd name="connsiteX64" fmla="*/ 5197290 w 6097200"/>
              <a:gd name="connsiteY64" fmla="*/ 652563 h 6858000"/>
              <a:gd name="connsiteX65" fmla="*/ 5216631 w 6097200"/>
              <a:gd name="connsiteY65" fmla="*/ 652563 h 6858000"/>
              <a:gd name="connsiteX66" fmla="*/ 5216631 w 6097200"/>
              <a:gd name="connsiteY66" fmla="*/ 637409 h 6858000"/>
              <a:gd name="connsiteX67" fmla="*/ 5197290 w 6097200"/>
              <a:gd name="connsiteY67" fmla="*/ 637409 h 6858000"/>
              <a:gd name="connsiteX68" fmla="*/ 5228399 w 6097200"/>
              <a:gd name="connsiteY68" fmla="*/ 608341 h 6858000"/>
              <a:gd name="connsiteX69" fmla="*/ 5228399 w 6097200"/>
              <a:gd name="connsiteY69" fmla="*/ 716595 h 6858000"/>
              <a:gd name="connsiteX70" fmla="*/ 5246013 w 6097200"/>
              <a:gd name="connsiteY70" fmla="*/ 716595 h 6858000"/>
              <a:gd name="connsiteX71" fmla="*/ 5246013 w 6097200"/>
              <a:gd name="connsiteY71" fmla="*/ 669585 h 6858000"/>
              <a:gd name="connsiteX72" fmla="*/ 5262411 w 6097200"/>
              <a:gd name="connsiteY72" fmla="*/ 650722 h 6858000"/>
              <a:gd name="connsiteX73" fmla="*/ 5277876 w 6097200"/>
              <a:gd name="connsiteY73" fmla="*/ 668191 h 6858000"/>
              <a:gd name="connsiteX74" fmla="*/ 5277876 w 6097200"/>
              <a:gd name="connsiteY74" fmla="*/ 716595 h 6858000"/>
              <a:gd name="connsiteX75" fmla="*/ 5295516 w 6097200"/>
              <a:gd name="connsiteY75" fmla="*/ 716595 h 6858000"/>
              <a:gd name="connsiteX76" fmla="*/ 5295516 w 6097200"/>
              <a:gd name="connsiteY76" fmla="*/ 665096 h 6858000"/>
              <a:gd name="connsiteX77" fmla="*/ 5269690 w 6097200"/>
              <a:gd name="connsiteY77" fmla="*/ 635248 h 6858000"/>
              <a:gd name="connsiteX78" fmla="*/ 5246026 w 6097200"/>
              <a:gd name="connsiteY78" fmla="*/ 647934 h 6858000"/>
              <a:gd name="connsiteX79" fmla="*/ 5246026 w 6097200"/>
              <a:gd name="connsiteY79" fmla="*/ 608341 h 6858000"/>
              <a:gd name="connsiteX80" fmla="*/ 5020652 w 6097200"/>
              <a:gd name="connsiteY80" fmla="*/ 606486 h 6858000"/>
              <a:gd name="connsiteX81" fmla="*/ 4966198 w 6097200"/>
              <a:gd name="connsiteY81" fmla="*/ 662628 h 6858000"/>
              <a:gd name="connsiteX82" fmla="*/ 5018324 w 6097200"/>
              <a:gd name="connsiteY82" fmla="*/ 718769 h 6858000"/>
              <a:gd name="connsiteX83" fmla="*/ 5051428 w 6097200"/>
              <a:gd name="connsiteY83" fmla="*/ 702681 h 6858000"/>
              <a:gd name="connsiteX84" fmla="*/ 5051428 w 6097200"/>
              <a:gd name="connsiteY84" fmla="*/ 716595 h 6858000"/>
              <a:gd name="connsiteX85" fmla="*/ 5069375 w 6097200"/>
              <a:gd name="connsiteY85" fmla="*/ 716595 h 6858000"/>
              <a:gd name="connsiteX86" fmla="*/ 5069375 w 6097200"/>
              <a:gd name="connsiteY86" fmla="*/ 659686 h 6858000"/>
              <a:gd name="connsiteX87" fmla="*/ 5022506 w 6097200"/>
              <a:gd name="connsiteY87" fmla="*/ 659686 h 6858000"/>
              <a:gd name="connsiteX88" fmla="*/ 5022506 w 6097200"/>
              <a:gd name="connsiteY88" fmla="*/ 677322 h 6858000"/>
              <a:gd name="connsiteX89" fmla="*/ 5049880 w 6097200"/>
              <a:gd name="connsiteY89" fmla="*/ 677322 h 6858000"/>
              <a:gd name="connsiteX90" fmla="*/ 5020639 w 6097200"/>
              <a:gd name="connsiteY90" fmla="*/ 699906 h 6858000"/>
              <a:gd name="connsiteX91" fmla="*/ 4987227 w 6097200"/>
              <a:gd name="connsiteY91" fmla="*/ 662640 h 6858000"/>
              <a:gd name="connsiteX92" fmla="*/ 5020639 w 6097200"/>
              <a:gd name="connsiteY92" fmla="*/ 625375 h 6858000"/>
              <a:gd name="connsiteX93" fmla="*/ 5050034 w 6097200"/>
              <a:gd name="connsiteY93" fmla="*/ 642230 h 6858000"/>
              <a:gd name="connsiteX94" fmla="*/ 5066739 w 6097200"/>
              <a:gd name="connsiteY94" fmla="*/ 631091 h 6858000"/>
              <a:gd name="connsiteX95" fmla="*/ 5020639 w 6097200"/>
              <a:gd name="connsiteY95" fmla="*/ 606499 h 6858000"/>
              <a:gd name="connsiteX96" fmla="*/ 4744738 w 6097200"/>
              <a:gd name="connsiteY96" fmla="*/ 601537 h 6858000"/>
              <a:gd name="connsiteX97" fmla="*/ 4744746 w 6097200"/>
              <a:gd name="connsiteY97" fmla="*/ 601542 h 6858000"/>
              <a:gd name="connsiteX98" fmla="*/ 4743293 w 6097200"/>
              <a:gd name="connsiteY98" fmla="*/ 602995 h 6858000"/>
              <a:gd name="connsiteX99" fmla="*/ 4819735 w 6097200"/>
              <a:gd name="connsiteY99" fmla="*/ 697054 h 6858000"/>
              <a:gd name="connsiteX100" fmla="*/ 4866910 w 6097200"/>
              <a:gd name="connsiteY100" fmla="*/ 725125 h 6858000"/>
              <a:gd name="connsiteX101" fmla="*/ 4838820 w 6097200"/>
              <a:gd name="connsiteY101" fmla="*/ 677961 h 6858000"/>
              <a:gd name="connsiteX102" fmla="*/ 4788949 w 6097200"/>
              <a:gd name="connsiteY102" fmla="*/ 633203 h 6858000"/>
              <a:gd name="connsiteX103" fmla="*/ 4744746 w 6097200"/>
              <a:gd name="connsiteY103" fmla="*/ 601542 h 6858000"/>
              <a:gd name="connsiteX104" fmla="*/ 4744751 w 6097200"/>
              <a:gd name="connsiteY104" fmla="*/ 601537 h 6858000"/>
              <a:gd name="connsiteX105" fmla="*/ 4640551 w 6097200"/>
              <a:gd name="connsiteY105" fmla="*/ 588557 h 6858000"/>
              <a:gd name="connsiteX106" fmla="*/ 4608227 w 6097200"/>
              <a:gd name="connsiteY106" fmla="*/ 600258 h 6858000"/>
              <a:gd name="connsiteX107" fmla="*/ 4640551 w 6097200"/>
              <a:gd name="connsiteY107" fmla="*/ 611960 h 6858000"/>
              <a:gd name="connsiteX108" fmla="*/ 4703192 w 6097200"/>
              <a:gd name="connsiteY108" fmla="*/ 604184 h 6858000"/>
              <a:gd name="connsiteX109" fmla="*/ 4616030 w 6097200"/>
              <a:gd name="connsiteY109" fmla="*/ 678997 h 6858000"/>
              <a:gd name="connsiteX110" fmla="*/ 4587633 w 6097200"/>
              <a:gd name="connsiteY110" fmla="*/ 725164 h 6858000"/>
              <a:gd name="connsiteX111" fmla="*/ 4634296 w 6097200"/>
              <a:gd name="connsiteY111" fmla="*/ 697067 h 6858000"/>
              <a:gd name="connsiteX112" fmla="*/ 4709907 w 6097200"/>
              <a:gd name="connsiteY112" fmla="*/ 610834 h 6858000"/>
              <a:gd name="connsiteX113" fmla="*/ 4702117 w 6097200"/>
              <a:gd name="connsiteY113" fmla="*/ 673511 h 6858000"/>
              <a:gd name="connsiteX114" fmla="*/ 4713821 w 6097200"/>
              <a:gd name="connsiteY114" fmla="*/ 705815 h 6858000"/>
              <a:gd name="connsiteX115" fmla="*/ 4725526 w 6097200"/>
              <a:gd name="connsiteY115" fmla="*/ 673511 h 6858000"/>
              <a:gd name="connsiteX116" fmla="*/ 4714717 w 6097200"/>
              <a:gd name="connsiteY116" fmla="*/ 600297 h 6858000"/>
              <a:gd name="connsiteX117" fmla="*/ 4714333 w 6097200"/>
              <a:gd name="connsiteY117" fmla="*/ 599708 h 6858000"/>
              <a:gd name="connsiteX118" fmla="*/ 4714320 w 6097200"/>
              <a:gd name="connsiteY118" fmla="*/ 599695 h 6858000"/>
              <a:gd name="connsiteX119" fmla="*/ 4713783 w 6097200"/>
              <a:gd name="connsiteY119" fmla="*/ 599363 h 6858000"/>
              <a:gd name="connsiteX120" fmla="*/ 4640551 w 6097200"/>
              <a:gd name="connsiteY120" fmla="*/ 588557 h 6858000"/>
              <a:gd name="connsiteX121" fmla="*/ 4827410 w 6097200"/>
              <a:gd name="connsiteY121" fmla="*/ 575551 h 6858000"/>
              <a:gd name="connsiteX122" fmla="*/ 4747796 w 6097200"/>
              <a:gd name="connsiteY122" fmla="*/ 586357 h 6858000"/>
              <a:gd name="connsiteX123" fmla="*/ 4747796 w 6097200"/>
              <a:gd name="connsiteY123" fmla="*/ 588147 h 6858000"/>
              <a:gd name="connsiteX124" fmla="*/ 4827410 w 6097200"/>
              <a:gd name="connsiteY124" fmla="*/ 598941 h 6858000"/>
              <a:gd name="connsiteX125" fmla="*/ 4862549 w 6097200"/>
              <a:gd name="connsiteY125" fmla="*/ 587252 h 6858000"/>
              <a:gd name="connsiteX126" fmla="*/ 4827410 w 6097200"/>
              <a:gd name="connsiteY126" fmla="*/ 575551 h 6858000"/>
              <a:gd name="connsiteX127" fmla="*/ 4993111 w 6097200"/>
              <a:gd name="connsiteY127" fmla="*/ 515163 h 6858000"/>
              <a:gd name="connsiteX128" fmla="*/ 5024054 w 6097200"/>
              <a:gd name="connsiteY128" fmla="*/ 515163 h 6858000"/>
              <a:gd name="connsiteX129" fmla="*/ 5040913 w 6097200"/>
              <a:gd name="connsiteY129" fmla="*/ 529396 h 6858000"/>
              <a:gd name="connsiteX130" fmla="*/ 5024054 w 6097200"/>
              <a:gd name="connsiteY130" fmla="*/ 543630 h 6858000"/>
              <a:gd name="connsiteX131" fmla="*/ 5024054 w 6097200"/>
              <a:gd name="connsiteY131" fmla="*/ 543617 h 6858000"/>
              <a:gd name="connsiteX132" fmla="*/ 4993111 w 6097200"/>
              <a:gd name="connsiteY132" fmla="*/ 543617 h 6858000"/>
              <a:gd name="connsiteX133" fmla="*/ 5574716 w 6097200"/>
              <a:gd name="connsiteY133" fmla="*/ 497527 h 6858000"/>
              <a:gd name="connsiteX134" fmla="*/ 5597766 w 6097200"/>
              <a:gd name="connsiteY134" fmla="*/ 522273 h 6858000"/>
              <a:gd name="connsiteX135" fmla="*/ 5574716 w 6097200"/>
              <a:gd name="connsiteY135" fmla="*/ 547019 h 6858000"/>
              <a:gd name="connsiteX136" fmla="*/ 5551666 w 6097200"/>
              <a:gd name="connsiteY136" fmla="*/ 522273 h 6858000"/>
              <a:gd name="connsiteX137" fmla="*/ 5574716 w 6097200"/>
              <a:gd name="connsiteY137" fmla="*/ 497527 h 6858000"/>
              <a:gd name="connsiteX138" fmla="*/ 5111919 w 6097200"/>
              <a:gd name="connsiteY138" fmla="*/ 497527 h 6858000"/>
              <a:gd name="connsiteX139" fmla="*/ 5134969 w 6097200"/>
              <a:gd name="connsiteY139" fmla="*/ 522273 h 6858000"/>
              <a:gd name="connsiteX140" fmla="*/ 5111919 w 6097200"/>
              <a:gd name="connsiteY140" fmla="*/ 547019 h 6858000"/>
              <a:gd name="connsiteX141" fmla="*/ 5088869 w 6097200"/>
              <a:gd name="connsiteY141" fmla="*/ 522273 h 6858000"/>
              <a:gd name="connsiteX142" fmla="*/ 5111919 w 6097200"/>
              <a:gd name="connsiteY142" fmla="*/ 497527 h 6858000"/>
              <a:gd name="connsiteX143" fmla="*/ 5376882 w 6097200"/>
              <a:gd name="connsiteY143" fmla="*/ 496606 h 6858000"/>
              <a:gd name="connsiteX144" fmla="*/ 5397144 w 6097200"/>
              <a:gd name="connsiteY144" fmla="*/ 513769 h 6858000"/>
              <a:gd name="connsiteX145" fmla="*/ 5356314 w 6097200"/>
              <a:gd name="connsiteY145" fmla="*/ 513769 h 6858000"/>
              <a:gd name="connsiteX146" fmla="*/ 5376882 w 6097200"/>
              <a:gd name="connsiteY146" fmla="*/ 496606 h 6858000"/>
              <a:gd name="connsiteX147" fmla="*/ 5505578 w 6097200"/>
              <a:gd name="connsiteY147" fmla="*/ 482693 h 6858000"/>
              <a:gd name="connsiteX148" fmla="*/ 5505578 w 6097200"/>
              <a:gd name="connsiteY148" fmla="*/ 561866 h 6858000"/>
              <a:gd name="connsiteX149" fmla="*/ 5523217 w 6097200"/>
              <a:gd name="connsiteY149" fmla="*/ 561866 h 6858000"/>
              <a:gd name="connsiteX150" fmla="*/ 5523217 w 6097200"/>
              <a:gd name="connsiteY150" fmla="*/ 482693 h 6858000"/>
              <a:gd name="connsiteX151" fmla="*/ 5205502 w 6097200"/>
              <a:gd name="connsiteY151" fmla="*/ 481299 h 6858000"/>
              <a:gd name="connsiteX152" fmla="*/ 5183846 w 6097200"/>
              <a:gd name="connsiteY152" fmla="*/ 497080 h 6858000"/>
              <a:gd name="connsiteX153" fmla="*/ 5183846 w 6097200"/>
              <a:gd name="connsiteY153" fmla="*/ 482693 h 6858000"/>
              <a:gd name="connsiteX154" fmla="*/ 5166206 w 6097200"/>
              <a:gd name="connsiteY154" fmla="*/ 482693 h 6858000"/>
              <a:gd name="connsiteX155" fmla="*/ 5166206 w 6097200"/>
              <a:gd name="connsiteY155" fmla="*/ 561866 h 6858000"/>
              <a:gd name="connsiteX156" fmla="*/ 5183846 w 6097200"/>
              <a:gd name="connsiteY156" fmla="*/ 561866 h 6858000"/>
              <a:gd name="connsiteX157" fmla="*/ 5183846 w 6097200"/>
              <a:gd name="connsiteY157" fmla="*/ 518718 h 6858000"/>
              <a:gd name="connsiteX158" fmla="*/ 5203340 w 6097200"/>
              <a:gd name="connsiteY158" fmla="*/ 499548 h 6858000"/>
              <a:gd name="connsiteX159" fmla="*/ 5207203 w 6097200"/>
              <a:gd name="connsiteY159" fmla="*/ 499548 h 6858000"/>
              <a:gd name="connsiteX160" fmla="*/ 5207203 w 6097200"/>
              <a:gd name="connsiteY160" fmla="*/ 481299 h 6858000"/>
              <a:gd name="connsiteX161" fmla="*/ 5571160 w 6097200"/>
              <a:gd name="connsiteY161" fmla="*/ 480531 h 6858000"/>
              <a:gd name="connsiteX162" fmla="*/ 5533412 w 6097200"/>
              <a:gd name="connsiteY162" fmla="*/ 522286 h 6858000"/>
              <a:gd name="connsiteX163" fmla="*/ 5571160 w 6097200"/>
              <a:gd name="connsiteY163" fmla="*/ 564040 h 6858000"/>
              <a:gd name="connsiteX164" fmla="*/ 5597766 w 6097200"/>
              <a:gd name="connsiteY164" fmla="*/ 548732 h 6858000"/>
              <a:gd name="connsiteX165" fmla="*/ 5597766 w 6097200"/>
              <a:gd name="connsiteY165" fmla="*/ 561879 h 6858000"/>
              <a:gd name="connsiteX166" fmla="*/ 5615393 w 6097200"/>
              <a:gd name="connsiteY166" fmla="*/ 561879 h 6858000"/>
              <a:gd name="connsiteX167" fmla="*/ 5615393 w 6097200"/>
              <a:gd name="connsiteY167" fmla="*/ 482705 h 6858000"/>
              <a:gd name="connsiteX168" fmla="*/ 5597766 w 6097200"/>
              <a:gd name="connsiteY168" fmla="*/ 482705 h 6858000"/>
              <a:gd name="connsiteX169" fmla="*/ 5597766 w 6097200"/>
              <a:gd name="connsiteY169" fmla="*/ 495839 h 6858000"/>
              <a:gd name="connsiteX170" fmla="*/ 5571160 w 6097200"/>
              <a:gd name="connsiteY170" fmla="*/ 480531 h 6858000"/>
              <a:gd name="connsiteX171" fmla="*/ 5108350 w 6097200"/>
              <a:gd name="connsiteY171" fmla="*/ 480531 h 6858000"/>
              <a:gd name="connsiteX172" fmla="*/ 5070602 w 6097200"/>
              <a:gd name="connsiteY172" fmla="*/ 522286 h 6858000"/>
              <a:gd name="connsiteX173" fmla="*/ 5108350 w 6097200"/>
              <a:gd name="connsiteY173" fmla="*/ 564040 h 6858000"/>
              <a:gd name="connsiteX174" fmla="*/ 5134956 w 6097200"/>
              <a:gd name="connsiteY174" fmla="*/ 548732 h 6858000"/>
              <a:gd name="connsiteX175" fmla="*/ 5134956 w 6097200"/>
              <a:gd name="connsiteY175" fmla="*/ 561879 h 6858000"/>
              <a:gd name="connsiteX176" fmla="*/ 5152583 w 6097200"/>
              <a:gd name="connsiteY176" fmla="*/ 561879 h 6858000"/>
              <a:gd name="connsiteX177" fmla="*/ 5152583 w 6097200"/>
              <a:gd name="connsiteY177" fmla="*/ 482705 h 6858000"/>
              <a:gd name="connsiteX178" fmla="*/ 5134956 w 6097200"/>
              <a:gd name="connsiteY178" fmla="*/ 482705 h 6858000"/>
              <a:gd name="connsiteX179" fmla="*/ 5134956 w 6097200"/>
              <a:gd name="connsiteY179" fmla="*/ 495839 h 6858000"/>
              <a:gd name="connsiteX180" fmla="*/ 5108350 w 6097200"/>
              <a:gd name="connsiteY180" fmla="*/ 480531 h 6858000"/>
              <a:gd name="connsiteX181" fmla="*/ 5466756 w 6097200"/>
              <a:gd name="connsiteY181" fmla="*/ 480518 h 6858000"/>
              <a:gd name="connsiteX182" fmla="*/ 5443091 w 6097200"/>
              <a:gd name="connsiteY182" fmla="*/ 493205 h 6858000"/>
              <a:gd name="connsiteX183" fmla="*/ 5443091 w 6097200"/>
              <a:gd name="connsiteY183" fmla="*/ 482693 h 6858000"/>
              <a:gd name="connsiteX184" fmla="*/ 5425465 w 6097200"/>
              <a:gd name="connsiteY184" fmla="*/ 482693 h 6858000"/>
              <a:gd name="connsiteX185" fmla="*/ 5425465 w 6097200"/>
              <a:gd name="connsiteY185" fmla="*/ 561866 h 6858000"/>
              <a:gd name="connsiteX186" fmla="*/ 5443079 w 6097200"/>
              <a:gd name="connsiteY186" fmla="*/ 561866 h 6858000"/>
              <a:gd name="connsiteX187" fmla="*/ 5443079 w 6097200"/>
              <a:gd name="connsiteY187" fmla="*/ 514856 h 6858000"/>
              <a:gd name="connsiteX188" fmla="*/ 5459477 w 6097200"/>
              <a:gd name="connsiteY188" fmla="*/ 495993 h 6858000"/>
              <a:gd name="connsiteX189" fmla="*/ 5474942 w 6097200"/>
              <a:gd name="connsiteY189" fmla="*/ 513462 h 6858000"/>
              <a:gd name="connsiteX190" fmla="*/ 5474942 w 6097200"/>
              <a:gd name="connsiteY190" fmla="*/ 561866 h 6858000"/>
              <a:gd name="connsiteX191" fmla="*/ 5492582 w 6097200"/>
              <a:gd name="connsiteY191" fmla="*/ 561866 h 6858000"/>
              <a:gd name="connsiteX192" fmla="*/ 5492582 w 6097200"/>
              <a:gd name="connsiteY192" fmla="*/ 510367 h 6858000"/>
              <a:gd name="connsiteX193" fmla="*/ 5466756 w 6097200"/>
              <a:gd name="connsiteY193" fmla="*/ 480518 h 6858000"/>
              <a:gd name="connsiteX194" fmla="*/ 5376895 w 6097200"/>
              <a:gd name="connsiteY194" fmla="*/ 480518 h 6858000"/>
              <a:gd name="connsiteX195" fmla="*/ 5337753 w 6097200"/>
              <a:gd name="connsiteY195" fmla="*/ 522273 h 6858000"/>
              <a:gd name="connsiteX196" fmla="*/ 5378277 w 6097200"/>
              <a:gd name="connsiteY196" fmla="*/ 564027 h 6858000"/>
              <a:gd name="connsiteX197" fmla="*/ 5412776 w 6097200"/>
              <a:gd name="connsiteY197" fmla="*/ 546239 h 6858000"/>
              <a:gd name="connsiteX198" fmla="*/ 5400713 w 6097200"/>
              <a:gd name="connsiteY198" fmla="*/ 536033 h 6858000"/>
              <a:gd name="connsiteX199" fmla="*/ 5378290 w 6097200"/>
              <a:gd name="connsiteY199" fmla="*/ 547939 h 6858000"/>
              <a:gd name="connsiteX200" fmla="*/ 5355866 w 6097200"/>
              <a:gd name="connsiteY200" fmla="*/ 527989 h 6858000"/>
              <a:gd name="connsiteX201" fmla="*/ 5415103 w 6097200"/>
              <a:gd name="connsiteY201" fmla="*/ 527989 h 6858000"/>
              <a:gd name="connsiteX202" fmla="*/ 5415564 w 6097200"/>
              <a:gd name="connsiteY202" fmla="*/ 521493 h 6858000"/>
              <a:gd name="connsiteX203" fmla="*/ 5376895 w 6097200"/>
              <a:gd name="connsiteY203" fmla="*/ 480518 h 6858000"/>
              <a:gd name="connsiteX204" fmla="*/ 5256553 w 6097200"/>
              <a:gd name="connsiteY204" fmla="*/ 480518 h 6858000"/>
              <a:gd name="connsiteX205" fmla="*/ 5234129 w 6097200"/>
              <a:gd name="connsiteY205" fmla="*/ 493205 h 6858000"/>
              <a:gd name="connsiteX206" fmla="*/ 5234129 w 6097200"/>
              <a:gd name="connsiteY206" fmla="*/ 482693 h 6858000"/>
              <a:gd name="connsiteX207" fmla="*/ 5216490 w 6097200"/>
              <a:gd name="connsiteY207" fmla="*/ 482693 h 6858000"/>
              <a:gd name="connsiteX208" fmla="*/ 5216490 w 6097200"/>
              <a:gd name="connsiteY208" fmla="*/ 561866 h 6858000"/>
              <a:gd name="connsiteX209" fmla="*/ 5234116 w 6097200"/>
              <a:gd name="connsiteY209" fmla="*/ 561866 h 6858000"/>
              <a:gd name="connsiteX210" fmla="*/ 5234116 w 6097200"/>
              <a:gd name="connsiteY210" fmla="*/ 514856 h 6858000"/>
              <a:gd name="connsiteX211" fmla="*/ 5249274 w 6097200"/>
              <a:gd name="connsiteY211" fmla="*/ 495993 h 6858000"/>
              <a:gd name="connsiteX212" fmla="*/ 5263511 w 6097200"/>
              <a:gd name="connsiteY212" fmla="*/ 513462 h 6858000"/>
              <a:gd name="connsiteX213" fmla="*/ 5263511 w 6097200"/>
              <a:gd name="connsiteY213" fmla="*/ 561866 h 6858000"/>
              <a:gd name="connsiteX214" fmla="*/ 5281138 w 6097200"/>
              <a:gd name="connsiteY214" fmla="*/ 561866 h 6858000"/>
              <a:gd name="connsiteX215" fmla="*/ 5281138 w 6097200"/>
              <a:gd name="connsiteY215" fmla="*/ 513155 h 6858000"/>
              <a:gd name="connsiteX216" fmla="*/ 5296296 w 6097200"/>
              <a:gd name="connsiteY216" fmla="*/ 495993 h 6858000"/>
              <a:gd name="connsiteX217" fmla="*/ 5310533 w 6097200"/>
              <a:gd name="connsiteY217" fmla="*/ 513462 h 6858000"/>
              <a:gd name="connsiteX218" fmla="*/ 5310533 w 6097200"/>
              <a:gd name="connsiteY218" fmla="*/ 561866 h 6858000"/>
              <a:gd name="connsiteX219" fmla="*/ 5328172 w 6097200"/>
              <a:gd name="connsiteY219" fmla="*/ 561866 h 6858000"/>
              <a:gd name="connsiteX220" fmla="*/ 5328172 w 6097200"/>
              <a:gd name="connsiteY220" fmla="*/ 510367 h 6858000"/>
              <a:gd name="connsiteX221" fmla="*/ 5302026 w 6097200"/>
              <a:gd name="connsiteY221" fmla="*/ 480518 h 6858000"/>
              <a:gd name="connsiteX222" fmla="*/ 5278209 w 6097200"/>
              <a:gd name="connsiteY222" fmla="*/ 494125 h 6858000"/>
              <a:gd name="connsiteX223" fmla="*/ 5256553 w 6097200"/>
              <a:gd name="connsiteY223" fmla="*/ 480518 h 6858000"/>
              <a:gd name="connsiteX224" fmla="*/ 4993111 w 6097200"/>
              <a:gd name="connsiteY224" fmla="*/ 471861 h 6858000"/>
              <a:gd name="connsiteX225" fmla="*/ 5023120 w 6097200"/>
              <a:gd name="connsiteY225" fmla="*/ 471861 h 6858000"/>
              <a:gd name="connsiteX226" fmla="*/ 5038278 w 6097200"/>
              <a:gd name="connsiteY226" fmla="*/ 484381 h 6858000"/>
              <a:gd name="connsiteX227" fmla="*/ 5023120 w 6097200"/>
              <a:gd name="connsiteY227" fmla="*/ 496913 h 6858000"/>
              <a:gd name="connsiteX228" fmla="*/ 4993111 w 6097200"/>
              <a:gd name="connsiteY228" fmla="*/ 496913 h 6858000"/>
              <a:gd name="connsiteX229" fmla="*/ 4728340 w 6097200"/>
              <a:gd name="connsiteY229" fmla="*/ 462794 h 6858000"/>
              <a:gd name="connsiteX230" fmla="*/ 4716648 w 6097200"/>
              <a:gd name="connsiteY230" fmla="*/ 494561 h 6858000"/>
              <a:gd name="connsiteX231" fmla="*/ 4727457 w 6097200"/>
              <a:gd name="connsiteY231" fmla="*/ 566535 h 6858000"/>
              <a:gd name="connsiteX232" fmla="*/ 4729235 w 6097200"/>
              <a:gd name="connsiteY232" fmla="*/ 566535 h 6858000"/>
              <a:gd name="connsiteX233" fmla="*/ 4740044 w 6097200"/>
              <a:gd name="connsiteY233" fmla="*/ 494561 h 6858000"/>
              <a:gd name="connsiteX234" fmla="*/ 4728340 w 6097200"/>
              <a:gd name="connsiteY234" fmla="*/ 462794 h 6858000"/>
              <a:gd name="connsiteX235" fmla="*/ 4973003 w 6097200"/>
              <a:gd name="connsiteY235" fmla="*/ 453624 h 6858000"/>
              <a:gd name="connsiteX236" fmla="*/ 4973003 w 6097200"/>
              <a:gd name="connsiteY236" fmla="*/ 561866 h 6858000"/>
              <a:gd name="connsiteX237" fmla="*/ 5026369 w 6097200"/>
              <a:gd name="connsiteY237" fmla="*/ 561866 h 6858000"/>
              <a:gd name="connsiteX238" fmla="*/ 5061942 w 6097200"/>
              <a:gd name="connsiteY238" fmla="*/ 531404 h 6858000"/>
              <a:gd name="connsiteX239" fmla="*/ 5043075 w 6097200"/>
              <a:gd name="connsiteY239" fmla="*/ 505584 h 6858000"/>
              <a:gd name="connsiteX240" fmla="*/ 5059320 w 6097200"/>
              <a:gd name="connsiteY240" fmla="*/ 481772 h 6858000"/>
              <a:gd name="connsiteX241" fmla="*/ 5025909 w 6097200"/>
              <a:gd name="connsiteY241" fmla="*/ 453624 h 6858000"/>
              <a:gd name="connsiteX242" fmla="*/ 5514391 w 6097200"/>
              <a:gd name="connsiteY242" fmla="*/ 450670 h 6858000"/>
              <a:gd name="connsiteX243" fmla="*/ 5503403 w 6097200"/>
              <a:gd name="connsiteY243" fmla="*/ 461655 h 6858000"/>
              <a:gd name="connsiteX244" fmla="*/ 5514391 w 6097200"/>
              <a:gd name="connsiteY244" fmla="*/ 472641 h 6858000"/>
              <a:gd name="connsiteX245" fmla="*/ 5525379 w 6097200"/>
              <a:gd name="connsiteY245" fmla="*/ 461655 h 6858000"/>
              <a:gd name="connsiteX246" fmla="*/ 5514391 w 6097200"/>
              <a:gd name="connsiteY246" fmla="*/ 450670 h 6858000"/>
              <a:gd name="connsiteX247" fmla="*/ 4867038 w 6097200"/>
              <a:gd name="connsiteY247" fmla="*/ 447346 h 6858000"/>
              <a:gd name="connsiteX248" fmla="*/ 4819863 w 6097200"/>
              <a:gd name="connsiteY248" fmla="*/ 475417 h 6858000"/>
              <a:gd name="connsiteX249" fmla="*/ 4743421 w 6097200"/>
              <a:gd name="connsiteY249" fmla="*/ 569476 h 6858000"/>
              <a:gd name="connsiteX250" fmla="*/ 4744879 w 6097200"/>
              <a:gd name="connsiteY250" fmla="*/ 570934 h 6858000"/>
              <a:gd name="connsiteX251" fmla="*/ 4838961 w 6097200"/>
              <a:gd name="connsiteY251" fmla="*/ 494510 h 6858000"/>
              <a:gd name="connsiteX252" fmla="*/ 4867038 w 6097200"/>
              <a:gd name="connsiteY252" fmla="*/ 447346 h 6858000"/>
              <a:gd name="connsiteX253" fmla="*/ 4588234 w 6097200"/>
              <a:gd name="connsiteY253" fmla="*/ 447282 h 6858000"/>
              <a:gd name="connsiteX254" fmla="*/ 4616311 w 6097200"/>
              <a:gd name="connsiteY254" fmla="*/ 494446 h 6858000"/>
              <a:gd name="connsiteX255" fmla="*/ 4710393 w 6097200"/>
              <a:gd name="connsiteY255" fmla="*/ 570870 h 6858000"/>
              <a:gd name="connsiteX256" fmla="*/ 4710393 w 6097200"/>
              <a:gd name="connsiteY256" fmla="*/ 570883 h 6858000"/>
              <a:gd name="connsiteX257" fmla="*/ 4711851 w 6097200"/>
              <a:gd name="connsiteY257" fmla="*/ 569425 h 6858000"/>
              <a:gd name="connsiteX258" fmla="*/ 4635409 w 6097200"/>
              <a:gd name="connsiteY258" fmla="*/ 475365 h 6858000"/>
              <a:gd name="connsiteX259" fmla="*/ 4588234 w 6097200"/>
              <a:gd name="connsiteY259" fmla="*/ 447282 h 6858000"/>
              <a:gd name="connsiteX260" fmla="*/ 0 w 6097200"/>
              <a:gd name="connsiteY260" fmla="*/ 0 h 6858000"/>
              <a:gd name="connsiteX261" fmla="*/ 6097200 w 6097200"/>
              <a:gd name="connsiteY261" fmla="*/ 0 h 6858000"/>
              <a:gd name="connsiteX262" fmla="*/ 6097200 w 6097200"/>
              <a:gd name="connsiteY262" fmla="*/ 6858000 h 6858000"/>
              <a:gd name="connsiteX263" fmla="*/ 0 w 6097200"/>
              <a:gd name="connsiteY26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</a:cxnLst>
            <a:rect l="l" t="t" r="r" b="b"/>
            <a:pathLst>
              <a:path w="6097200" h="6858000">
                <a:moveTo>
                  <a:pt x="5346401" y="652256"/>
                </a:moveTo>
                <a:cubicBezTo>
                  <a:pt x="5359704" y="652256"/>
                  <a:pt x="5369451" y="662768"/>
                  <a:pt x="5369451" y="677002"/>
                </a:cubicBezTo>
                <a:cubicBezTo>
                  <a:pt x="5369451" y="691236"/>
                  <a:pt x="5359704" y="701748"/>
                  <a:pt x="5346401" y="701748"/>
                </a:cubicBezTo>
                <a:cubicBezTo>
                  <a:pt x="5333098" y="701748"/>
                  <a:pt x="5323350" y="691236"/>
                  <a:pt x="5323350" y="677002"/>
                </a:cubicBezTo>
                <a:cubicBezTo>
                  <a:pt x="5323350" y="662768"/>
                  <a:pt x="5333098" y="652256"/>
                  <a:pt x="5346401" y="652256"/>
                </a:cubicBezTo>
                <a:close/>
                <a:moveTo>
                  <a:pt x="5121193" y="652256"/>
                </a:moveTo>
                <a:cubicBezTo>
                  <a:pt x="5134496" y="652256"/>
                  <a:pt x="5144243" y="662768"/>
                  <a:pt x="5144243" y="677002"/>
                </a:cubicBezTo>
                <a:cubicBezTo>
                  <a:pt x="5144243" y="691236"/>
                  <a:pt x="5134496" y="701748"/>
                  <a:pt x="5121193" y="701748"/>
                </a:cubicBezTo>
                <a:cubicBezTo>
                  <a:pt x="5107890" y="701748"/>
                  <a:pt x="5098143" y="691236"/>
                  <a:pt x="5098143" y="677002"/>
                </a:cubicBezTo>
                <a:cubicBezTo>
                  <a:pt x="5098143" y="662768"/>
                  <a:pt x="5107890" y="652256"/>
                  <a:pt x="5121193" y="652256"/>
                </a:cubicBezTo>
                <a:close/>
                <a:moveTo>
                  <a:pt x="5436428" y="651335"/>
                </a:moveTo>
                <a:cubicBezTo>
                  <a:pt x="5446328" y="651335"/>
                  <a:pt x="5454374" y="657218"/>
                  <a:pt x="5456689" y="668498"/>
                </a:cubicBezTo>
                <a:lnTo>
                  <a:pt x="5415859" y="668498"/>
                </a:lnTo>
                <a:cubicBezTo>
                  <a:pt x="5418328" y="657832"/>
                  <a:pt x="5425913" y="651335"/>
                  <a:pt x="5436428" y="651335"/>
                </a:cubicBezTo>
                <a:close/>
                <a:moveTo>
                  <a:pt x="5524280" y="636015"/>
                </a:moveTo>
                <a:cubicBezTo>
                  <a:pt x="5512678" y="636015"/>
                  <a:pt x="5505105" y="642511"/>
                  <a:pt x="5502624" y="651783"/>
                </a:cubicBezTo>
                <a:lnTo>
                  <a:pt x="5502624" y="637396"/>
                </a:lnTo>
                <a:lnTo>
                  <a:pt x="5484997" y="637396"/>
                </a:lnTo>
                <a:lnTo>
                  <a:pt x="5484997" y="716570"/>
                </a:lnTo>
                <a:lnTo>
                  <a:pt x="5484997" y="716595"/>
                </a:lnTo>
                <a:lnTo>
                  <a:pt x="5502624" y="716595"/>
                </a:lnTo>
                <a:lnTo>
                  <a:pt x="5502624" y="673447"/>
                </a:lnTo>
                <a:cubicBezTo>
                  <a:pt x="5502624" y="660300"/>
                  <a:pt x="5508188" y="654264"/>
                  <a:pt x="5522118" y="654264"/>
                </a:cubicBezTo>
                <a:lnTo>
                  <a:pt x="5525981" y="654264"/>
                </a:lnTo>
                <a:lnTo>
                  <a:pt x="5525981" y="636015"/>
                </a:lnTo>
                <a:close/>
                <a:moveTo>
                  <a:pt x="5342845" y="635260"/>
                </a:moveTo>
                <a:cubicBezTo>
                  <a:pt x="5322122" y="635260"/>
                  <a:pt x="5305110" y="652729"/>
                  <a:pt x="5305110" y="677015"/>
                </a:cubicBezTo>
                <a:cubicBezTo>
                  <a:pt x="5305110" y="701300"/>
                  <a:pt x="5322122" y="718769"/>
                  <a:pt x="5342845" y="718769"/>
                </a:cubicBezTo>
                <a:cubicBezTo>
                  <a:pt x="5355061" y="718769"/>
                  <a:pt x="5364194" y="713513"/>
                  <a:pt x="5369451" y="703461"/>
                </a:cubicBezTo>
                <a:lnTo>
                  <a:pt x="5369451" y="716608"/>
                </a:lnTo>
                <a:lnTo>
                  <a:pt x="5387091" y="716608"/>
                </a:lnTo>
                <a:lnTo>
                  <a:pt x="5387091" y="637434"/>
                </a:lnTo>
                <a:lnTo>
                  <a:pt x="5369451" y="637434"/>
                </a:lnTo>
                <a:lnTo>
                  <a:pt x="5369451" y="650568"/>
                </a:lnTo>
                <a:cubicBezTo>
                  <a:pt x="5364194" y="640516"/>
                  <a:pt x="5355061" y="635260"/>
                  <a:pt x="5342845" y="635260"/>
                </a:cubicBezTo>
                <a:close/>
                <a:moveTo>
                  <a:pt x="5121193" y="635248"/>
                </a:moveTo>
                <a:cubicBezTo>
                  <a:pt x="5097682" y="635248"/>
                  <a:pt x="5079889" y="652717"/>
                  <a:pt x="5079889" y="677002"/>
                </a:cubicBezTo>
                <a:cubicBezTo>
                  <a:pt x="5079889" y="701287"/>
                  <a:pt x="5097682" y="718756"/>
                  <a:pt x="5121193" y="718756"/>
                </a:cubicBezTo>
                <a:cubicBezTo>
                  <a:pt x="5144704" y="718756"/>
                  <a:pt x="5162497" y="701287"/>
                  <a:pt x="5162497" y="677002"/>
                </a:cubicBezTo>
                <a:cubicBezTo>
                  <a:pt x="5162497" y="652717"/>
                  <a:pt x="5144704" y="635248"/>
                  <a:pt x="5121193" y="635248"/>
                </a:cubicBezTo>
                <a:close/>
                <a:moveTo>
                  <a:pt x="5436440" y="635235"/>
                </a:moveTo>
                <a:cubicBezTo>
                  <a:pt x="5413237" y="635235"/>
                  <a:pt x="5397311" y="652870"/>
                  <a:pt x="5397311" y="676989"/>
                </a:cubicBezTo>
                <a:lnTo>
                  <a:pt x="5397298" y="677002"/>
                </a:lnTo>
                <a:cubicBezTo>
                  <a:pt x="5397298" y="701121"/>
                  <a:pt x="5414464" y="718756"/>
                  <a:pt x="5437822" y="718756"/>
                </a:cubicBezTo>
                <a:cubicBezTo>
                  <a:pt x="5452212" y="718756"/>
                  <a:pt x="5465822" y="711646"/>
                  <a:pt x="5472321" y="700968"/>
                </a:cubicBezTo>
                <a:lnTo>
                  <a:pt x="5460258" y="690762"/>
                </a:lnTo>
                <a:cubicBezTo>
                  <a:pt x="5455768" y="698193"/>
                  <a:pt x="5447415" y="702669"/>
                  <a:pt x="5437835" y="702669"/>
                </a:cubicBezTo>
                <a:cubicBezTo>
                  <a:pt x="5426233" y="702669"/>
                  <a:pt x="5417573" y="694778"/>
                  <a:pt x="5415411" y="682718"/>
                </a:cubicBezTo>
                <a:lnTo>
                  <a:pt x="5474649" y="682718"/>
                </a:lnTo>
                <a:cubicBezTo>
                  <a:pt x="5474956" y="680711"/>
                  <a:pt x="5475109" y="678383"/>
                  <a:pt x="5475109" y="676222"/>
                </a:cubicBezTo>
                <a:cubicBezTo>
                  <a:pt x="5475109" y="653484"/>
                  <a:pt x="5459644" y="635235"/>
                  <a:pt x="5436440" y="635235"/>
                </a:cubicBezTo>
                <a:close/>
                <a:moveTo>
                  <a:pt x="5197290" y="614517"/>
                </a:moveTo>
                <a:lnTo>
                  <a:pt x="5179650" y="619927"/>
                </a:lnTo>
                <a:lnTo>
                  <a:pt x="5179650" y="637396"/>
                </a:lnTo>
                <a:lnTo>
                  <a:pt x="5164339" y="637396"/>
                </a:lnTo>
                <a:lnTo>
                  <a:pt x="5164339" y="652551"/>
                </a:lnTo>
                <a:lnTo>
                  <a:pt x="5179650" y="652551"/>
                </a:lnTo>
                <a:lnTo>
                  <a:pt x="5179650" y="691363"/>
                </a:lnTo>
                <a:cubicBezTo>
                  <a:pt x="5179650" y="708526"/>
                  <a:pt x="5189090" y="718271"/>
                  <a:pt x="5205169" y="718271"/>
                </a:cubicBezTo>
                <a:cubicBezTo>
                  <a:pt x="5209659" y="718271"/>
                  <a:pt x="5213676" y="717810"/>
                  <a:pt x="5216618" y="716877"/>
                </a:cubicBezTo>
                <a:lnTo>
                  <a:pt x="5216631" y="716902"/>
                </a:lnTo>
                <a:lnTo>
                  <a:pt x="5216631" y="702055"/>
                </a:lnTo>
                <a:cubicBezTo>
                  <a:pt x="5214622" y="702362"/>
                  <a:pt x="5211834" y="702515"/>
                  <a:pt x="5209979" y="702515"/>
                </a:cubicBezTo>
                <a:cubicBezTo>
                  <a:pt x="5201319" y="702515"/>
                  <a:pt x="5197290" y="698026"/>
                  <a:pt x="5197290" y="689675"/>
                </a:cubicBezTo>
                <a:lnTo>
                  <a:pt x="5197290" y="652563"/>
                </a:lnTo>
                <a:lnTo>
                  <a:pt x="5216631" y="652563"/>
                </a:lnTo>
                <a:lnTo>
                  <a:pt x="5216631" y="637409"/>
                </a:lnTo>
                <a:lnTo>
                  <a:pt x="5197290" y="637409"/>
                </a:lnTo>
                <a:close/>
                <a:moveTo>
                  <a:pt x="5228399" y="608341"/>
                </a:moveTo>
                <a:lnTo>
                  <a:pt x="5228399" y="716595"/>
                </a:lnTo>
                <a:lnTo>
                  <a:pt x="5246013" y="716595"/>
                </a:lnTo>
                <a:lnTo>
                  <a:pt x="5246013" y="669585"/>
                </a:lnTo>
                <a:cubicBezTo>
                  <a:pt x="5246013" y="657372"/>
                  <a:pt x="5252511" y="650722"/>
                  <a:pt x="5262411" y="650722"/>
                </a:cubicBezTo>
                <a:cubicBezTo>
                  <a:pt x="5272312" y="650722"/>
                  <a:pt x="5277876" y="657372"/>
                  <a:pt x="5277876" y="668191"/>
                </a:cubicBezTo>
                <a:lnTo>
                  <a:pt x="5277876" y="716595"/>
                </a:lnTo>
                <a:lnTo>
                  <a:pt x="5295516" y="716595"/>
                </a:lnTo>
                <a:lnTo>
                  <a:pt x="5295516" y="665096"/>
                </a:lnTo>
                <a:cubicBezTo>
                  <a:pt x="5295516" y="644685"/>
                  <a:pt x="5284528" y="635248"/>
                  <a:pt x="5269690" y="635248"/>
                </a:cubicBezTo>
                <a:cubicBezTo>
                  <a:pt x="5257474" y="635248"/>
                  <a:pt x="5249428" y="641284"/>
                  <a:pt x="5246026" y="647934"/>
                </a:cubicBezTo>
                <a:lnTo>
                  <a:pt x="5246026" y="608341"/>
                </a:lnTo>
                <a:close/>
                <a:moveTo>
                  <a:pt x="5020652" y="606486"/>
                </a:moveTo>
                <a:cubicBezTo>
                  <a:pt x="4989555" y="606486"/>
                  <a:pt x="4966198" y="629992"/>
                  <a:pt x="4966198" y="662628"/>
                </a:cubicBezTo>
                <a:cubicBezTo>
                  <a:pt x="4966198" y="695264"/>
                  <a:pt x="4989555" y="718769"/>
                  <a:pt x="5018324" y="718769"/>
                </a:cubicBezTo>
                <a:cubicBezTo>
                  <a:pt x="5031627" y="718769"/>
                  <a:pt x="5044150" y="712580"/>
                  <a:pt x="5051428" y="702681"/>
                </a:cubicBezTo>
                <a:lnTo>
                  <a:pt x="5051428" y="716595"/>
                </a:lnTo>
                <a:lnTo>
                  <a:pt x="5069375" y="716595"/>
                </a:lnTo>
                <a:lnTo>
                  <a:pt x="5069375" y="659686"/>
                </a:lnTo>
                <a:lnTo>
                  <a:pt x="5022506" y="659686"/>
                </a:lnTo>
                <a:lnTo>
                  <a:pt x="5022506" y="677322"/>
                </a:lnTo>
                <a:lnTo>
                  <a:pt x="5049880" y="677322"/>
                </a:lnTo>
                <a:cubicBezTo>
                  <a:pt x="5047245" y="690622"/>
                  <a:pt x="5035490" y="699906"/>
                  <a:pt x="5020639" y="699906"/>
                </a:cubicBezTo>
                <a:cubicBezTo>
                  <a:pt x="5001144" y="699906"/>
                  <a:pt x="4987227" y="684138"/>
                  <a:pt x="4987227" y="662640"/>
                </a:cubicBezTo>
                <a:cubicBezTo>
                  <a:pt x="4987227" y="641143"/>
                  <a:pt x="5001144" y="625375"/>
                  <a:pt x="5020639" y="625375"/>
                </a:cubicBezTo>
                <a:cubicBezTo>
                  <a:pt x="5034556" y="625375"/>
                  <a:pt x="5044610" y="632332"/>
                  <a:pt x="5050034" y="642230"/>
                </a:cubicBezTo>
                <a:lnTo>
                  <a:pt x="5066739" y="631091"/>
                </a:lnTo>
                <a:cubicBezTo>
                  <a:pt x="5058540" y="615630"/>
                  <a:pt x="5041220" y="606499"/>
                  <a:pt x="5020639" y="606499"/>
                </a:cubicBezTo>
                <a:close/>
                <a:moveTo>
                  <a:pt x="4744738" y="601537"/>
                </a:moveTo>
                <a:lnTo>
                  <a:pt x="4744746" y="601542"/>
                </a:lnTo>
                <a:lnTo>
                  <a:pt x="4743293" y="602995"/>
                </a:lnTo>
                <a:cubicBezTo>
                  <a:pt x="4761035" y="630631"/>
                  <a:pt x="4784546" y="661873"/>
                  <a:pt x="4819735" y="697054"/>
                </a:cubicBezTo>
                <a:cubicBezTo>
                  <a:pt x="4845357" y="722670"/>
                  <a:pt x="4859159" y="732888"/>
                  <a:pt x="4866910" y="725125"/>
                </a:cubicBezTo>
                <a:cubicBezTo>
                  <a:pt x="4874662" y="717376"/>
                  <a:pt x="4864442" y="703577"/>
                  <a:pt x="4838820" y="677961"/>
                </a:cubicBezTo>
                <a:cubicBezTo>
                  <a:pt x="4821225" y="660371"/>
                  <a:pt x="4804616" y="645696"/>
                  <a:pt x="4788949" y="633203"/>
                </a:cubicBezTo>
                <a:lnTo>
                  <a:pt x="4744746" y="601542"/>
                </a:lnTo>
                <a:lnTo>
                  <a:pt x="4744751" y="601537"/>
                </a:lnTo>
                <a:close/>
                <a:moveTo>
                  <a:pt x="4640551" y="588557"/>
                </a:moveTo>
                <a:cubicBezTo>
                  <a:pt x="4618550" y="588557"/>
                  <a:pt x="4608227" y="590756"/>
                  <a:pt x="4608227" y="600258"/>
                </a:cubicBezTo>
                <a:cubicBezTo>
                  <a:pt x="4608227" y="609760"/>
                  <a:pt x="4618537" y="611960"/>
                  <a:pt x="4640551" y="611960"/>
                </a:cubicBezTo>
                <a:cubicBezTo>
                  <a:pt x="4665495" y="611960"/>
                  <a:pt x="4685872" y="608724"/>
                  <a:pt x="4703192" y="604184"/>
                </a:cubicBezTo>
                <a:cubicBezTo>
                  <a:pt x="4677327" y="621794"/>
                  <a:pt x="4648597" y="646783"/>
                  <a:pt x="4616030" y="678997"/>
                </a:cubicBezTo>
                <a:cubicBezTo>
                  <a:pt x="4590472" y="704280"/>
                  <a:pt x="4580214" y="717823"/>
                  <a:pt x="4587633" y="725164"/>
                </a:cubicBezTo>
                <a:cubicBezTo>
                  <a:pt x="4595052" y="732504"/>
                  <a:pt x="4608739" y="722350"/>
                  <a:pt x="4634296" y="697067"/>
                </a:cubicBezTo>
                <a:cubicBezTo>
                  <a:pt x="4666864" y="664840"/>
                  <a:pt x="4692114" y="636424"/>
                  <a:pt x="4709907" y="610834"/>
                </a:cubicBezTo>
                <a:cubicBezTo>
                  <a:pt x="4705366" y="628150"/>
                  <a:pt x="4702117" y="648535"/>
                  <a:pt x="4702117" y="673511"/>
                </a:cubicBezTo>
                <a:cubicBezTo>
                  <a:pt x="4702117" y="695507"/>
                  <a:pt x="4704317" y="705815"/>
                  <a:pt x="4713821" y="705815"/>
                </a:cubicBezTo>
                <a:cubicBezTo>
                  <a:pt x="4723325" y="705815"/>
                  <a:pt x="4725526" y="695507"/>
                  <a:pt x="4725526" y="673511"/>
                </a:cubicBezTo>
                <a:cubicBezTo>
                  <a:pt x="4725526" y="643291"/>
                  <a:pt x="4720793" y="619773"/>
                  <a:pt x="4714717" y="600297"/>
                </a:cubicBezTo>
                <a:cubicBezTo>
                  <a:pt x="4714640" y="600028"/>
                  <a:pt x="4714499" y="599836"/>
                  <a:pt x="4714333" y="599708"/>
                </a:cubicBezTo>
                <a:lnTo>
                  <a:pt x="4714320" y="599695"/>
                </a:lnTo>
                <a:cubicBezTo>
                  <a:pt x="4714192" y="599555"/>
                  <a:pt x="4714013" y="599440"/>
                  <a:pt x="4713783" y="599363"/>
                </a:cubicBezTo>
                <a:cubicBezTo>
                  <a:pt x="4694289" y="593301"/>
                  <a:pt x="4670778" y="588557"/>
                  <a:pt x="4640551" y="588557"/>
                </a:cubicBezTo>
                <a:close/>
                <a:moveTo>
                  <a:pt x="4827410" y="575551"/>
                </a:moveTo>
                <a:cubicBezTo>
                  <a:pt x="4794549" y="575551"/>
                  <a:pt x="4768978" y="580295"/>
                  <a:pt x="4747796" y="586357"/>
                </a:cubicBezTo>
                <a:cubicBezTo>
                  <a:pt x="4746683" y="586677"/>
                  <a:pt x="4746683" y="587828"/>
                  <a:pt x="4747796" y="588147"/>
                </a:cubicBezTo>
                <a:cubicBezTo>
                  <a:pt x="4768978" y="594209"/>
                  <a:pt x="4794562" y="598941"/>
                  <a:pt x="4827410" y="598941"/>
                </a:cubicBezTo>
                <a:cubicBezTo>
                  <a:pt x="4851330" y="598941"/>
                  <a:pt x="4862549" y="596741"/>
                  <a:pt x="4862549" y="587252"/>
                </a:cubicBezTo>
                <a:cubicBezTo>
                  <a:pt x="4862549" y="577763"/>
                  <a:pt x="4851330" y="575551"/>
                  <a:pt x="4827410" y="575551"/>
                </a:cubicBezTo>
                <a:close/>
                <a:moveTo>
                  <a:pt x="4993111" y="515163"/>
                </a:moveTo>
                <a:lnTo>
                  <a:pt x="5024054" y="515163"/>
                </a:lnTo>
                <a:cubicBezTo>
                  <a:pt x="5034722" y="515163"/>
                  <a:pt x="5040913" y="520419"/>
                  <a:pt x="5040913" y="529396"/>
                </a:cubicBezTo>
                <a:cubicBezTo>
                  <a:pt x="5040913" y="538374"/>
                  <a:pt x="5034722" y="543630"/>
                  <a:pt x="5024054" y="543630"/>
                </a:cubicBezTo>
                <a:lnTo>
                  <a:pt x="5024054" y="543617"/>
                </a:lnTo>
                <a:lnTo>
                  <a:pt x="4993111" y="543617"/>
                </a:lnTo>
                <a:close/>
                <a:moveTo>
                  <a:pt x="5574716" y="497527"/>
                </a:moveTo>
                <a:cubicBezTo>
                  <a:pt x="5588019" y="497527"/>
                  <a:pt x="5597766" y="508039"/>
                  <a:pt x="5597766" y="522273"/>
                </a:cubicBezTo>
                <a:cubicBezTo>
                  <a:pt x="5597766" y="536507"/>
                  <a:pt x="5588019" y="547019"/>
                  <a:pt x="5574716" y="547019"/>
                </a:cubicBezTo>
                <a:cubicBezTo>
                  <a:pt x="5561413" y="547019"/>
                  <a:pt x="5551666" y="536507"/>
                  <a:pt x="5551666" y="522273"/>
                </a:cubicBezTo>
                <a:cubicBezTo>
                  <a:pt x="5551666" y="508039"/>
                  <a:pt x="5561413" y="497527"/>
                  <a:pt x="5574716" y="497527"/>
                </a:cubicBezTo>
                <a:close/>
                <a:moveTo>
                  <a:pt x="5111919" y="497527"/>
                </a:moveTo>
                <a:cubicBezTo>
                  <a:pt x="5125222" y="497527"/>
                  <a:pt x="5134969" y="508039"/>
                  <a:pt x="5134969" y="522273"/>
                </a:cubicBezTo>
                <a:cubicBezTo>
                  <a:pt x="5134969" y="536507"/>
                  <a:pt x="5125222" y="547019"/>
                  <a:pt x="5111919" y="547019"/>
                </a:cubicBezTo>
                <a:cubicBezTo>
                  <a:pt x="5098616" y="547019"/>
                  <a:pt x="5088869" y="536507"/>
                  <a:pt x="5088869" y="522273"/>
                </a:cubicBezTo>
                <a:cubicBezTo>
                  <a:pt x="5088869" y="508039"/>
                  <a:pt x="5098616" y="497527"/>
                  <a:pt x="5111919" y="497527"/>
                </a:cubicBezTo>
                <a:close/>
                <a:moveTo>
                  <a:pt x="5376882" y="496606"/>
                </a:moveTo>
                <a:cubicBezTo>
                  <a:pt x="5386783" y="496606"/>
                  <a:pt x="5394829" y="502489"/>
                  <a:pt x="5397144" y="513769"/>
                </a:cubicBezTo>
                <a:lnTo>
                  <a:pt x="5356314" y="513769"/>
                </a:lnTo>
                <a:cubicBezTo>
                  <a:pt x="5358782" y="503103"/>
                  <a:pt x="5366368" y="496606"/>
                  <a:pt x="5376882" y="496606"/>
                </a:cubicBezTo>
                <a:close/>
                <a:moveTo>
                  <a:pt x="5505578" y="482693"/>
                </a:moveTo>
                <a:lnTo>
                  <a:pt x="5505578" y="561866"/>
                </a:lnTo>
                <a:lnTo>
                  <a:pt x="5523217" y="561866"/>
                </a:lnTo>
                <a:lnTo>
                  <a:pt x="5523217" y="482693"/>
                </a:lnTo>
                <a:close/>
                <a:moveTo>
                  <a:pt x="5205502" y="481299"/>
                </a:moveTo>
                <a:cubicBezTo>
                  <a:pt x="5193900" y="481299"/>
                  <a:pt x="5186327" y="487795"/>
                  <a:pt x="5183846" y="497080"/>
                </a:cubicBezTo>
                <a:lnTo>
                  <a:pt x="5183846" y="482693"/>
                </a:lnTo>
                <a:lnTo>
                  <a:pt x="5166206" y="482693"/>
                </a:lnTo>
                <a:lnTo>
                  <a:pt x="5166206" y="561866"/>
                </a:lnTo>
                <a:lnTo>
                  <a:pt x="5183846" y="561866"/>
                </a:lnTo>
                <a:lnTo>
                  <a:pt x="5183846" y="518718"/>
                </a:lnTo>
                <a:cubicBezTo>
                  <a:pt x="5183846" y="505571"/>
                  <a:pt x="5189410" y="499548"/>
                  <a:pt x="5203340" y="499548"/>
                </a:cubicBezTo>
                <a:lnTo>
                  <a:pt x="5207203" y="499548"/>
                </a:lnTo>
                <a:lnTo>
                  <a:pt x="5207203" y="481299"/>
                </a:lnTo>
                <a:close/>
                <a:moveTo>
                  <a:pt x="5571160" y="480531"/>
                </a:moveTo>
                <a:cubicBezTo>
                  <a:pt x="5550438" y="480531"/>
                  <a:pt x="5533412" y="498000"/>
                  <a:pt x="5533412" y="522286"/>
                </a:cubicBezTo>
                <a:cubicBezTo>
                  <a:pt x="5533412" y="546571"/>
                  <a:pt x="5550425" y="564040"/>
                  <a:pt x="5571160" y="564040"/>
                </a:cubicBezTo>
                <a:cubicBezTo>
                  <a:pt x="5583376" y="564040"/>
                  <a:pt x="5592509" y="558784"/>
                  <a:pt x="5597766" y="548732"/>
                </a:cubicBezTo>
                <a:lnTo>
                  <a:pt x="5597766" y="561879"/>
                </a:lnTo>
                <a:lnTo>
                  <a:pt x="5615393" y="561879"/>
                </a:lnTo>
                <a:lnTo>
                  <a:pt x="5615393" y="482705"/>
                </a:lnTo>
                <a:lnTo>
                  <a:pt x="5597766" y="482705"/>
                </a:lnTo>
                <a:lnTo>
                  <a:pt x="5597766" y="495839"/>
                </a:lnTo>
                <a:cubicBezTo>
                  <a:pt x="5592509" y="485787"/>
                  <a:pt x="5583376" y="480531"/>
                  <a:pt x="5571160" y="480531"/>
                </a:cubicBezTo>
                <a:close/>
                <a:moveTo>
                  <a:pt x="5108350" y="480531"/>
                </a:moveTo>
                <a:cubicBezTo>
                  <a:pt x="5087628" y="480531"/>
                  <a:pt x="5070602" y="498000"/>
                  <a:pt x="5070602" y="522286"/>
                </a:cubicBezTo>
                <a:cubicBezTo>
                  <a:pt x="5070602" y="546571"/>
                  <a:pt x="5087615" y="564040"/>
                  <a:pt x="5108350" y="564040"/>
                </a:cubicBezTo>
                <a:cubicBezTo>
                  <a:pt x="5120566" y="564040"/>
                  <a:pt x="5129699" y="558784"/>
                  <a:pt x="5134956" y="548732"/>
                </a:cubicBezTo>
                <a:lnTo>
                  <a:pt x="5134956" y="561879"/>
                </a:lnTo>
                <a:lnTo>
                  <a:pt x="5152583" y="561879"/>
                </a:lnTo>
                <a:lnTo>
                  <a:pt x="5152583" y="482705"/>
                </a:lnTo>
                <a:lnTo>
                  <a:pt x="5134956" y="482705"/>
                </a:lnTo>
                <a:lnTo>
                  <a:pt x="5134956" y="495839"/>
                </a:lnTo>
                <a:cubicBezTo>
                  <a:pt x="5129699" y="485787"/>
                  <a:pt x="5120566" y="480531"/>
                  <a:pt x="5108350" y="480531"/>
                </a:cubicBezTo>
                <a:close/>
                <a:moveTo>
                  <a:pt x="5466756" y="480518"/>
                </a:moveTo>
                <a:cubicBezTo>
                  <a:pt x="5454540" y="480518"/>
                  <a:pt x="5446494" y="486555"/>
                  <a:pt x="5443091" y="493205"/>
                </a:cubicBezTo>
                <a:lnTo>
                  <a:pt x="5443091" y="482693"/>
                </a:lnTo>
                <a:lnTo>
                  <a:pt x="5425465" y="482693"/>
                </a:lnTo>
                <a:lnTo>
                  <a:pt x="5425465" y="561866"/>
                </a:lnTo>
                <a:lnTo>
                  <a:pt x="5443079" y="561866"/>
                </a:lnTo>
                <a:lnTo>
                  <a:pt x="5443079" y="514856"/>
                </a:lnTo>
                <a:cubicBezTo>
                  <a:pt x="5443079" y="502643"/>
                  <a:pt x="5449577" y="495993"/>
                  <a:pt x="5459477" y="495993"/>
                </a:cubicBezTo>
                <a:cubicBezTo>
                  <a:pt x="5469378" y="495993"/>
                  <a:pt x="5474942" y="502643"/>
                  <a:pt x="5474942" y="513462"/>
                </a:cubicBezTo>
                <a:lnTo>
                  <a:pt x="5474942" y="561866"/>
                </a:lnTo>
                <a:lnTo>
                  <a:pt x="5492582" y="561866"/>
                </a:lnTo>
                <a:lnTo>
                  <a:pt x="5492582" y="510367"/>
                </a:lnTo>
                <a:cubicBezTo>
                  <a:pt x="5492582" y="489956"/>
                  <a:pt x="5481594" y="480518"/>
                  <a:pt x="5466756" y="480518"/>
                </a:cubicBezTo>
                <a:close/>
                <a:moveTo>
                  <a:pt x="5376895" y="480518"/>
                </a:moveTo>
                <a:cubicBezTo>
                  <a:pt x="5353691" y="480518"/>
                  <a:pt x="5337753" y="498141"/>
                  <a:pt x="5337753" y="522273"/>
                </a:cubicBezTo>
                <a:cubicBezTo>
                  <a:pt x="5337753" y="546392"/>
                  <a:pt x="5354919" y="564027"/>
                  <a:pt x="5378277" y="564027"/>
                </a:cubicBezTo>
                <a:cubicBezTo>
                  <a:pt x="5392667" y="564027"/>
                  <a:pt x="5406277" y="556917"/>
                  <a:pt x="5412776" y="546239"/>
                </a:cubicBezTo>
                <a:lnTo>
                  <a:pt x="5400713" y="536033"/>
                </a:lnTo>
                <a:cubicBezTo>
                  <a:pt x="5396223" y="543451"/>
                  <a:pt x="5387870" y="547939"/>
                  <a:pt x="5378290" y="547939"/>
                </a:cubicBezTo>
                <a:cubicBezTo>
                  <a:pt x="5366688" y="547939"/>
                  <a:pt x="5358028" y="540049"/>
                  <a:pt x="5355866" y="527989"/>
                </a:cubicBezTo>
                <a:lnTo>
                  <a:pt x="5415103" y="527989"/>
                </a:lnTo>
                <a:cubicBezTo>
                  <a:pt x="5415411" y="525982"/>
                  <a:pt x="5415564" y="523654"/>
                  <a:pt x="5415564" y="521493"/>
                </a:cubicBezTo>
                <a:cubicBezTo>
                  <a:pt x="5415564" y="498755"/>
                  <a:pt x="5400099" y="480518"/>
                  <a:pt x="5376895" y="480518"/>
                </a:cubicBezTo>
                <a:close/>
                <a:moveTo>
                  <a:pt x="5256553" y="480518"/>
                </a:moveTo>
                <a:cubicBezTo>
                  <a:pt x="5245104" y="480518"/>
                  <a:pt x="5237532" y="486555"/>
                  <a:pt x="5234129" y="493205"/>
                </a:cubicBezTo>
                <a:lnTo>
                  <a:pt x="5234129" y="482693"/>
                </a:lnTo>
                <a:lnTo>
                  <a:pt x="5216490" y="482693"/>
                </a:lnTo>
                <a:lnTo>
                  <a:pt x="5216490" y="561866"/>
                </a:lnTo>
                <a:lnTo>
                  <a:pt x="5234116" y="561866"/>
                </a:lnTo>
                <a:lnTo>
                  <a:pt x="5234116" y="514856"/>
                </a:lnTo>
                <a:cubicBezTo>
                  <a:pt x="5234116" y="502643"/>
                  <a:pt x="5240154" y="495993"/>
                  <a:pt x="5249274" y="495993"/>
                </a:cubicBezTo>
                <a:cubicBezTo>
                  <a:pt x="5258395" y="495993"/>
                  <a:pt x="5263511" y="502643"/>
                  <a:pt x="5263511" y="513462"/>
                </a:cubicBezTo>
                <a:lnTo>
                  <a:pt x="5263511" y="561866"/>
                </a:lnTo>
                <a:lnTo>
                  <a:pt x="5281138" y="561866"/>
                </a:lnTo>
                <a:lnTo>
                  <a:pt x="5281138" y="513155"/>
                </a:lnTo>
                <a:cubicBezTo>
                  <a:pt x="5281138" y="502643"/>
                  <a:pt x="5287176" y="495993"/>
                  <a:pt x="5296296" y="495993"/>
                </a:cubicBezTo>
                <a:cubicBezTo>
                  <a:pt x="5305416" y="495993"/>
                  <a:pt x="5310533" y="502643"/>
                  <a:pt x="5310533" y="513462"/>
                </a:cubicBezTo>
                <a:lnTo>
                  <a:pt x="5310533" y="561866"/>
                </a:lnTo>
                <a:lnTo>
                  <a:pt x="5328172" y="561866"/>
                </a:lnTo>
                <a:lnTo>
                  <a:pt x="5328172" y="510367"/>
                </a:lnTo>
                <a:cubicBezTo>
                  <a:pt x="5328172" y="489956"/>
                  <a:pt x="5317658" y="480518"/>
                  <a:pt x="5302026" y="480518"/>
                </a:cubicBezTo>
                <a:cubicBezTo>
                  <a:pt x="5291512" y="480518"/>
                  <a:pt x="5283312" y="485161"/>
                  <a:pt x="5278209" y="494125"/>
                </a:cubicBezTo>
                <a:cubicBezTo>
                  <a:pt x="5274039" y="484841"/>
                  <a:pt x="5266146" y="480518"/>
                  <a:pt x="5256553" y="480518"/>
                </a:cubicBezTo>
                <a:close/>
                <a:moveTo>
                  <a:pt x="4993111" y="471861"/>
                </a:moveTo>
                <a:lnTo>
                  <a:pt x="5023120" y="471861"/>
                </a:lnTo>
                <a:cubicBezTo>
                  <a:pt x="5032714" y="471861"/>
                  <a:pt x="5038278" y="476503"/>
                  <a:pt x="5038278" y="484381"/>
                </a:cubicBezTo>
                <a:cubicBezTo>
                  <a:pt x="5038278" y="492258"/>
                  <a:pt x="5032714" y="496913"/>
                  <a:pt x="5023120" y="496913"/>
                </a:cubicBezTo>
                <a:lnTo>
                  <a:pt x="4993111" y="496913"/>
                </a:lnTo>
                <a:close/>
                <a:moveTo>
                  <a:pt x="4728340" y="462794"/>
                </a:moveTo>
                <a:cubicBezTo>
                  <a:pt x="4718848" y="462794"/>
                  <a:pt x="4716648" y="472936"/>
                  <a:pt x="4716648" y="494561"/>
                </a:cubicBezTo>
                <a:cubicBezTo>
                  <a:pt x="4716648" y="524269"/>
                  <a:pt x="4721381" y="547390"/>
                  <a:pt x="4727457" y="566535"/>
                </a:cubicBezTo>
                <a:cubicBezTo>
                  <a:pt x="4727777" y="567545"/>
                  <a:pt x="4728915" y="567545"/>
                  <a:pt x="4729235" y="566535"/>
                </a:cubicBezTo>
                <a:cubicBezTo>
                  <a:pt x="4735298" y="547378"/>
                  <a:pt x="4740044" y="524269"/>
                  <a:pt x="4740044" y="494561"/>
                </a:cubicBezTo>
                <a:cubicBezTo>
                  <a:pt x="4740044" y="472936"/>
                  <a:pt x="4737844" y="462794"/>
                  <a:pt x="4728340" y="462794"/>
                </a:cubicBezTo>
                <a:close/>
                <a:moveTo>
                  <a:pt x="4973003" y="453624"/>
                </a:moveTo>
                <a:lnTo>
                  <a:pt x="4973003" y="561866"/>
                </a:lnTo>
                <a:lnTo>
                  <a:pt x="5026369" y="561866"/>
                </a:lnTo>
                <a:cubicBezTo>
                  <a:pt x="5048793" y="561866"/>
                  <a:pt x="5061942" y="550574"/>
                  <a:pt x="5061942" y="531404"/>
                </a:cubicBezTo>
                <a:cubicBezTo>
                  <a:pt x="5061942" y="518257"/>
                  <a:pt x="5054677" y="509446"/>
                  <a:pt x="5043075" y="505584"/>
                </a:cubicBezTo>
                <a:cubicBezTo>
                  <a:pt x="5053129" y="501722"/>
                  <a:pt x="5059320" y="492744"/>
                  <a:pt x="5059320" y="481772"/>
                </a:cubicBezTo>
                <a:cubicBezTo>
                  <a:pt x="5059320" y="464136"/>
                  <a:pt x="5046951" y="453624"/>
                  <a:pt x="5025909" y="453624"/>
                </a:cubicBezTo>
                <a:close/>
                <a:moveTo>
                  <a:pt x="5514391" y="450670"/>
                </a:moveTo>
                <a:cubicBezTo>
                  <a:pt x="5508354" y="450670"/>
                  <a:pt x="5503403" y="455619"/>
                  <a:pt x="5503403" y="461655"/>
                </a:cubicBezTo>
                <a:cubicBezTo>
                  <a:pt x="5503403" y="467692"/>
                  <a:pt x="5508354" y="472641"/>
                  <a:pt x="5514391" y="472641"/>
                </a:cubicBezTo>
                <a:cubicBezTo>
                  <a:pt x="5520429" y="472641"/>
                  <a:pt x="5525379" y="467692"/>
                  <a:pt x="5525379" y="461655"/>
                </a:cubicBezTo>
                <a:cubicBezTo>
                  <a:pt x="5525379" y="455619"/>
                  <a:pt x="5520429" y="450670"/>
                  <a:pt x="5514391" y="450670"/>
                </a:cubicBezTo>
                <a:close/>
                <a:moveTo>
                  <a:pt x="4867038" y="447346"/>
                </a:moveTo>
                <a:cubicBezTo>
                  <a:pt x="4859287" y="439596"/>
                  <a:pt x="4845485" y="449814"/>
                  <a:pt x="4819863" y="475417"/>
                </a:cubicBezTo>
                <a:cubicBezTo>
                  <a:pt x="4784674" y="510598"/>
                  <a:pt x="4761150" y="541840"/>
                  <a:pt x="4743421" y="569476"/>
                </a:cubicBezTo>
                <a:cubicBezTo>
                  <a:pt x="4742487" y="570934"/>
                  <a:pt x="4743421" y="571868"/>
                  <a:pt x="4744879" y="570934"/>
                </a:cubicBezTo>
                <a:cubicBezTo>
                  <a:pt x="4772522" y="553196"/>
                  <a:pt x="4803771" y="529691"/>
                  <a:pt x="4838961" y="494510"/>
                </a:cubicBezTo>
                <a:cubicBezTo>
                  <a:pt x="4864582" y="468894"/>
                  <a:pt x="4874803" y="455096"/>
                  <a:pt x="4867038" y="447346"/>
                </a:cubicBezTo>
                <a:close/>
                <a:moveTo>
                  <a:pt x="4588234" y="447282"/>
                </a:moveTo>
                <a:cubicBezTo>
                  <a:pt x="4580482" y="455032"/>
                  <a:pt x="4590703" y="468830"/>
                  <a:pt x="4616311" y="494446"/>
                </a:cubicBezTo>
                <a:cubicBezTo>
                  <a:pt x="4651501" y="529627"/>
                  <a:pt x="4682751" y="553145"/>
                  <a:pt x="4710393" y="570870"/>
                </a:cubicBezTo>
                <a:lnTo>
                  <a:pt x="4710393" y="570883"/>
                </a:lnTo>
                <a:cubicBezTo>
                  <a:pt x="4711851" y="571816"/>
                  <a:pt x="4712785" y="570883"/>
                  <a:pt x="4711851" y="569425"/>
                </a:cubicBezTo>
                <a:cubicBezTo>
                  <a:pt x="4694109" y="541789"/>
                  <a:pt x="4670599" y="510547"/>
                  <a:pt x="4635409" y="475365"/>
                </a:cubicBezTo>
                <a:cubicBezTo>
                  <a:pt x="4609800" y="449750"/>
                  <a:pt x="4595986" y="439532"/>
                  <a:pt x="4588234" y="447282"/>
                </a:cubicBezTo>
                <a:close/>
                <a:moveTo>
                  <a:pt x="0" y="0"/>
                </a:moveTo>
                <a:lnTo>
                  <a:pt x="6097200" y="0"/>
                </a:lnTo>
                <a:lnTo>
                  <a:pt x="60972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000000">
                  <a:alpha val="64000"/>
                </a:srgbClr>
              </a:gs>
              <a:gs pos="39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0CC83520-2445-B2D0-EE64-1DBD06FD7D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6054737"/>
            <a:ext cx="511200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1234844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030F0AE7-5119-9CF6-B13E-5CE43BCA80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934718" y="0"/>
            <a:ext cx="13126719" cy="6858000"/>
          </a:xfrm>
          <a:custGeom>
            <a:avLst/>
            <a:gdLst>
              <a:gd name="connsiteX0" fmla="*/ 1627983 w 13126719"/>
              <a:gd name="connsiteY0" fmla="*/ 6562790 h 6858000"/>
              <a:gd name="connsiteX1" fmla="*/ 1643963 w 13126719"/>
              <a:gd name="connsiteY1" fmla="*/ 6577940 h 6858000"/>
              <a:gd name="connsiteX2" fmla="*/ 1611381 w 13126719"/>
              <a:gd name="connsiteY2" fmla="*/ 6577940 h 6858000"/>
              <a:gd name="connsiteX3" fmla="*/ 1627983 w 13126719"/>
              <a:gd name="connsiteY3" fmla="*/ 6562790 h 6858000"/>
              <a:gd name="connsiteX4" fmla="*/ 1504086 w 13126719"/>
              <a:gd name="connsiteY4" fmla="*/ 6562790 h 6858000"/>
              <a:gd name="connsiteX5" fmla="*/ 1520066 w 13126719"/>
              <a:gd name="connsiteY5" fmla="*/ 6577940 h 6858000"/>
              <a:gd name="connsiteX6" fmla="*/ 1487484 w 13126719"/>
              <a:gd name="connsiteY6" fmla="*/ 6577940 h 6858000"/>
              <a:gd name="connsiteX7" fmla="*/ 1504086 w 13126719"/>
              <a:gd name="connsiteY7" fmla="*/ 6562790 h 6858000"/>
              <a:gd name="connsiteX8" fmla="*/ 1540421 w 13126719"/>
              <a:gd name="connsiteY8" fmla="*/ 6556045 h 6858000"/>
              <a:gd name="connsiteX9" fmla="*/ 1540421 w 13126719"/>
              <a:gd name="connsiteY9" fmla="*/ 6608757 h 6858000"/>
              <a:gd name="connsiteX10" fmla="*/ 1549137 w 13126719"/>
              <a:gd name="connsiteY10" fmla="*/ 6608757 h 6858000"/>
              <a:gd name="connsiteX11" fmla="*/ 1549137 w 13126719"/>
              <a:gd name="connsiteY11" fmla="*/ 6556045 h 6858000"/>
              <a:gd name="connsiteX12" fmla="*/ 1627983 w 13126719"/>
              <a:gd name="connsiteY12" fmla="*/ 6554697 h 6858000"/>
              <a:gd name="connsiteX13" fmla="*/ 1602250 w 13126719"/>
              <a:gd name="connsiteY13" fmla="*/ 6582401 h 6858000"/>
              <a:gd name="connsiteX14" fmla="*/ 1628502 w 13126719"/>
              <a:gd name="connsiteY14" fmla="*/ 6610106 h 6858000"/>
              <a:gd name="connsiteX15" fmla="*/ 1651123 w 13126719"/>
              <a:gd name="connsiteY15" fmla="*/ 6598485 h 6858000"/>
              <a:gd name="connsiteX16" fmla="*/ 1645001 w 13126719"/>
              <a:gd name="connsiteY16" fmla="*/ 6593297 h 6858000"/>
              <a:gd name="connsiteX17" fmla="*/ 1628502 w 13126719"/>
              <a:gd name="connsiteY17" fmla="*/ 6602013 h 6858000"/>
              <a:gd name="connsiteX18" fmla="*/ 1611277 w 13126719"/>
              <a:gd name="connsiteY18" fmla="*/ 6585203 h 6858000"/>
              <a:gd name="connsiteX19" fmla="*/ 1652887 w 13126719"/>
              <a:gd name="connsiteY19" fmla="*/ 6585203 h 6858000"/>
              <a:gd name="connsiteX20" fmla="*/ 1653094 w 13126719"/>
              <a:gd name="connsiteY20" fmla="*/ 6582090 h 6858000"/>
              <a:gd name="connsiteX21" fmla="*/ 1627983 w 13126719"/>
              <a:gd name="connsiteY21" fmla="*/ 6554697 h 6858000"/>
              <a:gd name="connsiteX22" fmla="*/ 1504086 w 13126719"/>
              <a:gd name="connsiteY22" fmla="*/ 6554697 h 6858000"/>
              <a:gd name="connsiteX23" fmla="*/ 1478353 w 13126719"/>
              <a:gd name="connsiteY23" fmla="*/ 6582401 h 6858000"/>
              <a:gd name="connsiteX24" fmla="*/ 1504605 w 13126719"/>
              <a:gd name="connsiteY24" fmla="*/ 6610106 h 6858000"/>
              <a:gd name="connsiteX25" fmla="*/ 1527226 w 13126719"/>
              <a:gd name="connsiteY25" fmla="*/ 6598485 h 6858000"/>
              <a:gd name="connsiteX26" fmla="*/ 1521104 w 13126719"/>
              <a:gd name="connsiteY26" fmla="*/ 6593297 h 6858000"/>
              <a:gd name="connsiteX27" fmla="*/ 1504605 w 13126719"/>
              <a:gd name="connsiteY27" fmla="*/ 6602013 h 6858000"/>
              <a:gd name="connsiteX28" fmla="*/ 1487380 w 13126719"/>
              <a:gd name="connsiteY28" fmla="*/ 6585203 h 6858000"/>
              <a:gd name="connsiteX29" fmla="*/ 1528990 w 13126719"/>
              <a:gd name="connsiteY29" fmla="*/ 6585203 h 6858000"/>
              <a:gd name="connsiteX30" fmla="*/ 1529197 w 13126719"/>
              <a:gd name="connsiteY30" fmla="*/ 6582090 h 6858000"/>
              <a:gd name="connsiteX31" fmla="*/ 1504086 w 13126719"/>
              <a:gd name="connsiteY31" fmla="*/ 6554697 h 6858000"/>
              <a:gd name="connsiteX32" fmla="*/ 1578378 w 13126719"/>
              <a:gd name="connsiteY32" fmla="*/ 6541207 h 6858000"/>
              <a:gd name="connsiteX33" fmla="*/ 1569662 w 13126719"/>
              <a:gd name="connsiteY33" fmla="*/ 6544216 h 6858000"/>
              <a:gd name="connsiteX34" fmla="*/ 1569662 w 13126719"/>
              <a:gd name="connsiteY34" fmla="*/ 6556045 h 6858000"/>
              <a:gd name="connsiteX35" fmla="*/ 1559908 w 13126719"/>
              <a:gd name="connsiteY35" fmla="*/ 6556045 h 6858000"/>
              <a:gd name="connsiteX36" fmla="*/ 1559908 w 13126719"/>
              <a:gd name="connsiteY36" fmla="*/ 6563620 h 6858000"/>
              <a:gd name="connsiteX37" fmla="*/ 1569662 w 13126719"/>
              <a:gd name="connsiteY37" fmla="*/ 6563620 h 6858000"/>
              <a:gd name="connsiteX38" fmla="*/ 1569662 w 13126719"/>
              <a:gd name="connsiteY38" fmla="*/ 6593608 h 6858000"/>
              <a:gd name="connsiteX39" fmla="*/ 1585019 w 13126719"/>
              <a:gd name="connsiteY39" fmla="*/ 6609899 h 6858000"/>
              <a:gd name="connsiteX40" fmla="*/ 1592075 w 13126719"/>
              <a:gd name="connsiteY40" fmla="*/ 6608757 h 6858000"/>
              <a:gd name="connsiteX41" fmla="*/ 1592075 w 13126719"/>
              <a:gd name="connsiteY41" fmla="*/ 6600975 h 6858000"/>
              <a:gd name="connsiteX42" fmla="*/ 1587094 w 13126719"/>
              <a:gd name="connsiteY42" fmla="*/ 6601909 h 6858000"/>
              <a:gd name="connsiteX43" fmla="*/ 1578378 w 13126719"/>
              <a:gd name="connsiteY43" fmla="*/ 6592778 h 6858000"/>
              <a:gd name="connsiteX44" fmla="*/ 1578378 w 13126719"/>
              <a:gd name="connsiteY44" fmla="*/ 6563620 h 6858000"/>
              <a:gd name="connsiteX45" fmla="*/ 1592075 w 13126719"/>
              <a:gd name="connsiteY45" fmla="*/ 6563620 h 6858000"/>
              <a:gd name="connsiteX46" fmla="*/ 1592075 w 13126719"/>
              <a:gd name="connsiteY46" fmla="*/ 6556045 h 6858000"/>
              <a:gd name="connsiteX47" fmla="*/ 1578378 w 13126719"/>
              <a:gd name="connsiteY47" fmla="*/ 6556045 h 6858000"/>
              <a:gd name="connsiteX48" fmla="*/ 1444309 w 13126719"/>
              <a:gd name="connsiteY48" fmla="*/ 6534878 h 6858000"/>
              <a:gd name="connsiteX49" fmla="*/ 1419094 w 13126719"/>
              <a:gd name="connsiteY49" fmla="*/ 6554800 h 6858000"/>
              <a:gd name="connsiteX50" fmla="*/ 1437772 w 13126719"/>
              <a:gd name="connsiteY50" fmla="*/ 6574723 h 6858000"/>
              <a:gd name="connsiteX51" fmla="*/ 1446384 w 13126719"/>
              <a:gd name="connsiteY51" fmla="*/ 6576591 h 6858000"/>
              <a:gd name="connsiteX52" fmla="*/ 1459666 w 13126719"/>
              <a:gd name="connsiteY52" fmla="*/ 6589354 h 6858000"/>
              <a:gd name="connsiteX53" fmla="*/ 1442441 w 13126719"/>
              <a:gd name="connsiteY53" fmla="*/ 6601701 h 6858000"/>
              <a:gd name="connsiteX54" fmla="*/ 1420339 w 13126719"/>
              <a:gd name="connsiteY54" fmla="*/ 6593815 h 6858000"/>
              <a:gd name="connsiteX55" fmla="*/ 1420339 w 13126719"/>
              <a:gd name="connsiteY55" fmla="*/ 6603569 h 6858000"/>
              <a:gd name="connsiteX56" fmla="*/ 1442441 w 13126719"/>
              <a:gd name="connsiteY56" fmla="*/ 6610003 h 6858000"/>
              <a:gd name="connsiteX57" fmla="*/ 1469005 w 13126719"/>
              <a:gd name="connsiteY57" fmla="*/ 6589042 h 6858000"/>
              <a:gd name="connsiteX58" fmla="*/ 1449186 w 13126719"/>
              <a:gd name="connsiteY58" fmla="*/ 6567771 h 6858000"/>
              <a:gd name="connsiteX59" fmla="*/ 1440573 w 13126719"/>
              <a:gd name="connsiteY59" fmla="*/ 6565799 h 6858000"/>
              <a:gd name="connsiteX60" fmla="*/ 1428537 w 13126719"/>
              <a:gd name="connsiteY60" fmla="*/ 6554178 h 6858000"/>
              <a:gd name="connsiteX61" fmla="*/ 1444309 w 13126719"/>
              <a:gd name="connsiteY61" fmla="*/ 6543179 h 6858000"/>
              <a:gd name="connsiteX62" fmla="*/ 1465684 w 13126719"/>
              <a:gd name="connsiteY62" fmla="*/ 6551065 h 6858000"/>
              <a:gd name="connsiteX63" fmla="*/ 1465788 w 13126719"/>
              <a:gd name="connsiteY63" fmla="*/ 6541311 h 6858000"/>
              <a:gd name="connsiteX64" fmla="*/ 1444309 w 13126719"/>
              <a:gd name="connsiteY64" fmla="*/ 6534878 h 6858000"/>
              <a:gd name="connsiteX65" fmla="*/ 1544779 w 13126719"/>
              <a:gd name="connsiteY65" fmla="*/ 6534151 h 6858000"/>
              <a:gd name="connsiteX66" fmla="*/ 1538760 w 13126719"/>
              <a:gd name="connsiteY66" fmla="*/ 6540170 h 6858000"/>
              <a:gd name="connsiteX67" fmla="*/ 1544779 w 13126719"/>
              <a:gd name="connsiteY67" fmla="*/ 6546188 h 6858000"/>
              <a:gd name="connsiteX68" fmla="*/ 1550797 w 13126719"/>
              <a:gd name="connsiteY68" fmla="*/ 6540170 h 6858000"/>
              <a:gd name="connsiteX69" fmla="*/ 1544779 w 13126719"/>
              <a:gd name="connsiteY69" fmla="*/ 6534151 h 6858000"/>
              <a:gd name="connsiteX70" fmla="*/ 1435624 w 13126719"/>
              <a:gd name="connsiteY70" fmla="*/ 6461548 h 6858000"/>
              <a:gd name="connsiteX71" fmla="*/ 1454178 w 13126719"/>
              <a:gd name="connsiteY71" fmla="*/ 6461548 h 6858000"/>
              <a:gd name="connsiteX72" fmla="*/ 1463556 w 13126719"/>
              <a:gd name="connsiteY72" fmla="*/ 6469515 h 6858000"/>
              <a:gd name="connsiteX73" fmla="*/ 1454178 w 13126719"/>
              <a:gd name="connsiteY73" fmla="*/ 6477582 h 6858000"/>
              <a:gd name="connsiteX74" fmla="*/ 1435624 w 13126719"/>
              <a:gd name="connsiteY74" fmla="*/ 6477582 h 6858000"/>
              <a:gd name="connsiteX75" fmla="*/ 1997565 w 13126719"/>
              <a:gd name="connsiteY75" fmla="*/ 6451061 h 6858000"/>
              <a:gd name="connsiteX76" fmla="*/ 2010674 w 13126719"/>
              <a:gd name="connsiteY76" fmla="*/ 6464876 h 6858000"/>
              <a:gd name="connsiteX77" fmla="*/ 1997565 w 13126719"/>
              <a:gd name="connsiteY77" fmla="*/ 6478691 h 6858000"/>
              <a:gd name="connsiteX78" fmla="*/ 1984556 w 13126719"/>
              <a:gd name="connsiteY78" fmla="*/ 6464876 h 6858000"/>
              <a:gd name="connsiteX79" fmla="*/ 1997565 w 13126719"/>
              <a:gd name="connsiteY79" fmla="*/ 6451061 h 6858000"/>
              <a:gd name="connsiteX80" fmla="*/ 2160216 w 13126719"/>
              <a:gd name="connsiteY80" fmla="*/ 6450960 h 6858000"/>
              <a:gd name="connsiteX81" fmla="*/ 2173325 w 13126719"/>
              <a:gd name="connsiteY81" fmla="*/ 6464876 h 6858000"/>
              <a:gd name="connsiteX82" fmla="*/ 2160216 w 13126719"/>
              <a:gd name="connsiteY82" fmla="*/ 6478792 h 6858000"/>
              <a:gd name="connsiteX83" fmla="*/ 2147107 w 13126719"/>
              <a:gd name="connsiteY83" fmla="*/ 6464876 h 6858000"/>
              <a:gd name="connsiteX84" fmla="*/ 2160216 w 13126719"/>
              <a:gd name="connsiteY84" fmla="*/ 6450960 h 6858000"/>
              <a:gd name="connsiteX85" fmla="*/ 1854682 w 13126719"/>
              <a:gd name="connsiteY85" fmla="*/ 6450960 h 6858000"/>
              <a:gd name="connsiteX86" fmla="*/ 1867791 w 13126719"/>
              <a:gd name="connsiteY86" fmla="*/ 6464876 h 6858000"/>
              <a:gd name="connsiteX87" fmla="*/ 1854682 w 13126719"/>
              <a:gd name="connsiteY87" fmla="*/ 6478792 h 6858000"/>
              <a:gd name="connsiteX88" fmla="*/ 1841573 w 13126719"/>
              <a:gd name="connsiteY88" fmla="*/ 6464876 h 6858000"/>
              <a:gd name="connsiteX89" fmla="*/ 1854682 w 13126719"/>
              <a:gd name="connsiteY89" fmla="*/ 6450960 h 6858000"/>
              <a:gd name="connsiteX90" fmla="*/ 1516036 w 13126719"/>
              <a:gd name="connsiteY90" fmla="*/ 6450960 h 6858000"/>
              <a:gd name="connsiteX91" fmla="*/ 1529145 w 13126719"/>
              <a:gd name="connsiteY91" fmla="*/ 6464876 h 6858000"/>
              <a:gd name="connsiteX92" fmla="*/ 1516036 w 13126719"/>
              <a:gd name="connsiteY92" fmla="*/ 6478792 h 6858000"/>
              <a:gd name="connsiteX93" fmla="*/ 1502927 w 13126719"/>
              <a:gd name="connsiteY93" fmla="*/ 6464876 h 6858000"/>
              <a:gd name="connsiteX94" fmla="*/ 1516036 w 13126719"/>
              <a:gd name="connsiteY94" fmla="*/ 6450960 h 6858000"/>
              <a:gd name="connsiteX95" fmla="*/ 2223220 w 13126719"/>
              <a:gd name="connsiteY95" fmla="*/ 6450153 h 6858000"/>
              <a:gd name="connsiteX96" fmla="*/ 2234616 w 13126719"/>
              <a:gd name="connsiteY96" fmla="*/ 6458926 h 6858000"/>
              <a:gd name="connsiteX97" fmla="*/ 2212027 w 13126719"/>
              <a:gd name="connsiteY97" fmla="*/ 6458926 h 6858000"/>
              <a:gd name="connsiteX98" fmla="*/ 2223220 w 13126719"/>
              <a:gd name="connsiteY98" fmla="*/ 6450153 h 6858000"/>
              <a:gd name="connsiteX99" fmla="*/ 1708479 w 13126719"/>
              <a:gd name="connsiteY99" fmla="*/ 6450153 h 6858000"/>
              <a:gd name="connsiteX100" fmla="*/ 1719874 w 13126719"/>
              <a:gd name="connsiteY100" fmla="*/ 6458926 h 6858000"/>
              <a:gd name="connsiteX101" fmla="*/ 1697285 w 13126719"/>
              <a:gd name="connsiteY101" fmla="*/ 6458926 h 6858000"/>
              <a:gd name="connsiteX102" fmla="*/ 1708479 w 13126719"/>
              <a:gd name="connsiteY102" fmla="*/ 6450153 h 6858000"/>
              <a:gd name="connsiteX103" fmla="*/ 1802783 w 13126719"/>
              <a:gd name="connsiteY103" fmla="*/ 6438859 h 6858000"/>
              <a:gd name="connsiteX104" fmla="*/ 1802783 w 13126719"/>
              <a:gd name="connsiteY104" fmla="*/ 6490893 h 6858000"/>
              <a:gd name="connsiteX105" fmla="*/ 1816800 w 13126719"/>
              <a:gd name="connsiteY105" fmla="*/ 6490893 h 6858000"/>
              <a:gd name="connsiteX106" fmla="*/ 1816800 w 13126719"/>
              <a:gd name="connsiteY106" fmla="*/ 6438859 h 6858000"/>
              <a:gd name="connsiteX107" fmla="*/ 2286364 w 13126719"/>
              <a:gd name="connsiteY107" fmla="*/ 6437851 h 6858000"/>
              <a:gd name="connsiteX108" fmla="*/ 2271338 w 13126719"/>
              <a:gd name="connsiteY108" fmla="*/ 6448136 h 6858000"/>
              <a:gd name="connsiteX109" fmla="*/ 2271338 w 13126719"/>
              <a:gd name="connsiteY109" fmla="*/ 6438859 h 6858000"/>
              <a:gd name="connsiteX110" fmla="*/ 2257321 w 13126719"/>
              <a:gd name="connsiteY110" fmla="*/ 6438859 h 6858000"/>
              <a:gd name="connsiteX111" fmla="*/ 2257321 w 13126719"/>
              <a:gd name="connsiteY111" fmla="*/ 6490893 h 6858000"/>
              <a:gd name="connsiteX112" fmla="*/ 2271338 w 13126719"/>
              <a:gd name="connsiteY112" fmla="*/ 6490893 h 6858000"/>
              <a:gd name="connsiteX113" fmla="*/ 2271338 w 13126719"/>
              <a:gd name="connsiteY113" fmla="*/ 6462557 h 6858000"/>
              <a:gd name="connsiteX114" fmla="*/ 2284750 w 13126719"/>
              <a:gd name="connsiteY114" fmla="*/ 6452674 h 6858000"/>
              <a:gd name="connsiteX115" fmla="*/ 2287271 w 13126719"/>
              <a:gd name="connsiteY115" fmla="*/ 6452674 h 6858000"/>
              <a:gd name="connsiteX116" fmla="*/ 2287271 w 13126719"/>
              <a:gd name="connsiteY116" fmla="*/ 6437851 h 6858000"/>
              <a:gd name="connsiteX117" fmla="*/ 1584990 w 13126719"/>
              <a:gd name="connsiteY117" fmla="*/ 6437851 h 6858000"/>
              <a:gd name="connsiteX118" fmla="*/ 1569965 w 13126719"/>
              <a:gd name="connsiteY118" fmla="*/ 6448136 h 6858000"/>
              <a:gd name="connsiteX119" fmla="*/ 1569965 w 13126719"/>
              <a:gd name="connsiteY119" fmla="*/ 6438859 h 6858000"/>
              <a:gd name="connsiteX120" fmla="*/ 1555948 w 13126719"/>
              <a:gd name="connsiteY120" fmla="*/ 6438859 h 6858000"/>
              <a:gd name="connsiteX121" fmla="*/ 1555948 w 13126719"/>
              <a:gd name="connsiteY121" fmla="*/ 6490893 h 6858000"/>
              <a:gd name="connsiteX122" fmla="*/ 1569965 w 13126719"/>
              <a:gd name="connsiteY122" fmla="*/ 6490893 h 6858000"/>
              <a:gd name="connsiteX123" fmla="*/ 1569965 w 13126719"/>
              <a:gd name="connsiteY123" fmla="*/ 6462557 h 6858000"/>
              <a:gd name="connsiteX124" fmla="*/ 1583377 w 13126719"/>
              <a:gd name="connsiteY124" fmla="*/ 6452674 h 6858000"/>
              <a:gd name="connsiteX125" fmla="*/ 1585898 w 13126719"/>
              <a:gd name="connsiteY125" fmla="*/ 6452674 h 6858000"/>
              <a:gd name="connsiteX126" fmla="*/ 1585898 w 13126719"/>
              <a:gd name="connsiteY126" fmla="*/ 6437851 h 6858000"/>
              <a:gd name="connsiteX127" fmla="*/ 2223220 w 13126719"/>
              <a:gd name="connsiteY127" fmla="*/ 6437447 h 6858000"/>
              <a:gd name="connsiteX128" fmla="*/ 2197304 w 13126719"/>
              <a:gd name="connsiteY128" fmla="*/ 6464876 h 6858000"/>
              <a:gd name="connsiteX129" fmla="*/ 2224430 w 13126719"/>
              <a:gd name="connsiteY129" fmla="*/ 6492405 h 6858000"/>
              <a:gd name="connsiteX130" fmla="*/ 2247422 w 13126719"/>
              <a:gd name="connsiteY130" fmla="*/ 6480607 h 6858000"/>
              <a:gd name="connsiteX131" fmla="*/ 2237943 w 13126719"/>
              <a:gd name="connsiteY131" fmla="*/ 6472540 h 6858000"/>
              <a:gd name="connsiteX132" fmla="*/ 2224430 w 13126719"/>
              <a:gd name="connsiteY132" fmla="*/ 6479699 h 6858000"/>
              <a:gd name="connsiteX133" fmla="*/ 2211825 w 13126719"/>
              <a:gd name="connsiteY133" fmla="*/ 6468909 h 6858000"/>
              <a:gd name="connsiteX134" fmla="*/ 2248834 w 13126719"/>
              <a:gd name="connsiteY134" fmla="*/ 6468909 h 6858000"/>
              <a:gd name="connsiteX135" fmla="*/ 2249237 w 13126719"/>
              <a:gd name="connsiteY135" fmla="*/ 6464271 h 6858000"/>
              <a:gd name="connsiteX136" fmla="*/ 2223220 w 13126719"/>
              <a:gd name="connsiteY136" fmla="*/ 6437447 h 6858000"/>
              <a:gd name="connsiteX137" fmla="*/ 2157090 w 13126719"/>
              <a:gd name="connsiteY137" fmla="*/ 6437447 h 6858000"/>
              <a:gd name="connsiteX138" fmla="*/ 2132585 w 13126719"/>
              <a:gd name="connsiteY138" fmla="*/ 6464876 h 6858000"/>
              <a:gd name="connsiteX139" fmla="*/ 2157090 w 13126719"/>
              <a:gd name="connsiteY139" fmla="*/ 6492405 h 6858000"/>
              <a:gd name="connsiteX140" fmla="*/ 2173325 w 13126719"/>
              <a:gd name="connsiteY140" fmla="*/ 6483430 h 6858000"/>
              <a:gd name="connsiteX141" fmla="*/ 2173325 w 13126719"/>
              <a:gd name="connsiteY141" fmla="*/ 6490893 h 6858000"/>
              <a:gd name="connsiteX142" fmla="*/ 2187342 w 13126719"/>
              <a:gd name="connsiteY142" fmla="*/ 6490893 h 6858000"/>
              <a:gd name="connsiteX143" fmla="*/ 2187342 w 13126719"/>
              <a:gd name="connsiteY143" fmla="*/ 6438859 h 6858000"/>
              <a:gd name="connsiteX144" fmla="*/ 2173325 w 13126719"/>
              <a:gd name="connsiteY144" fmla="*/ 6438859 h 6858000"/>
              <a:gd name="connsiteX145" fmla="*/ 2173325 w 13126719"/>
              <a:gd name="connsiteY145" fmla="*/ 6446422 h 6858000"/>
              <a:gd name="connsiteX146" fmla="*/ 2157090 w 13126719"/>
              <a:gd name="connsiteY146" fmla="*/ 6437447 h 6858000"/>
              <a:gd name="connsiteX147" fmla="*/ 1997565 w 13126719"/>
              <a:gd name="connsiteY147" fmla="*/ 6437447 h 6858000"/>
              <a:gd name="connsiteX148" fmla="*/ 1970035 w 13126719"/>
              <a:gd name="connsiteY148" fmla="*/ 6464876 h 6858000"/>
              <a:gd name="connsiteX149" fmla="*/ 1997565 w 13126719"/>
              <a:gd name="connsiteY149" fmla="*/ 6492304 h 6858000"/>
              <a:gd name="connsiteX150" fmla="*/ 2025195 w 13126719"/>
              <a:gd name="connsiteY150" fmla="*/ 6464876 h 6858000"/>
              <a:gd name="connsiteX151" fmla="*/ 1997565 w 13126719"/>
              <a:gd name="connsiteY151" fmla="*/ 6437447 h 6858000"/>
              <a:gd name="connsiteX152" fmla="*/ 1851556 w 13126719"/>
              <a:gd name="connsiteY152" fmla="*/ 6437447 h 6858000"/>
              <a:gd name="connsiteX153" fmla="*/ 1827052 w 13126719"/>
              <a:gd name="connsiteY153" fmla="*/ 6464876 h 6858000"/>
              <a:gd name="connsiteX154" fmla="*/ 1851556 w 13126719"/>
              <a:gd name="connsiteY154" fmla="*/ 6492405 h 6858000"/>
              <a:gd name="connsiteX155" fmla="*/ 1867791 w 13126719"/>
              <a:gd name="connsiteY155" fmla="*/ 6483430 h 6858000"/>
              <a:gd name="connsiteX156" fmla="*/ 1867791 w 13126719"/>
              <a:gd name="connsiteY156" fmla="*/ 6490893 h 6858000"/>
              <a:gd name="connsiteX157" fmla="*/ 1881808 w 13126719"/>
              <a:gd name="connsiteY157" fmla="*/ 6490893 h 6858000"/>
              <a:gd name="connsiteX158" fmla="*/ 1881808 w 13126719"/>
              <a:gd name="connsiteY158" fmla="*/ 6438859 h 6858000"/>
              <a:gd name="connsiteX159" fmla="*/ 1867791 w 13126719"/>
              <a:gd name="connsiteY159" fmla="*/ 6438859 h 6858000"/>
              <a:gd name="connsiteX160" fmla="*/ 1867791 w 13126719"/>
              <a:gd name="connsiteY160" fmla="*/ 6446422 h 6858000"/>
              <a:gd name="connsiteX161" fmla="*/ 1851556 w 13126719"/>
              <a:gd name="connsiteY161" fmla="*/ 6437447 h 6858000"/>
              <a:gd name="connsiteX162" fmla="*/ 1773731 w 13126719"/>
              <a:gd name="connsiteY162" fmla="*/ 6437447 h 6858000"/>
              <a:gd name="connsiteX163" fmla="*/ 1758102 w 13126719"/>
              <a:gd name="connsiteY163" fmla="*/ 6444809 h 6858000"/>
              <a:gd name="connsiteX164" fmla="*/ 1758102 w 13126719"/>
              <a:gd name="connsiteY164" fmla="*/ 6438859 h 6858000"/>
              <a:gd name="connsiteX165" fmla="*/ 1744085 w 13126719"/>
              <a:gd name="connsiteY165" fmla="*/ 6438859 h 6858000"/>
              <a:gd name="connsiteX166" fmla="*/ 1744085 w 13126719"/>
              <a:gd name="connsiteY166" fmla="*/ 6490893 h 6858000"/>
              <a:gd name="connsiteX167" fmla="*/ 1758102 w 13126719"/>
              <a:gd name="connsiteY167" fmla="*/ 6490893 h 6858000"/>
              <a:gd name="connsiteX168" fmla="*/ 1758102 w 13126719"/>
              <a:gd name="connsiteY168" fmla="*/ 6459733 h 6858000"/>
              <a:gd name="connsiteX169" fmla="*/ 1767682 w 13126719"/>
              <a:gd name="connsiteY169" fmla="*/ 6449750 h 6858000"/>
              <a:gd name="connsiteX170" fmla="*/ 1776656 w 13126719"/>
              <a:gd name="connsiteY170" fmla="*/ 6459229 h 6858000"/>
              <a:gd name="connsiteX171" fmla="*/ 1776656 w 13126719"/>
              <a:gd name="connsiteY171" fmla="*/ 6490893 h 6858000"/>
              <a:gd name="connsiteX172" fmla="*/ 1790673 w 13126719"/>
              <a:gd name="connsiteY172" fmla="*/ 6490893 h 6858000"/>
              <a:gd name="connsiteX173" fmla="*/ 1790673 w 13126719"/>
              <a:gd name="connsiteY173" fmla="*/ 6456708 h 6858000"/>
              <a:gd name="connsiteX174" fmla="*/ 1773731 w 13126719"/>
              <a:gd name="connsiteY174" fmla="*/ 6437447 h 6858000"/>
              <a:gd name="connsiteX175" fmla="*/ 1708479 w 13126719"/>
              <a:gd name="connsiteY175" fmla="*/ 6437447 h 6858000"/>
              <a:gd name="connsiteX176" fmla="*/ 1682563 w 13126719"/>
              <a:gd name="connsiteY176" fmla="*/ 6464876 h 6858000"/>
              <a:gd name="connsiteX177" fmla="*/ 1709689 w 13126719"/>
              <a:gd name="connsiteY177" fmla="*/ 6492405 h 6858000"/>
              <a:gd name="connsiteX178" fmla="*/ 1732681 w 13126719"/>
              <a:gd name="connsiteY178" fmla="*/ 6480607 h 6858000"/>
              <a:gd name="connsiteX179" fmla="*/ 1723200 w 13126719"/>
              <a:gd name="connsiteY179" fmla="*/ 6472540 h 6858000"/>
              <a:gd name="connsiteX180" fmla="*/ 1709689 w 13126719"/>
              <a:gd name="connsiteY180" fmla="*/ 6479699 h 6858000"/>
              <a:gd name="connsiteX181" fmla="*/ 1697084 w 13126719"/>
              <a:gd name="connsiteY181" fmla="*/ 6468909 h 6858000"/>
              <a:gd name="connsiteX182" fmla="*/ 1734091 w 13126719"/>
              <a:gd name="connsiteY182" fmla="*/ 6468909 h 6858000"/>
              <a:gd name="connsiteX183" fmla="*/ 1734496 w 13126719"/>
              <a:gd name="connsiteY183" fmla="*/ 6464271 h 6858000"/>
              <a:gd name="connsiteX184" fmla="*/ 1708479 w 13126719"/>
              <a:gd name="connsiteY184" fmla="*/ 6437447 h 6858000"/>
              <a:gd name="connsiteX185" fmla="*/ 1624123 w 13126719"/>
              <a:gd name="connsiteY185" fmla="*/ 6437447 h 6858000"/>
              <a:gd name="connsiteX186" fmla="*/ 1609097 w 13126719"/>
              <a:gd name="connsiteY186" fmla="*/ 6444809 h 6858000"/>
              <a:gd name="connsiteX187" fmla="*/ 1609097 w 13126719"/>
              <a:gd name="connsiteY187" fmla="*/ 6438859 h 6858000"/>
              <a:gd name="connsiteX188" fmla="*/ 1595081 w 13126719"/>
              <a:gd name="connsiteY188" fmla="*/ 6438859 h 6858000"/>
              <a:gd name="connsiteX189" fmla="*/ 1595081 w 13126719"/>
              <a:gd name="connsiteY189" fmla="*/ 6490893 h 6858000"/>
              <a:gd name="connsiteX190" fmla="*/ 1609097 w 13126719"/>
              <a:gd name="connsiteY190" fmla="*/ 6490893 h 6858000"/>
              <a:gd name="connsiteX191" fmla="*/ 1609097 w 13126719"/>
              <a:gd name="connsiteY191" fmla="*/ 6460036 h 6858000"/>
              <a:gd name="connsiteX192" fmla="*/ 1618072 w 13126719"/>
              <a:gd name="connsiteY192" fmla="*/ 6449750 h 6858000"/>
              <a:gd name="connsiteX193" fmla="*/ 1626644 w 13126719"/>
              <a:gd name="connsiteY193" fmla="*/ 6459632 h 6858000"/>
              <a:gd name="connsiteX194" fmla="*/ 1626644 w 13126719"/>
              <a:gd name="connsiteY194" fmla="*/ 6490893 h 6858000"/>
              <a:gd name="connsiteX195" fmla="*/ 1640560 w 13126719"/>
              <a:gd name="connsiteY195" fmla="*/ 6490893 h 6858000"/>
              <a:gd name="connsiteX196" fmla="*/ 1640560 w 13126719"/>
              <a:gd name="connsiteY196" fmla="*/ 6458523 h 6858000"/>
              <a:gd name="connsiteX197" fmla="*/ 1649636 w 13126719"/>
              <a:gd name="connsiteY197" fmla="*/ 6449750 h 6858000"/>
              <a:gd name="connsiteX198" fmla="*/ 1658207 w 13126719"/>
              <a:gd name="connsiteY198" fmla="*/ 6459632 h 6858000"/>
              <a:gd name="connsiteX199" fmla="*/ 1658207 w 13126719"/>
              <a:gd name="connsiteY199" fmla="*/ 6490893 h 6858000"/>
              <a:gd name="connsiteX200" fmla="*/ 1672224 w 13126719"/>
              <a:gd name="connsiteY200" fmla="*/ 6490893 h 6858000"/>
              <a:gd name="connsiteX201" fmla="*/ 1672224 w 13126719"/>
              <a:gd name="connsiteY201" fmla="*/ 6457010 h 6858000"/>
              <a:gd name="connsiteX202" fmla="*/ 1654274 w 13126719"/>
              <a:gd name="connsiteY202" fmla="*/ 6437447 h 6858000"/>
              <a:gd name="connsiteX203" fmla="*/ 1638241 w 13126719"/>
              <a:gd name="connsiteY203" fmla="*/ 6445716 h 6858000"/>
              <a:gd name="connsiteX204" fmla="*/ 1624123 w 13126719"/>
              <a:gd name="connsiteY204" fmla="*/ 6437447 h 6858000"/>
              <a:gd name="connsiteX205" fmla="*/ 1512910 w 13126719"/>
              <a:gd name="connsiteY205" fmla="*/ 6437447 h 6858000"/>
              <a:gd name="connsiteX206" fmla="*/ 1488406 w 13126719"/>
              <a:gd name="connsiteY206" fmla="*/ 6464876 h 6858000"/>
              <a:gd name="connsiteX207" fmla="*/ 1512910 w 13126719"/>
              <a:gd name="connsiteY207" fmla="*/ 6492405 h 6858000"/>
              <a:gd name="connsiteX208" fmla="*/ 1529145 w 13126719"/>
              <a:gd name="connsiteY208" fmla="*/ 6483430 h 6858000"/>
              <a:gd name="connsiteX209" fmla="*/ 1529145 w 13126719"/>
              <a:gd name="connsiteY209" fmla="*/ 6490893 h 6858000"/>
              <a:gd name="connsiteX210" fmla="*/ 1543162 w 13126719"/>
              <a:gd name="connsiteY210" fmla="*/ 6490893 h 6858000"/>
              <a:gd name="connsiteX211" fmla="*/ 1543162 w 13126719"/>
              <a:gd name="connsiteY211" fmla="*/ 6438859 h 6858000"/>
              <a:gd name="connsiteX212" fmla="*/ 1529145 w 13126719"/>
              <a:gd name="connsiteY212" fmla="*/ 6438859 h 6858000"/>
              <a:gd name="connsiteX213" fmla="*/ 1529145 w 13126719"/>
              <a:gd name="connsiteY213" fmla="*/ 6446422 h 6858000"/>
              <a:gd name="connsiteX214" fmla="*/ 1512910 w 13126719"/>
              <a:gd name="connsiteY214" fmla="*/ 6437447 h 6858000"/>
              <a:gd name="connsiteX215" fmla="*/ 1435624 w 13126719"/>
              <a:gd name="connsiteY215" fmla="*/ 6433615 h 6858000"/>
              <a:gd name="connsiteX216" fmla="*/ 1453170 w 13126719"/>
              <a:gd name="connsiteY216" fmla="*/ 6433615 h 6858000"/>
              <a:gd name="connsiteX217" fmla="*/ 1461842 w 13126719"/>
              <a:gd name="connsiteY217" fmla="*/ 6441078 h 6858000"/>
              <a:gd name="connsiteX218" fmla="*/ 1453170 w 13126719"/>
              <a:gd name="connsiteY218" fmla="*/ 6448439 h 6858000"/>
              <a:gd name="connsiteX219" fmla="*/ 1435624 w 13126719"/>
              <a:gd name="connsiteY219" fmla="*/ 6448439 h 6858000"/>
              <a:gd name="connsiteX220" fmla="*/ 2054728 w 13126719"/>
              <a:gd name="connsiteY220" fmla="*/ 6423632 h 6858000"/>
              <a:gd name="connsiteX221" fmla="*/ 2040711 w 13126719"/>
              <a:gd name="connsiteY221" fmla="*/ 6427666 h 6858000"/>
              <a:gd name="connsiteX222" fmla="*/ 2040711 w 13126719"/>
              <a:gd name="connsiteY222" fmla="*/ 6438859 h 6858000"/>
              <a:gd name="connsiteX223" fmla="*/ 2031938 w 13126719"/>
              <a:gd name="connsiteY223" fmla="*/ 6438859 h 6858000"/>
              <a:gd name="connsiteX224" fmla="*/ 2031938 w 13126719"/>
              <a:gd name="connsiteY224" fmla="*/ 6450758 h 6858000"/>
              <a:gd name="connsiteX225" fmla="*/ 2040711 w 13126719"/>
              <a:gd name="connsiteY225" fmla="*/ 6450758 h 6858000"/>
              <a:gd name="connsiteX226" fmla="*/ 2040711 w 13126719"/>
              <a:gd name="connsiteY226" fmla="*/ 6472943 h 6858000"/>
              <a:gd name="connsiteX227" fmla="*/ 2058762 w 13126719"/>
              <a:gd name="connsiteY227" fmla="*/ 6492103 h 6858000"/>
              <a:gd name="connsiteX228" fmla="*/ 2066728 w 13126719"/>
              <a:gd name="connsiteY228" fmla="*/ 6491195 h 6858000"/>
              <a:gd name="connsiteX229" fmla="*/ 2066728 w 13126719"/>
              <a:gd name="connsiteY229" fmla="*/ 6479296 h 6858000"/>
              <a:gd name="connsiteX230" fmla="*/ 2062796 w 13126719"/>
              <a:gd name="connsiteY230" fmla="*/ 6479699 h 6858000"/>
              <a:gd name="connsiteX231" fmla="*/ 2054728 w 13126719"/>
              <a:gd name="connsiteY231" fmla="*/ 6471733 h 6858000"/>
              <a:gd name="connsiteX232" fmla="*/ 2054728 w 13126719"/>
              <a:gd name="connsiteY232" fmla="*/ 6450758 h 6858000"/>
              <a:gd name="connsiteX233" fmla="*/ 2066728 w 13126719"/>
              <a:gd name="connsiteY233" fmla="*/ 6450758 h 6858000"/>
              <a:gd name="connsiteX234" fmla="*/ 2066728 w 13126719"/>
              <a:gd name="connsiteY234" fmla="*/ 6438859 h 6858000"/>
              <a:gd name="connsiteX235" fmla="*/ 2054728 w 13126719"/>
              <a:gd name="connsiteY235" fmla="*/ 6438859 h 6858000"/>
              <a:gd name="connsiteX236" fmla="*/ 2076710 w 13126719"/>
              <a:gd name="connsiteY236" fmla="*/ 6420305 h 6858000"/>
              <a:gd name="connsiteX237" fmla="*/ 2076710 w 13126719"/>
              <a:gd name="connsiteY237" fmla="*/ 6490893 h 6858000"/>
              <a:gd name="connsiteX238" fmla="*/ 2090727 w 13126719"/>
              <a:gd name="connsiteY238" fmla="*/ 6490893 h 6858000"/>
              <a:gd name="connsiteX239" fmla="*/ 2090727 w 13126719"/>
              <a:gd name="connsiteY239" fmla="*/ 6459733 h 6858000"/>
              <a:gd name="connsiteX240" fmla="*/ 2100307 w 13126719"/>
              <a:gd name="connsiteY240" fmla="*/ 6449750 h 6858000"/>
              <a:gd name="connsiteX241" fmla="*/ 2109282 w 13126719"/>
              <a:gd name="connsiteY241" fmla="*/ 6459229 h 6858000"/>
              <a:gd name="connsiteX242" fmla="*/ 2109282 w 13126719"/>
              <a:gd name="connsiteY242" fmla="*/ 6490893 h 6858000"/>
              <a:gd name="connsiteX243" fmla="*/ 2123299 w 13126719"/>
              <a:gd name="connsiteY243" fmla="*/ 6490893 h 6858000"/>
              <a:gd name="connsiteX244" fmla="*/ 2123299 w 13126719"/>
              <a:gd name="connsiteY244" fmla="*/ 6456708 h 6858000"/>
              <a:gd name="connsiteX245" fmla="*/ 2106357 w 13126719"/>
              <a:gd name="connsiteY245" fmla="*/ 6437447 h 6858000"/>
              <a:gd name="connsiteX246" fmla="*/ 2090727 w 13126719"/>
              <a:gd name="connsiteY246" fmla="*/ 6444809 h 6858000"/>
              <a:gd name="connsiteX247" fmla="*/ 2090727 w 13126719"/>
              <a:gd name="connsiteY247" fmla="*/ 6420305 h 6858000"/>
              <a:gd name="connsiteX248" fmla="*/ 1420497 w 13126719"/>
              <a:gd name="connsiteY248" fmla="*/ 6420305 h 6858000"/>
              <a:gd name="connsiteX249" fmla="*/ 1420497 w 13126719"/>
              <a:gd name="connsiteY249" fmla="*/ 6490893 h 6858000"/>
              <a:gd name="connsiteX250" fmla="*/ 1455388 w 13126719"/>
              <a:gd name="connsiteY250" fmla="*/ 6490893 h 6858000"/>
              <a:gd name="connsiteX251" fmla="*/ 1479288 w 13126719"/>
              <a:gd name="connsiteY251" fmla="*/ 6471229 h 6858000"/>
              <a:gd name="connsiteX252" fmla="*/ 1466985 w 13126719"/>
              <a:gd name="connsiteY252" fmla="*/ 6454691 h 6858000"/>
              <a:gd name="connsiteX253" fmla="*/ 1477473 w 13126719"/>
              <a:gd name="connsiteY253" fmla="*/ 6438960 h 6858000"/>
              <a:gd name="connsiteX254" fmla="*/ 1455288 w 13126719"/>
              <a:gd name="connsiteY254" fmla="*/ 6420305 h 6858000"/>
              <a:gd name="connsiteX255" fmla="*/ 1928981 w 13126719"/>
              <a:gd name="connsiteY255" fmla="*/ 6419094 h 6858000"/>
              <a:gd name="connsiteX256" fmla="*/ 1893081 w 13126719"/>
              <a:gd name="connsiteY256" fmla="*/ 6455800 h 6858000"/>
              <a:gd name="connsiteX257" fmla="*/ 1926762 w 13126719"/>
              <a:gd name="connsiteY257" fmla="*/ 6492405 h 6858000"/>
              <a:gd name="connsiteX258" fmla="*/ 1947334 w 13126719"/>
              <a:gd name="connsiteY258" fmla="*/ 6482624 h 6858000"/>
              <a:gd name="connsiteX259" fmla="*/ 1947334 w 13126719"/>
              <a:gd name="connsiteY259" fmla="*/ 6490893 h 6858000"/>
              <a:gd name="connsiteX260" fmla="*/ 1960947 w 13126719"/>
              <a:gd name="connsiteY260" fmla="*/ 6490893 h 6858000"/>
              <a:gd name="connsiteX261" fmla="*/ 1960947 w 13126719"/>
              <a:gd name="connsiteY261" fmla="*/ 6452977 h 6858000"/>
              <a:gd name="connsiteX262" fmla="*/ 1929283 w 13126719"/>
              <a:gd name="connsiteY262" fmla="*/ 6452977 h 6858000"/>
              <a:gd name="connsiteX263" fmla="*/ 1929283 w 13126719"/>
              <a:gd name="connsiteY263" fmla="*/ 6466489 h 6858000"/>
              <a:gd name="connsiteX264" fmla="*/ 1946023 w 13126719"/>
              <a:gd name="connsiteY264" fmla="*/ 6466489 h 6858000"/>
              <a:gd name="connsiteX265" fmla="*/ 1929183 w 13126719"/>
              <a:gd name="connsiteY265" fmla="*/ 6478086 h 6858000"/>
              <a:gd name="connsiteX266" fmla="*/ 1909115 w 13126719"/>
              <a:gd name="connsiteY266" fmla="*/ 6455800 h 6858000"/>
              <a:gd name="connsiteX267" fmla="*/ 1928981 w 13126719"/>
              <a:gd name="connsiteY267" fmla="*/ 6433414 h 6858000"/>
              <a:gd name="connsiteX268" fmla="*/ 1946729 w 13126719"/>
              <a:gd name="connsiteY268" fmla="*/ 6443699 h 6858000"/>
              <a:gd name="connsiteX269" fmla="*/ 1959435 w 13126719"/>
              <a:gd name="connsiteY269" fmla="*/ 6435229 h 6858000"/>
              <a:gd name="connsiteX270" fmla="*/ 1928981 w 13126719"/>
              <a:gd name="connsiteY270" fmla="*/ 6419094 h 6858000"/>
              <a:gd name="connsiteX271" fmla="*/ 1809842 w 13126719"/>
              <a:gd name="connsiteY271" fmla="*/ 6416674 h 6858000"/>
              <a:gd name="connsiteX272" fmla="*/ 1801472 w 13126719"/>
              <a:gd name="connsiteY272" fmla="*/ 6424943 h 6858000"/>
              <a:gd name="connsiteX273" fmla="*/ 1809842 w 13126719"/>
              <a:gd name="connsiteY273" fmla="*/ 6433313 h 6858000"/>
              <a:gd name="connsiteX274" fmla="*/ 1818212 w 13126719"/>
              <a:gd name="connsiteY274" fmla="*/ 6424943 h 6858000"/>
              <a:gd name="connsiteX275" fmla="*/ 1809842 w 13126719"/>
              <a:gd name="connsiteY275" fmla="*/ 6416674 h 6858000"/>
              <a:gd name="connsiteX276" fmla="*/ 12377120 w 13126719"/>
              <a:gd name="connsiteY276" fmla="*/ 652256 h 6858000"/>
              <a:gd name="connsiteX277" fmla="*/ 12400170 w 13126719"/>
              <a:gd name="connsiteY277" fmla="*/ 677002 h 6858000"/>
              <a:gd name="connsiteX278" fmla="*/ 12377120 w 13126719"/>
              <a:gd name="connsiteY278" fmla="*/ 701748 h 6858000"/>
              <a:gd name="connsiteX279" fmla="*/ 12354069 w 13126719"/>
              <a:gd name="connsiteY279" fmla="*/ 677002 h 6858000"/>
              <a:gd name="connsiteX280" fmla="*/ 12377120 w 13126719"/>
              <a:gd name="connsiteY280" fmla="*/ 652256 h 6858000"/>
              <a:gd name="connsiteX281" fmla="*/ 12151912 w 13126719"/>
              <a:gd name="connsiteY281" fmla="*/ 652256 h 6858000"/>
              <a:gd name="connsiteX282" fmla="*/ 12174962 w 13126719"/>
              <a:gd name="connsiteY282" fmla="*/ 677002 h 6858000"/>
              <a:gd name="connsiteX283" fmla="*/ 12151912 w 13126719"/>
              <a:gd name="connsiteY283" fmla="*/ 701748 h 6858000"/>
              <a:gd name="connsiteX284" fmla="*/ 12128862 w 13126719"/>
              <a:gd name="connsiteY284" fmla="*/ 677002 h 6858000"/>
              <a:gd name="connsiteX285" fmla="*/ 12151912 w 13126719"/>
              <a:gd name="connsiteY285" fmla="*/ 652256 h 6858000"/>
              <a:gd name="connsiteX286" fmla="*/ 12467147 w 13126719"/>
              <a:gd name="connsiteY286" fmla="*/ 651335 h 6858000"/>
              <a:gd name="connsiteX287" fmla="*/ 12487408 w 13126719"/>
              <a:gd name="connsiteY287" fmla="*/ 668498 h 6858000"/>
              <a:gd name="connsiteX288" fmla="*/ 12446578 w 13126719"/>
              <a:gd name="connsiteY288" fmla="*/ 668498 h 6858000"/>
              <a:gd name="connsiteX289" fmla="*/ 12467147 w 13126719"/>
              <a:gd name="connsiteY289" fmla="*/ 651335 h 6858000"/>
              <a:gd name="connsiteX290" fmla="*/ 12554999 w 13126719"/>
              <a:gd name="connsiteY290" fmla="*/ 636015 h 6858000"/>
              <a:gd name="connsiteX291" fmla="*/ 12533343 w 13126719"/>
              <a:gd name="connsiteY291" fmla="*/ 651783 h 6858000"/>
              <a:gd name="connsiteX292" fmla="*/ 12533343 w 13126719"/>
              <a:gd name="connsiteY292" fmla="*/ 637396 h 6858000"/>
              <a:gd name="connsiteX293" fmla="*/ 12515716 w 13126719"/>
              <a:gd name="connsiteY293" fmla="*/ 637396 h 6858000"/>
              <a:gd name="connsiteX294" fmla="*/ 12515716 w 13126719"/>
              <a:gd name="connsiteY294" fmla="*/ 716570 h 6858000"/>
              <a:gd name="connsiteX295" fmla="*/ 12515716 w 13126719"/>
              <a:gd name="connsiteY295" fmla="*/ 716595 h 6858000"/>
              <a:gd name="connsiteX296" fmla="*/ 12533343 w 13126719"/>
              <a:gd name="connsiteY296" fmla="*/ 716595 h 6858000"/>
              <a:gd name="connsiteX297" fmla="*/ 12533343 w 13126719"/>
              <a:gd name="connsiteY297" fmla="*/ 673447 h 6858000"/>
              <a:gd name="connsiteX298" fmla="*/ 12552837 w 13126719"/>
              <a:gd name="connsiteY298" fmla="*/ 654264 h 6858000"/>
              <a:gd name="connsiteX299" fmla="*/ 12556700 w 13126719"/>
              <a:gd name="connsiteY299" fmla="*/ 654264 h 6858000"/>
              <a:gd name="connsiteX300" fmla="*/ 12556700 w 13126719"/>
              <a:gd name="connsiteY300" fmla="*/ 636015 h 6858000"/>
              <a:gd name="connsiteX301" fmla="*/ 12373564 w 13126719"/>
              <a:gd name="connsiteY301" fmla="*/ 635260 h 6858000"/>
              <a:gd name="connsiteX302" fmla="*/ 12335829 w 13126719"/>
              <a:gd name="connsiteY302" fmla="*/ 677015 h 6858000"/>
              <a:gd name="connsiteX303" fmla="*/ 12373564 w 13126719"/>
              <a:gd name="connsiteY303" fmla="*/ 718769 h 6858000"/>
              <a:gd name="connsiteX304" fmla="*/ 12400170 w 13126719"/>
              <a:gd name="connsiteY304" fmla="*/ 703461 h 6858000"/>
              <a:gd name="connsiteX305" fmla="*/ 12400170 w 13126719"/>
              <a:gd name="connsiteY305" fmla="*/ 716608 h 6858000"/>
              <a:gd name="connsiteX306" fmla="*/ 12417810 w 13126719"/>
              <a:gd name="connsiteY306" fmla="*/ 716608 h 6858000"/>
              <a:gd name="connsiteX307" fmla="*/ 12417810 w 13126719"/>
              <a:gd name="connsiteY307" fmla="*/ 637434 h 6858000"/>
              <a:gd name="connsiteX308" fmla="*/ 12400170 w 13126719"/>
              <a:gd name="connsiteY308" fmla="*/ 637434 h 6858000"/>
              <a:gd name="connsiteX309" fmla="*/ 12400170 w 13126719"/>
              <a:gd name="connsiteY309" fmla="*/ 650568 h 6858000"/>
              <a:gd name="connsiteX310" fmla="*/ 12373564 w 13126719"/>
              <a:gd name="connsiteY310" fmla="*/ 635260 h 6858000"/>
              <a:gd name="connsiteX311" fmla="*/ 12151912 w 13126719"/>
              <a:gd name="connsiteY311" fmla="*/ 635248 h 6858000"/>
              <a:gd name="connsiteX312" fmla="*/ 12110608 w 13126719"/>
              <a:gd name="connsiteY312" fmla="*/ 677002 h 6858000"/>
              <a:gd name="connsiteX313" fmla="*/ 12151912 w 13126719"/>
              <a:gd name="connsiteY313" fmla="*/ 718756 h 6858000"/>
              <a:gd name="connsiteX314" fmla="*/ 12193216 w 13126719"/>
              <a:gd name="connsiteY314" fmla="*/ 677002 h 6858000"/>
              <a:gd name="connsiteX315" fmla="*/ 12151912 w 13126719"/>
              <a:gd name="connsiteY315" fmla="*/ 635248 h 6858000"/>
              <a:gd name="connsiteX316" fmla="*/ 12467159 w 13126719"/>
              <a:gd name="connsiteY316" fmla="*/ 635235 h 6858000"/>
              <a:gd name="connsiteX317" fmla="*/ 12428030 w 13126719"/>
              <a:gd name="connsiteY317" fmla="*/ 676989 h 6858000"/>
              <a:gd name="connsiteX318" fmla="*/ 12428017 w 13126719"/>
              <a:gd name="connsiteY318" fmla="*/ 677002 h 6858000"/>
              <a:gd name="connsiteX319" fmla="*/ 12468541 w 13126719"/>
              <a:gd name="connsiteY319" fmla="*/ 718756 h 6858000"/>
              <a:gd name="connsiteX320" fmla="*/ 12503040 w 13126719"/>
              <a:gd name="connsiteY320" fmla="*/ 700968 h 6858000"/>
              <a:gd name="connsiteX321" fmla="*/ 12490977 w 13126719"/>
              <a:gd name="connsiteY321" fmla="*/ 690762 h 6858000"/>
              <a:gd name="connsiteX322" fmla="*/ 12468554 w 13126719"/>
              <a:gd name="connsiteY322" fmla="*/ 702669 h 6858000"/>
              <a:gd name="connsiteX323" fmla="*/ 12446130 w 13126719"/>
              <a:gd name="connsiteY323" fmla="*/ 682718 h 6858000"/>
              <a:gd name="connsiteX324" fmla="*/ 12505368 w 13126719"/>
              <a:gd name="connsiteY324" fmla="*/ 682718 h 6858000"/>
              <a:gd name="connsiteX325" fmla="*/ 12505828 w 13126719"/>
              <a:gd name="connsiteY325" fmla="*/ 676222 h 6858000"/>
              <a:gd name="connsiteX326" fmla="*/ 12467159 w 13126719"/>
              <a:gd name="connsiteY326" fmla="*/ 635235 h 6858000"/>
              <a:gd name="connsiteX327" fmla="*/ 12228009 w 13126719"/>
              <a:gd name="connsiteY327" fmla="*/ 614517 h 6858000"/>
              <a:gd name="connsiteX328" fmla="*/ 12210369 w 13126719"/>
              <a:gd name="connsiteY328" fmla="*/ 619927 h 6858000"/>
              <a:gd name="connsiteX329" fmla="*/ 12210369 w 13126719"/>
              <a:gd name="connsiteY329" fmla="*/ 637396 h 6858000"/>
              <a:gd name="connsiteX330" fmla="*/ 12195058 w 13126719"/>
              <a:gd name="connsiteY330" fmla="*/ 637396 h 6858000"/>
              <a:gd name="connsiteX331" fmla="*/ 12195058 w 13126719"/>
              <a:gd name="connsiteY331" fmla="*/ 652551 h 6858000"/>
              <a:gd name="connsiteX332" fmla="*/ 12210369 w 13126719"/>
              <a:gd name="connsiteY332" fmla="*/ 652551 h 6858000"/>
              <a:gd name="connsiteX333" fmla="*/ 12210369 w 13126719"/>
              <a:gd name="connsiteY333" fmla="*/ 691363 h 6858000"/>
              <a:gd name="connsiteX334" fmla="*/ 12235888 w 13126719"/>
              <a:gd name="connsiteY334" fmla="*/ 718271 h 6858000"/>
              <a:gd name="connsiteX335" fmla="*/ 12247337 w 13126719"/>
              <a:gd name="connsiteY335" fmla="*/ 716877 h 6858000"/>
              <a:gd name="connsiteX336" fmla="*/ 12247350 w 13126719"/>
              <a:gd name="connsiteY336" fmla="*/ 716902 h 6858000"/>
              <a:gd name="connsiteX337" fmla="*/ 12247350 w 13126719"/>
              <a:gd name="connsiteY337" fmla="*/ 702055 h 6858000"/>
              <a:gd name="connsiteX338" fmla="*/ 12240698 w 13126719"/>
              <a:gd name="connsiteY338" fmla="*/ 702515 h 6858000"/>
              <a:gd name="connsiteX339" fmla="*/ 12228009 w 13126719"/>
              <a:gd name="connsiteY339" fmla="*/ 689675 h 6858000"/>
              <a:gd name="connsiteX340" fmla="*/ 12228009 w 13126719"/>
              <a:gd name="connsiteY340" fmla="*/ 652563 h 6858000"/>
              <a:gd name="connsiteX341" fmla="*/ 12247350 w 13126719"/>
              <a:gd name="connsiteY341" fmla="*/ 652563 h 6858000"/>
              <a:gd name="connsiteX342" fmla="*/ 12247350 w 13126719"/>
              <a:gd name="connsiteY342" fmla="*/ 637409 h 6858000"/>
              <a:gd name="connsiteX343" fmla="*/ 12228009 w 13126719"/>
              <a:gd name="connsiteY343" fmla="*/ 637409 h 6858000"/>
              <a:gd name="connsiteX344" fmla="*/ 12259118 w 13126719"/>
              <a:gd name="connsiteY344" fmla="*/ 608341 h 6858000"/>
              <a:gd name="connsiteX345" fmla="*/ 12259118 w 13126719"/>
              <a:gd name="connsiteY345" fmla="*/ 716595 h 6858000"/>
              <a:gd name="connsiteX346" fmla="*/ 12276732 w 13126719"/>
              <a:gd name="connsiteY346" fmla="*/ 716595 h 6858000"/>
              <a:gd name="connsiteX347" fmla="*/ 12276732 w 13126719"/>
              <a:gd name="connsiteY347" fmla="*/ 669585 h 6858000"/>
              <a:gd name="connsiteX348" fmla="*/ 12293130 w 13126719"/>
              <a:gd name="connsiteY348" fmla="*/ 650722 h 6858000"/>
              <a:gd name="connsiteX349" fmla="*/ 12308595 w 13126719"/>
              <a:gd name="connsiteY349" fmla="*/ 668191 h 6858000"/>
              <a:gd name="connsiteX350" fmla="*/ 12308595 w 13126719"/>
              <a:gd name="connsiteY350" fmla="*/ 716595 h 6858000"/>
              <a:gd name="connsiteX351" fmla="*/ 12326235 w 13126719"/>
              <a:gd name="connsiteY351" fmla="*/ 716595 h 6858000"/>
              <a:gd name="connsiteX352" fmla="*/ 12326235 w 13126719"/>
              <a:gd name="connsiteY352" fmla="*/ 665096 h 6858000"/>
              <a:gd name="connsiteX353" fmla="*/ 12300409 w 13126719"/>
              <a:gd name="connsiteY353" fmla="*/ 635248 h 6858000"/>
              <a:gd name="connsiteX354" fmla="*/ 12276745 w 13126719"/>
              <a:gd name="connsiteY354" fmla="*/ 647934 h 6858000"/>
              <a:gd name="connsiteX355" fmla="*/ 12276745 w 13126719"/>
              <a:gd name="connsiteY355" fmla="*/ 608341 h 6858000"/>
              <a:gd name="connsiteX356" fmla="*/ 12051371 w 13126719"/>
              <a:gd name="connsiteY356" fmla="*/ 606486 h 6858000"/>
              <a:gd name="connsiteX357" fmla="*/ 11996917 w 13126719"/>
              <a:gd name="connsiteY357" fmla="*/ 662628 h 6858000"/>
              <a:gd name="connsiteX358" fmla="*/ 12049043 w 13126719"/>
              <a:gd name="connsiteY358" fmla="*/ 718769 h 6858000"/>
              <a:gd name="connsiteX359" fmla="*/ 12082147 w 13126719"/>
              <a:gd name="connsiteY359" fmla="*/ 702681 h 6858000"/>
              <a:gd name="connsiteX360" fmla="*/ 12082147 w 13126719"/>
              <a:gd name="connsiteY360" fmla="*/ 716595 h 6858000"/>
              <a:gd name="connsiteX361" fmla="*/ 12100094 w 13126719"/>
              <a:gd name="connsiteY361" fmla="*/ 716595 h 6858000"/>
              <a:gd name="connsiteX362" fmla="*/ 12100094 w 13126719"/>
              <a:gd name="connsiteY362" fmla="*/ 659686 h 6858000"/>
              <a:gd name="connsiteX363" fmla="*/ 12053225 w 13126719"/>
              <a:gd name="connsiteY363" fmla="*/ 659686 h 6858000"/>
              <a:gd name="connsiteX364" fmla="*/ 12053225 w 13126719"/>
              <a:gd name="connsiteY364" fmla="*/ 677322 h 6858000"/>
              <a:gd name="connsiteX365" fmla="*/ 12080599 w 13126719"/>
              <a:gd name="connsiteY365" fmla="*/ 677322 h 6858000"/>
              <a:gd name="connsiteX366" fmla="*/ 12051358 w 13126719"/>
              <a:gd name="connsiteY366" fmla="*/ 699906 h 6858000"/>
              <a:gd name="connsiteX367" fmla="*/ 12017946 w 13126719"/>
              <a:gd name="connsiteY367" fmla="*/ 662640 h 6858000"/>
              <a:gd name="connsiteX368" fmla="*/ 12051358 w 13126719"/>
              <a:gd name="connsiteY368" fmla="*/ 625375 h 6858000"/>
              <a:gd name="connsiteX369" fmla="*/ 12080753 w 13126719"/>
              <a:gd name="connsiteY369" fmla="*/ 642230 h 6858000"/>
              <a:gd name="connsiteX370" fmla="*/ 12097458 w 13126719"/>
              <a:gd name="connsiteY370" fmla="*/ 631091 h 6858000"/>
              <a:gd name="connsiteX371" fmla="*/ 12051358 w 13126719"/>
              <a:gd name="connsiteY371" fmla="*/ 606499 h 6858000"/>
              <a:gd name="connsiteX372" fmla="*/ 11775457 w 13126719"/>
              <a:gd name="connsiteY372" fmla="*/ 601537 h 6858000"/>
              <a:gd name="connsiteX373" fmla="*/ 11775465 w 13126719"/>
              <a:gd name="connsiteY373" fmla="*/ 601542 h 6858000"/>
              <a:gd name="connsiteX374" fmla="*/ 11774012 w 13126719"/>
              <a:gd name="connsiteY374" fmla="*/ 602995 h 6858000"/>
              <a:gd name="connsiteX375" fmla="*/ 11850454 w 13126719"/>
              <a:gd name="connsiteY375" fmla="*/ 697054 h 6858000"/>
              <a:gd name="connsiteX376" fmla="*/ 11897629 w 13126719"/>
              <a:gd name="connsiteY376" fmla="*/ 725125 h 6858000"/>
              <a:gd name="connsiteX377" fmla="*/ 11869539 w 13126719"/>
              <a:gd name="connsiteY377" fmla="*/ 677961 h 6858000"/>
              <a:gd name="connsiteX378" fmla="*/ 11819668 w 13126719"/>
              <a:gd name="connsiteY378" fmla="*/ 633203 h 6858000"/>
              <a:gd name="connsiteX379" fmla="*/ 11775465 w 13126719"/>
              <a:gd name="connsiteY379" fmla="*/ 601542 h 6858000"/>
              <a:gd name="connsiteX380" fmla="*/ 11775470 w 13126719"/>
              <a:gd name="connsiteY380" fmla="*/ 601537 h 6858000"/>
              <a:gd name="connsiteX381" fmla="*/ 11671270 w 13126719"/>
              <a:gd name="connsiteY381" fmla="*/ 588557 h 6858000"/>
              <a:gd name="connsiteX382" fmla="*/ 11638946 w 13126719"/>
              <a:gd name="connsiteY382" fmla="*/ 600258 h 6858000"/>
              <a:gd name="connsiteX383" fmla="*/ 11671270 w 13126719"/>
              <a:gd name="connsiteY383" fmla="*/ 611960 h 6858000"/>
              <a:gd name="connsiteX384" fmla="*/ 11733911 w 13126719"/>
              <a:gd name="connsiteY384" fmla="*/ 604184 h 6858000"/>
              <a:gd name="connsiteX385" fmla="*/ 11646749 w 13126719"/>
              <a:gd name="connsiteY385" fmla="*/ 678997 h 6858000"/>
              <a:gd name="connsiteX386" fmla="*/ 11618352 w 13126719"/>
              <a:gd name="connsiteY386" fmla="*/ 725164 h 6858000"/>
              <a:gd name="connsiteX387" fmla="*/ 11665015 w 13126719"/>
              <a:gd name="connsiteY387" fmla="*/ 697067 h 6858000"/>
              <a:gd name="connsiteX388" fmla="*/ 11740626 w 13126719"/>
              <a:gd name="connsiteY388" fmla="*/ 610834 h 6858000"/>
              <a:gd name="connsiteX389" fmla="*/ 11732836 w 13126719"/>
              <a:gd name="connsiteY389" fmla="*/ 673511 h 6858000"/>
              <a:gd name="connsiteX390" fmla="*/ 11744540 w 13126719"/>
              <a:gd name="connsiteY390" fmla="*/ 705815 h 6858000"/>
              <a:gd name="connsiteX391" fmla="*/ 11756245 w 13126719"/>
              <a:gd name="connsiteY391" fmla="*/ 673511 h 6858000"/>
              <a:gd name="connsiteX392" fmla="*/ 11745436 w 13126719"/>
              <a:gd name="connsiteY392" fmla="*/ 600297 h 6858000"/>
              <a:gd name="connsiteX393" fmla="*/ 11745052 w 13126719"/>
              <a:gd name="connsiteY393" fmla="*/ 599708 h 6858000"/>
              <a:gd name="connsiteX394" fmla="*/ 11745039 w 13126719"/>
              <a:gd name="connsiteY394" fmla="*/ 599695 h 6858000"/>
              <a:gd name="connsiteX395" fmla="*/ 11744502 w 13126719"/>
              <a:gd name="connsiteY395" fmla="*/ 599363 h 6858000"/>
              <a:gd name="connsiteX396" fmla="*/ 11671270 w 13126719"/>
              <a:gd name="connsiteY396" fmla="*/ 588557 h 6858000"/>
              <a:gd name="connsiteX397" fmla="*/ 11858129 w 13126719"/>
              <a:gd name="connsiteY397" fmla="*/ 575551 h 6858000"/>
              <a:gd name="connsiteX398" fmla="*/ 11778515 w 13126719"/>
              <a:gd name="connsiteY398" fmla="*/ 586357 h 6858000"/>
              <a:gd name="connsiteX399" fmla="*/ 11778515 w 13126719"/>
              <a:gd name="connsiteY399" fmla="*/ 588147 h 6858000"/>
              <a:gd name="connsiteX400" fmla="*/ 11858129 w 13126719"/>
              <a:gd name="connsiteY400" fmla="*/ 598941 h 6858000"/>
              <a:gd name="connsiteX401" fmla="*/ 11893268 w 13126719"/>
              <a:gd name="connsiteY401" fmla="*/ 587252 h 6858000"/>
              <a:gd name="connsiteX402" fmla="*/ 11858129 w 13126719"/>
              <a:gd name="connsiteY402" fmla="*/ 575551 h 6858000"/>
              <a:gd name="connsiteX403" fmla="*/ 12023830 w 13126719"/>
              <a:gd name="connsiteY403" fmla="*/ 515163 h 6858000"/>
              <a:gd name="connsiteX404" fmla="*/ 12054773 w 13126719"/>
              <a:gd name="connsiteY404" fmla="*/ 515163 h 6858000"/>
              <a:gd name="connsiteX405" fmla="*/ 12071632 w 13126719"/>
              <a:gd name="connsiteY405" fmla="*/ 529396 h 6858000"/>
              <a:gd name="connsiteX406" fmla="*/ 12054773 w 13126719"/>
              <a:gd name="connsiteY406" fmla="*/ 543630 h 6858000"/>
              <a:gd name="connsiteX407" fmla="*/ 12054773 w 13126719"/>
              <a:gd name="connsiteY407" fmla="*/ 543617 h 6858000"/>
              <a:gd name="connsiteX408" fmla="*/ 12023830 w 13126719"/>
              <a:gd name="connsiteY408" fmla="*/ 543617 h 6858000"/>
              <a:gd name="connsiteX409" fmla="*/ 12605435 w 13126719"/>
              <a:gd name="connsiteY409" fmla="*/ 497527 h 6858000"/>
              <a:gd name="connsiteX410" fmla="*/ 12628485 w 13126719"/>
              <a:gd name="connsiteY410" fmla="*/ 522273 h 6858000"/>
              <a:gd name="connsiteX411" fmla="*/ 12605435 w 13126719"/>
              <a:gd name="connsiteY411" fmla="*/ 547019 h 6858000"/>
              <a:gd name="connsiteX412" fmla="*/ 12582385 w 13126719"/>
              <a:gd name="connsiteY412" fmla="*/ 522273 h 6858000"/>
              <a:gd name="connsiteX413" fmla="*/ 12605435 w 13126719"/>
              <a:gd name="connsiteY413" fmla="*/ 497527 h 6858000"/>
              <a:gd name="connsiteX414" fmla="*/ 12142638 w 13126719"/>
              <a:gd name="connsiteY414" fmla="*/ 497527 h 6858000"/>
              <a:gd name="connsiteX415" fmla="*/ 12165688 w 13126719"/>
              <a:gd name="connsiteY415" fmla="*/ 522273 h 6858000"/>
              <a:gd name="connsiteX416" fmla="*/ 12142638 w 13126719"/>
              <a:gd name="connsiteY416" fmla="*/ 547019 h 6858000"/>
              <a:gd name="connsiteX417" fmla="*/ 12119588 w 13126719"/>
              <a:gd name="connsiteY417" fmla="*/ 522273 h 6858000"/>
              <a:gd name="connsiteX418" fmla="*/ 12142638 w 13126719"/>
              <a:gd name="connsiteY418" fmla="*/ 497527 h 6858000"/>
              <a:gd name="connsiteX419" fmla="*/ 12407601 w 13126719"/>
              <a:gd name="connsiteY419" fmla="*/ 496606 h 6858000"/>
              <a:gd name="connsiteX420" fmla="*/ 12427863 w 13126719"/>
              <a:gd name="connsiteY420" fmla="*/ 513769 h 6858000"/>
              <a:gd name="connsiteX421" fmla="*/ 12387033 w 13126719"/>
              <a:gd name="connsiteY421" fmla="*/ 513769 h 6858000"/>
              <a:gd name="connsiteX422" fmla="*/ 12407601 w 13126719"/>
              <a:gd name="connsiteY422" fmla="*/ 496606 h 6858000"/>
              <a:gd name="connsiteX423" fmla="*/ 12536297 w 13126719"/>
              <a:gd name="connsiteY423" fmla="*/ 482693 h 6858000"/>
              <a:gd name="connsiteX424" fmla="*/ 12536297 w 13126719"/>
              <a:gd name="connsiteY424" fmla="*/ 561866 h 6858000"/>
              <a:gd name="connsiteX425" fmla="*/ 12553936 w 13126719"/>
              <a:gd name="connsiteY425" fmla="*/ 561866 h 6858000"/>
              <a:gd name="connsiteX426" fmla="*/ 12553936 w 13126719"/>
              <a:gd name="connsiteY426" fmla="*/ 482693 h 6858000"/>
              <a:gd name="connsiteX427" fmla="*/ 12236221 w 13126719"/>
              <a:gd name="connsiteY427" fmla="*/ 481299 h 6858000"/>
              <a:gd name="connsiteX428" fmla="*/ 12214565 w 13126719"/>
              <a:gd name="connsiteY428" fmla="*/ 497080 h 6858000"/>
              <a:gd name="connsiteX429" fmla="*/ 12214565 w 13126719"/>
              <a:gd name="connsiteY429" fmla="*/ 482693 h 6858000"/>
              <a:gd name="connsiteX430" fmla="*/ 12196925 w 13126719"/>
              <a:gd name="connsiteY430" fmla="*/ 482693 h 6858000"/>
              <a:gd name="connsiteX431" fmla="*/ 12196925 w 13126719"/>
              <a:gd name="connsiteY431" fmla="*/ 561866 h 6858000"/>
              <a:gd name="connsiteX432" fmla="*/ 12214565 w 13126719"/>
              <a:gd name="connsiteY432" fmla="*/ 561866 h 6858000"/>
              <a:gd name="connsiteX433" fmla="*/ 12214565 w 13126719"/>
              <a:gd name="connsiteY433" fmla="*/ 518718 h 6858000"/>
              <a:gd name="connsiteX434" fmla="*/ 12234059 w 13126719"/>
              <a:gd name="connsiteY434" fmla="*/ 499548 h 6858000"/>
              <a:gd name="connsiteX435" fmla="*/ 12237922 w 13126719"/>
              <a:gd name="connsiteY435" fmla="*/ 499548 h 6858000"/>
              <a:gd name="connsiteX436" fmla="*/ 12237922 w 13126719"/>
              <a:gd name="connsiteY436" fmla="*/ 481299 h 6858000"/>
              <a:gd name="connsiteX437" fmla="*/ 12601879 w 13126719"/>
              <a:gd name="connsiteY437" fmla="*/ 480531 h 6858000"/>
              <a:gd name="connsiteX438" fmla="*/ 12564131 w 13126719"/>
              <a:gd name="connsiteY438" fmla="*/ 522286 h 6858000"/>
              <a:gd name="connsiteX439" fmla="*/ 12601879 w 13126719"/>
              <a:gd name="connsiteY439" fmla="*/ 564040 h 6858000"/>
              <a:gd name="connsiteX440" fmla="*/ 12628485 w 13126719"/>
              <a:gd name="connsiteY440" fmla="*/ 548732 h 6858000"/>
              <a:gd name="connsiteX441" fmla="*/ 12628485 w 13126719"/>
              <a:gd name="connsiteY441" fmla="*/ 561879 h 6858000"/>
              <a:gd name="connsiteX442" fmla="*/ 12646112 w 13126719"/>
              <a:gd name="connsiteY442" fmla="*/ 561879 h 6858000"/>
              <a:gd name="connsiteX443" fmla="*/ 12646112 w 13126719"/>
              <a:gd name="connsiteY443" fmla="*/ 482705 h 6858000"/>
              <a:gd name="connsiteX444" fmla="*/ 12628485 w 13126719"/>
              <a:gd name="connsiteY444" fmla="*/ 482705 h 6858000"/>
              <a:gd name="connsiteX445" fmla="*/ 12628485 w 13126719"/>
              <a:gd name="connsiteY445" fmla="*/ 495839 h 6858000"/>
              <a:gd name="connsiteX446" fmla="*/ 12601879 w 13126719"/>
              <a:gd name="connsiteY446" fmla="*/ 480531 h 6858000"/>
              <a:gd name="connsiteX447" fmla="*/ 12139069 w 13126719"/>
              <a:gd name="connsiteY447" fmla="*/ 480531 h 6858000"/>
              <a:gd name="connsiteX448" fmla="*/ 12101321 w 13126719"/>
              <a:gd name="connsiteY448" fmla="*/ 522286 h 6858000"/>
              <a:gd name="connsiteX449" fmla="*/ 12139069 w 13126719"/>
              <a:gd name="connsiteY449" fmla="*/ 564040 h 6858000"/>
              <a:gd name="connsiteX450" fmla="*/ 12165675 w 13126719"/>
              <a:gd name="connsiteY450" fmla="*/ 548732 h 6858000"/>
              <a:gd name="connsiteX451" fmla="*/ 12165675 w 13126719"/>
              <a:gd name="connsiteY451" fmla="*/ 561879 h 6858000"/>
              <a:gd name="connsiteX452" fmla="*/ 12183302 w 13126719"/>
              <a:gd name="connsiteY452" fmla="*/ 561879 h 6858000"/>
              <a:gd name="connsiteX453" fmla="*/ 12183302 w 13126719"/>
              <a:gd name="connsiteY453" fmla="*/ 482705 h 6858000"/>
              <a:gd name="connsiteX454" fmla="*/ 12165675 w 13126719"/>
              <a:gd name="connsiteY454" fmla="*/ 482705 h 6858000"/>
              <a:gd name="connsiteX455" fmla="*/ 12165675 w 13126719"/>
              <a:gd name="connsiteY455" fmla="*/ 495839 h 6858000"/>
              <a:gd name="connsiteX456" fmla="*/ 12139069 w 13126719"/>
              <a:gd name="connsiteY456" fmla="*/ 480531 h 6858000"/>
              <a:gd name="connsiteX457" fmla="*/ 12497475 w 13126719"/>
              <a:gd name="connsiteY457" fmla="*/ 480518 h 6858000"/>
              <a:gd name="connsiteX458" fmla="*/ 12473810 w 13126719"/>
              <a:gd name="connsiteY458" fmla="*/ 493205 h 6858000"/>
              <a:gd name="connsiteX459" fmla="*/ 12473810 w 13126719"/>
              <a:gd name="connsiteY459" fmla="*/ 482693 h 6858000"/>
              <a:gd name="connsiteX460" fmla="*/ 12456184 w 13126719"/>
              <a:gd name="connsiteY460" fmla="*/ 482693 h 6858000"/>
              <a:gd name="connsiteX461" fmla="*/ 12456184 w 13126719"/>
              <a:gd name="connsiteY461" fmla="*/ 561866 h 6858000"/>
              <a:gd name="connsiteX462" fmla="*/ 12473798 w 13126719"/>
              <a:gd name="connsiteY462" fmla="*/ 561866 h 6858000"/>
              <a:gd name="connsiteX463" fmla="*/ 12473798 w 13126719"/>
              <a:gd name="connsiteY463" fmla="*/ 514856 h 6858000"/>
              <a:gd name="connsiteX464" fmla="*/ 12490196 w 13126719"/>
              <a:gd name="connsiteY464" fmla="*/ 495993 h 6858000"/>
              <a:gd name="connsiteX465" fmla="*/ 12505661 w 13126719"/>
              <a:gd name="connsiteY465" fmla="*/ 513462 h 6858000"/>
              <a:gd name="connsiteX466" fmla="*/ 12505661 w 13126719"/>
              <a:gd name="connsiteY466" fmla="*/ 561866 h 6858000"/>
              <a:gd name="connsiteX467" fmla="*/ 12523301 w 13126719"/>
              <a:gd name="connsiteY467" fmla="*/ 561866 h 6858000"/>
              <a:gd name="connsiteX468" fmla="*/ 12523301 w 13126719"/>
              <a:gd name="connsiteY468" fmla="*/ 510367 h 6858000"/>
              <a:gd name="connsiteX469" fmla="*/ 12497475 w 13126719"/>
              <a:gd name="connsiteY469" fmla="*/ 480518 h 6858000"/>
              <a:gd name="connsiteX470" fmla="*/ 12407614 w 13126719"/>
              <a:gd name="connsiteY470" fmla="*/ 480518 h 6858000"/>
              <a:gd name="connsiteX471" fmla="*/ 12368472 w 13126719"/>
              <a:gd name="connsiteY471" fmla="*/ 522273 h 6858000"/>
              <a:gd name="connsiteX472" fmla="*/ 12408996 w 13126719"/>
              <a:gd name="connsiteY472" fmla="*/ 564027 h 6858000"/>
              <a:gd name="connsiteX473" fmla="*/ 12443495 w 13126719"/>
              <a:gd name="connsiteY473" fmla="*/ 546239 h 6858000"/>
              <a:gd name="connsiteX474" fmla="*/ 12431432 w 13126719"/>
              <a:gd name="connsiteY474" fmla="*/ 536033 h 6858000"/>
              <a:gd name="connsiteX475" fmla="*/ 12409009 w 13126719"/>
              <a:gd name="connsiteY475" fmla="*/ 547939 h 6858000"/>
              <a:gd name="connsiteX476" fmla="*/ 12386585 w 13126719"/>
              <a:gd name="connsiteY476" fmla="*/ 527989 h 6858000"/>
              <a:gd name="connsiteX477" fmla="*/ 12445822 w 13126719"/>
              <a:gd name="connsiteY477" fmla="*/ 527989 h 6858000"/>
              <a:gd name="connsiteX478" fmla="*/ 12446283 w 13126719"/>
              <a:gd name="connsiteY478" fmla="*/ 521493 h 6858000"/>
              <a:gd name="connsiteX479" fmla="*/ 12407614 w 13126719"/>
              <a:gd name="connsiteY479" fmla="*/ 480518 h 6858000"/>
              <a:gd name="connsiteX480" fmla="*/ 12287272 w 13126719"/>
              <a:gd name="connsiteY480" fmla="*/ 480518 h 6858000"/>
              <a:gd name="connsiteX481" fmla="*/ 12264848 w 13126719"/>
              <a:gd name="connsiteY481" fmla="*/ 493205 h 6858000"/>
              <a:gd name="connsiteX482" fmla="*/ 12264848 w 13126719"/>
              <a:gd name="connsiteY482" fmla="*/ 482693 h 6858000"/>
              <a:gd name="connsiteX483" fmla="*/ 12247209 w 13126719"/>
              <a:gd name="connsiteY483" fmla="*/ 482693 h 6858000"/>
              <a:gd name="connsiteX484" fmla="*/ 12247209 w 13126719"/>
              <a:gd name="connsiteY484" fmla="*/ 561866 h 6858000"/>
              <a:gd name="connsiteX485" fmla="*/ 12264835 w 13126719"/>
              <a:gd name="connsiteY485" fmla="*/ 561866 h 6858000"/>
              <a:gd name="connsiteX486" fmla="*/ 12264835 w 13126719"/>
              <a:gd name="connsiteY486" fmla="*/ 514856 h 6858000"/>
              <a:gd name="connsiteX487" fmla="*/ 12279993 w 13126719"/>
              <a:gd name="connsiteY487" fmla="*/ 495993 h 6858000"/>
              <a:gd name="connsiteX488" fmla="*/ 12294230 w 13126719"/>
              <a:gd name="connsiteY488" fmla="*/ 513462 h 6858000"/>
              <a:gd name="connsiteX489" fmla="*/ 12294230 w 13126719"/>
              <a:gd name="connsiteY489" fmla="*/ 561866 h 6858000"/>
              <a:gd name="connsiteX490" fmla="*/ 12311857 w 13126719"/>
              <a:gd name="connsiteY490" fmla="*/ 561866 h 6858000"/>
              <a:gd name="connsiteX491" fmla="*/ 12311857 w 13126719"/>
              <a:gd name="connsiteY491" fmla="*/ 513155 h 6858000"/>
              <a:gd name="connsiteX492" fmla="*/ 12327015 w 13126719"/>
              <a:gd name="connsiteY492" fmla="*/ 495993 h 6858000"/>
              <a:gd name="connsiteX493" fmla="*/ 12341252 w 13126719"/>
              <a:gd name="connsiteY493" fmla="*/ 513462 h 6858000"/>
              <a:gd name="connsiteX494" fmla="*/ 12341252 w 13126719"/>
              <a:gd name="connsiteY494" fmla="*/ 561866 h 6858000"/>
              <a:gd name="connsiteX495" fmla="*/ 12358891 w 13126719"/>
              <a:gd name="connsiteY495" fmla="*/ 561866 h 6858000"/>
              <a:gd name="connsiteX496" fmla="*/ 12358891 w 13126719"/>
              <a:gd name="connsiteY496" fmla="*/ 510367 h 6858000"/>
              <a:gd name="connsiteX497" fmla="*/ 12332745 w 13126719"/>
              <a:gd name="connsiteY497" fmla="*/ 480518 h 6858000"/>
              <a:gd name="connsiteX498" fmla="*/ 12308928 w 13126719"/>
              <a:gd name="connsiteY498" fmla="*/ 494125 h 6858000"/>
              <a:gd name="connsiteX499" fmla="*/ 12287272 w 13126719"/>
              <a:gd name="connsiteY499" fmla="*/ 480518 h 6858000"/>
              <a:gd name="connsiteX500" fmla="*/ 12023830 w 13126719"/>
              <a:gd name="connsiteY500" fmla="*/ 471861 h 6858000"/>
              <a:gd name="connsiteX501" fmla="*/ 12053839 w 13126719"/>
              <a:gd name="connsiteY501" fmla="*/ 471861 h 6858000"/>
              <a:gd name="connsiteX502" fmla="*/ 12068997 w 13126719"/>
              <a:gd name="connsiteY502" fmla="*/ 484381 h 6858000"/>
              <a:gd name="connsiteX503" fmla="*/ 12053839 w 13126719"/>
              <a:gd name="connsiteY503" fmla="*/ 496913 h 6858000"/>
              <a:gd name="connsiteX504" fmla="*/ 12023830 w 13126719"/>
              <a:gd name="connsiteY504" fmla="*/ 496913 h 6858000"/>
              <a:gd name="connsiteX505" fmla="*/ 11759059 w 13126719"/>
              <a:gd name="connsiteY505" fmla="*/ 462794 h 6858000"/>
              <a:gd name="connsiteX506" fmla="*/ 11747367 w 13126719"/>
              <a:gd name="connsiteY506" fmla="*/ 494561 h 6858000"/>
              <a:gd name="connsiteX507" fmla="*/ 11758176 w 13126719"/>
              <a:gd name="connsiteY507" fmla="*/ 566535 h 6858000"/>
              <a:gd name="connsiteX508" fmla="*/ 11759954 w 13126719"/>
              <a:gd name="connsiteY508" fmla="*/ 566535 h 6858000"/>
              <a:gd name="connsiteX509" fmla="*/ 11770763 w 13126719"/>
              <a:gd name="connsiteY509" fmla="*/ 494561 h 6858000"/>
              <a:gd name="connsiteX510" fmla="*/ 11759059 w 13126719"/>
              <a:gd name="connsiteY510" fmla="*/ 462794 h 6858000"/>
              <a:gd name="connsiteX511" fmla="*/ 12003722 w 13126719"/>
              <a:gd name="connsiteY511" fmla="*/ 453624 h 6858000"/>
              <a:gd name="connsiteX512" fmla="*/ 12003722 w 13126719"/>
              <a:gd name="connsiteY512" fmla="*/ 561866 h 6858000"/>
              <a:gd name="connsiteX513" fmla="*/ 12057088 w 13126719"/>
              <a:gd name="connsiteY513" fmla="*/ 561866 h 6858000"/>
              <a:gd name="connsiteX514" fmla="*/ 12092661 w 13126719"/>
              <a:gd name="connsiteY514" fmla="*/ 531404 h 6858000"/>
              <a:gd name="connsiteX515" fmla="*/ 12073794 w 13126719"/>
              <a:gd name="connsiteY515" fmla="*/ 505584 h 6858000"/>
              <a:gd name="connsiteX516" fmla="*/ 12090039 w 13126719"/>
              <a:gd name="connsiteY516" fmla="*/ 481772 h 6858000"/>
              <a:gd name="connsiteX517" fmla="*/ 12056628 w 13126719"/>
              <a:gd name="connsiteY517" fmla="*/ 453624 h 6858000"/>
              <a:gd name="connsiteX518" fmla="*/ 12545110 w 13126719"/>
              <a:gd name="connsiteY518" fmla="*/ 450670 h 6858000"/>
              <a:gd name="connsiteX519" fmla="*/ 12534122 w 13126719"/>
              <a:gd name="connsiteY519" fmla="*/ 461655 h 6858000"/>
              <a:gd name="connsiteX520" fmla="*/ 12545110 w 13126719"/>
              <a:gd name="connsiteY520" fmla="*/ 472641 h 6858000"/>
              <a:gd name="connsiteX521" fmla="*/ 12556098 w 13126719"/>
              <a:gd name="connsiteY521" fmla="*/ 461655 h 6858000"/>
              <a:gd name="connsiteX522" fmla="*/ 12545110 w 13126719"/>
              <a:gd name="connsiteY522" fmla="*/ 450670 h 6858000"/>
              <a:gd name="connsiteX523" fmla="*/ 11897757 w 13126719"/>
              <a:gd name="connsiteY523" fmla="*/ 447346 h 6858000"/>
              <a:gd name="connsiteX524" fmla="*/ 11850582 w 13126719"/>
              <a:gd name="connsiteY524" fmla="*/ 475417 h 6858000"/>
              <a:gd name="connsiteX525" fmla="*/ 11774140 w 13126719"/>
              <a:gd name="connsiteY525" fmla="*/ 569476 h 6858000"/>
              <a:gd name="connsiteX526" fmla="*/ 11775598 w 13126719"/>
              <a:gd name="connsiteY526" fmla="*/ 570934 h 6858000"/>
              <a:gd name="connsiteX527" fmla="*/ 11869680 w 13126719"/>
              <a:gd name="connsiteY527" fmla="*/ 494510 h 6858000"/>
              <a:gd name="connsiteX528" fmla="*/ 11897757 w 13126719"/>
              <a:gd name="connsiteY528" fmla="*/ 447346 h 6858000"/>
              <a:gd name="connsiteX529" fmla="*/ 11618953 w 13126719"/>
              <a:gd name="connsiteY529" fmla="*/ 447282 h 6858000"/>
              <a:gd name="connsiteX530" fmla="*/ 11647030 w 13126719"/>
              <a:gd name="connsiteY530" fmla="*/ 494446 h 6858000"/>
              <a:gd name="connsiteX531" fmla="*/ 11741112 w 13126719"/>
              <a:gd name="connsiteY531" fmla="*/ 570870 h 6858000"/>
              <a:gd name="connsiteX532" fmla="*/ 11741112 w 13126719"/>
              <a:gd name="connsiteY532" fmla="*/ 570883 h 6858000"/>
              <a:gd name="connsiteX533" fmla="*/ 11742570 w 13126719"/>
              <a:gd name="connsiteY533" fmla="*/ 569425 h 6858000"/>
              <a:gd name="connsiteX534" fmla="*/ 11666128 w 13126719"/>
              <a:gd name="connsiteY534" fmla="*/ 475365 h 6858000"/>
              <a:gd name="connsiteX535" fmla="*/ 11618953 w 13126719"/>
              <a:gd name="connsiteY535" fmla="*/ 447282 h 6858000"/>
              <a:gd name="connsiteX536" fmla="*/ 934720 w 13126719"/>
              <a:gd name="connsiteY536" fmla="*/ 0 h 6858000"/>
              <a:gd name="connsiteX537" fmla="*/ 13126719 w 13126719"/>
              <a:gd name="connsiteY537" fmla="*/ 0 h 6858000"/>
              <a:gd name="connsiteX538" fmla="*/ 13126719 w 13126719"/>
              <a:gd name="connsiteY538" fmla="*/ 6858000 h 6858000"/>
              <a:gd name="connsiteX539" fmla="*/ 934720 w 13126719"/>
              <a:gd name="connsiteY539" fmla="*/ 6858000 h 6858000"/>
              <a:gd name="connsiteX540" fmla="*/ 934720 w 13126719"/>
              <a:gd name="connsiteY540" fmla="*/ 1376363 h 6858000"/>
              <a:gd name="connsiteX541" fmla="*/ 0 w 13126719"/>
              <a:gd name="connsiteY541" fmla="*/ 1376363 h 6858000"/>
              <a:gd name="connsiteX542" fmla="*/ 0 w 13126719"/>
              <a:gd name="connsiteY542" fmla="*/ 441325 h 6858000"/>
              <a:gd name="connsiteX543" fmla="*/ 934720 w 13126719"/>
              <a:gd name="connsiteY543" fmla="*/ 4413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</a:cxnLst>
            <a:rect l="l" t="t" r="r" b="b"/>
            <a:pathLst>
              <a:path w="13126719" h="6858000">
                <a:moveTo>
                  <a:pt x="1627983" y="6562790"/>
                </a:moveTo>
                <a:cubicBezTo>
                  <a:pt x="1635973" y="6562790"/>
                  <a:pt x="1642510" y="6568497"/>
                  <a:pt x="1643963" y="6577940"/>
                </a:cubicBezTo>
                <a:lnTo>
                  <a:pt x="1611381" y="6577940"/>
                </a:lnTo>
                <a:cubicBezTo>
                  <a:pt x="1612938" y="6568705"/>
                  <a:pt x="1619371" y="6562790"/>
                  <a:pt x="1627983" y="6562790"/>
                </a:cubicBezTo>
                <a:close/>
                <a:moveTo>
                  <a:pt x="1504086" y="6562790"/>
                </a:moveTo>
                <a:cubicBezTo>
                  <a:pt x="1512076" y="6562790"/>
                  <a:pt x="1518613" y="6568497"/>
                  <a:pt x="1520066" y="6577940"/>
                </a:cubicBezTo>
                <a:lnTo>
                  <a:pt x="1487484" y="6577940"/>
                </a:lnTo>
                <a:cubicBezTo>
                  <a:pt x="1489041" y="6568705"/>
                  <a:pt x="1495474" y="6562790"/>
                  <a:pt x="1504086" y="6562790"/>
                </a:cubicBezTo>
                <a:close/>
                <a:moveTo>
                  <a:pt x="1540421" y="6556045"/>
                </a:moveTo>
                <a:lnTo>
                  <a:pt x="1540421" y="6608757"/>
                </a:lnTo>
                <a:lnTo>
                  <a:pt x="1549137" y="6608757"/>
                </a:lnTo>
                <a:lnTo>
                  <a:pt x="1549137" y="6556045"/>
                </a:lnTo>
                <a:close/>
                <a:moveTo>
                  <a:pt x="1627983" y="6554697"/>
                </a:moveTo>
                <a:cubicBezTo>
                  <a:pt x="1613249" y="6554697"/>
                  <a:pt x="1602250" y="6566318"/>
                  <a:pt x="1602250" y="6582401"/>
                </a:cubicBezTo>
                <a:cubicBezTo>
                  <a:pt x="1602250" y="6598381"/>
                  <a:pt x="1613456" y="6610106"/>
                  <a:pt x="1628502" y="6610106"/>
                </a:cubicBezTo>
                <a:cubicBezTo>
                  <a:pt x="1638256" y="6610106"/>
                  <a:pt x="1646765" y="6605437"/>
                  <a:pt x="1651123" y="6598485"/>
                </a:cubicBezTo>
                <a:lnTo>
                  <a:pt x="1645001" y="6593297"/>
                </a:lnTo>
                <a:cubicBezTo>
                  <a:pt x="1641680" y="6598692"/>
                  <a:pt x="1635766" y="6602013"/>
                  <a:pt x="1628502" y="6602013"/>
                </a:cubicBezTo>
                <a:cubicBezTo>
                  <a:pt x="1619267" y="6602013"/>
                  <a:pt x="1612419" y="6595268"/>
                  <a:pt x="1611277" y="6585203"/>
                </a:cubicBezTo>
                <a:lnTo>
                  <a:pt x="1652887" y="6585203"/>
                </a:lnTo>
                <a:cubicBezTo>
                  <a:pt x="1652991" y="6584165"/>
                  <a:pt x="1653094" y="6583024"/>
                  <a:pt x="1653094" y="6582090"/>
                </a:cubicBezTo>
                <a:cubicBezTo>
                  <a:pt x="1653094" y="6566629"/>
                  <a:pt x="1642510" y="6554697"/>
                  <a:pt x="1627983" y="6554697"/>
                </a:cubicBezTo>
                <a:close/>
                <a:moveTo>
                  <a:pt x="1504086" y="6554697"/>
                </a:moveTo>
                <a:cubicBezTo>
                  <a:pt x="1489352" y="6554697"/>
                  <a:pt x="1478353" y="6566318"/>
                  <a:pt x="1478353" y="6582401"/>
                </a:cubicBezTo>
                <a:cubicBezTo>
                  <a:pt x="1478353" y="6598381"/>
                  <a:pt x="1489559" y="6610106"/>
                  <a:pt x="1504605" y="6610106"/>
                </a:cubicBezTo>
                <a:cubicBezTo>
                  <a:pt x="1514359" y="6610106"/>
                  <a:pt x="1522868" y="6605437"/>
                  <a:pt x="1527226" y="6598485"/>
                </a:cubicBezTo>
                <a:lnTo>
                  <a:pt x="1521104" y="6593297"/>
                </a:lnTo>
                <a:cubicBezTo>
                  <a:pt x="1517783" y="6598692"/>
                  <a:pt x="1511869" y="6602013"/>
                  <a:pt x="1504605" y="6602013"/>
                </a:cubicBezTo>
                <a:cubicBezTo>
                  <a:pt x="1495370" y="6602013"/>
                  <a:pt x="1488522" y="6595268"/>
                  <a:pt x="1487380" y="6585203"/>
                </a:cubicBezTo>
                <a:lnTo>
                  <a:pt x="1528990" y="6585203"/>
                </a:lnTo>
                <a:cubicBezTo>
                  <a:pt x="1529094" y="6584165"/>
                  <a:pt x="1529197" y="6583024"/>
                  <a:pt x="1529197" y="6582090"/>
                </a:cubicBezTo>
                <a:cubicBezTo>
                  <a:pt x="1529197" y="6566629"/>
                  <a:pt x="1518613" y="6554697"/>
                  <a:pt x="1504086" y="6554697"/>
                </a:cubicBezTo>
                <a:close/>
                <a:moveTo>
                  <a:pt x="1578378" y="6541207"/>
                </a:moveTo>
                <a:lnTo>
                  <a:pt x="1569662" y="6544216"/>
                </a:lnTo>
                <a:lnTo>
                  <a:pt x="1569662" y="6556045"/>
                </a:lnTo>
                <a:lnTo>
                  <a:pt x="1559908" y="6556045"/>
                </a:lnTo>
                <a:lnTo>
                  <a:pt x="1559908" y="6563620"/>
                </a:lnTo>
                <a:lnTo>
                  <a:pt x="1569662" y="6563620"/>
                </a:lnTo>
                <a:lnTo>
                  <a:pt x="1569662" y="6593608"/>
                </a:lnTo>
                <a:cubicBezTo>
                  <a:pt x="1569662" y="6603881"/>
                  <a:pt x="1575265" y="6609899"/>
                  <a:pt x="1585019" y="6609899"/>
                </a:cubicBezTo>
                <a:cubicBezTo>
                  <a:pt x="1587821" y="6609899"/>
                  <a:pt x="1590311" y="6609484"/>
                  <a:pt x="1592075" y="6608757"/>
                </a:cubicBezTo>
                <a:lnTo>
                  <a:pt x="1592075" y="6600975"/>
                </a:lnTo>
                <a:cubicBezTo>
                  <a:pt x="1590519" y="6601598"/>
                  <a:pt x="1588755" y="6601909"/>
                  <a:pt x="1587094" y="6601909"/>
                </a:cubicBezTo>
                <a:cubicBezTo>
                  <a:pt x="1581283" y="6601909"/>
                  <a:pt x="1578378" y="6598692"/>
                  <a:pt x="1578378" y="6592778"/>
                </a:cubicBezTo>
                <a:lnTo>
                  <a:pt x="1578378" y="6563620"/>
                </a:lnTo>
                <a:lnTo>
                  <a:pt x="1592075" y="6563620"/>
                </a:lnTo>
                <a:lnTo>
                  <a:pt x="1592075" y="6556045"/>
                </a:lnTo>
                <a:lnTo>
                  <a:pt x="1578378" y="6556045"/>
                </a:lnTo>
                <a:close/>
                <a:moveTo>
                  <a:pt x="1444309" y="6534878"/>
                </a:moveTo>
                <a:cubicBezTo>
                  <a:pt x="1428641" y="6534878"/>
                  <a:pt x="1419094" y="6542867"/>
                  <a:pt x="1419094" y="6554800"/>
                </a:cubicBezTo>
                <a:cubicBezTo>
                  <a:pt x="1419094" y="6565799"/>
                  <a:pt x="1425009" y="6571921"/>
                  <a:pt x="1437772" y="6574723"/>
                </a:cubicBezTo>
                <a:lnTo>
                  <a:pt x="1446384" y="6576591"/>
                </a:lnTo>
                <a:cubicBezTo>
                  <a:pt x="1454997" y="6578562"/>
                  <a:pt x="1459666" y="6582401"/>
                  <a:pt x="1459666" y="6589354"/>
                </a:cubicBezTo>
                <a:cubicBezTo>
                  <a:pt x="1459666" y="6597032"/>
                  <a:pt x="1453544" y="6601701"/>
                  <a:pt x="1442441" y="6601701"/>
                </a:cubicBezTo>
                <a:cubicBezTo>
                  <a:pt x="1434763" y="6601701"/>
                  <a:pt x="1426980" y="6599107"/>
                  <a:pt x="1420339" y="6593815"/>
                </a:cubicBezTo>
                <a:lnTo>
                  <a:pt x="1420339" y="6603569"/>
                </a:lnTo>
                <a:cubicBezTo>
                  <a:pt x="1426462" y="6607720"/>
                  <a:pt x="1434555" y="6610003"/>
                  <a:pt x="1442441" y="6610003"/>
                </a:cubicBezTo>
                <a:cubicBezTo>
                  <a:pt x="1458835" y="6610003"/>
                  <a:pt x="1469005" y="6602117"/>
                  <a:pt x="1469005" y="6589042"/>
                </a:cubicBezTo>
                <a:cubicBezTo>
                  <a:pt x="1469005" y="6577732"/>
                  <a:pt x="1462675" y="6570780"/>
                  <a:pt x="1449186" y="6567771"/>
                </a:cubicBezTo>
                <a:lnTo>
                  <a:pt x="1440573" y="6565799"/>
                </a:lnTo>
                <a:cubicBezTo>
                  <a:pt x="1432065" y="6563828"/>
                  <a:pt x="1428537" y="6560196"/>
                  <a:pt x="1428537" y="6554178"/>
                </a:cubicBezTo>
                <a:cubicBezTo>
                  <a:pt x="1428537" y="6547433"/>
                  <a:pt x="1434451" y="6543179"/>
                  <a:pt x="1444309" y="6543179"/>
                </a:cubicBezTo>
                <a:cubicBezTo>
                  <a:pt x="1451884" y="6543179"/>
                  <a:pt x="1459458" y="6545669"/>
                  <a:pt x="1465684" y="6551065"/>
                </a:cubicBezTo>
                <a:lnTo>
                  <a:pt x="1465788" y="6541311"/>
                </a:lnTo>
                <a:cubicBezTo>
                  <a:pt x="1459355" y="6536849"/>
                  <a:pt x="1451156" y="6534878"/>
                  <a:pt x="1444309" y="6534878"/>
                </a:cubicBezTo>
                <a:close/>
                <a:moveTo>
                  <a:pt x="1544779" y="6534151"/>
                </a:moveTo>
                <a:cubicBezTo>
                  <a:pt x="1541355" y="6534151"/>
                  <a:pt x="1538760" y="6536849"/>
                  <a:pt x="1538760" y="6540170"/>
                </a:cubicBezTo>
                <a:cubicBezTo>
                  <a:pt x="1538760" y="6543594"/>
                  <a:pt x="1541355" y="6546188"/>
                  <a:pt x="1544779" y="6546188"/>
                </a:cubicBezTo>
                <a:cubicBezTo>
                  <a:pt x="1548203" y="6546188"/>
                  <a:pt x="1550797" y="6543594"/>
                  <a:pt x="1550797" y="6540170"/>
                </a:cubicBezTo>
                <a:cubicBezTo>
                  <a:pt x="1550797" y="6536849"/>
                  <a:pt x="1548203" y="6534151"/>
                  <a:pt x="1544779" y="6534151"/>
                </a:cubicBezTo>
                <a:close/>
                <a:moveTo>
                  <a:pt x="1435624" y="6461548"/>
                </a:moveTo>
                <a:lnTo>
                  <a:pt x="1454178" y="6461548"/>
                </a:lnTo>
                <a:cubicBezTo>
                  <a:pt x="1460128" y="6461548"/>
                  <a:pt x="1463556" y="6464573"/>
                  <a:pt x="1463556" y="6469515"/>
                </a:cubicBezTo>
                <a:cubicBezTo>
                  <a:pt x="1463556" y="6474657"/>
                  <a:pt x="1460128" y="6477582"/>
                  <a:pt x="1454178" y="6477582"/>
                </a:cubicBezTo>
                <a:lnTo>
                  <a:pt x="1435624" y="6477582"/>
                </a:lnTo>
                <a:close/>
                <a:moveTo>
                  <a:pt x="1997565" y="6451061"/>
                </a:moveTo>
                <a:cubicBezTo>
                  <a:pt x="2005229" y="6451061"/>
                  <a:pt x="2010674" y="6457010"/>
                  <a:pt x="2010674" y="6464876"/>
                </a:cubicBezTo>
                <a:cubicBezTo>
                  <a:pt x="2010674" y="6472741"/>
                  <a:pt x="2005229" y="6478691"/>
                  <a:pt x="1997565" y="6478691"/>
                </a:cubicBezTo>
                <a:cubicBezTo>
                  <a:pt x="1990002" y="6478691"/>
                  <a:pt x="1984556" y="6472741"/>
                  <a:pt x="1984556" y="6464876"/>
                </a:cubicBezTo>
                <a:cubicBezTo>
                  <a:pt x="1984556" y="6457010"/>
                  <a:pt x="1990002" y="6451061"/>
                  <a:pt x="1997565" y="6451061"/>
                </a:cubicBezTo>
                <a:close/>
                <a:moveTo>
                  <a:pt x="2160216" y="6450960"/>
                </a:moveTo>
                <a:cubicBezTo>
                  <a:pt x="2167779" y="6450960"/>
                  <a:pt x="2173325" y="6457010"/>
                  <a:pt x="2173325" y="6464876"/>
                </a:cubicBezTo>
                <a:cubicBezTo>
                  <a:pt x="2173325" y="6472741"/>
                  <a:pt x="2167779" y="6478792"/>
                  <a:pt x="2160216" y="6478792"/>
                </a:cubicBezTo>
                <a:cubicBezTo>
                  <a:pt x="2152653" y="6478792"/>
                  <a:pt x="2147107" y="6472741"/>
                  <a:pt x="2147107" y="6464876"/>
                </a:cubicBezTo>
                <a:cubicBezTo>
                  <a:pt x="2147107" y="6457010"/>
                  <a:pt x="2152653" y="6450960"/>
                  <a:pt x="2160216" y="6450960"/>
                </a:cubicBezTo>
                <a:close/>
                <a:moveTo>
                  <a:pt x="1854682" y="6450960"/>
                </a:moveTo>
                <a:cubicBezTo>
                  <a:pt x="1862245" y="6450960"/>
                  <a:pt x="1867791" y="6457010"/>
                  <a:pt x="1867791" y="6464876"/>
                </a:cubicBezTo>
                <a:cubicBezTo>
                  <a:pt x="1867791" y="6472741"/>
                  <a:pt x="1862245" y="6478792"/>
                  <a:pt x="1854682" y="6478792"/>
                </a:cubicBezTo>
                <a:cubicBezTo>
                  <a:pt x="1847119" y="6478792"/>
                  <a:pt x="1841573" y="6472741"/>
                  <a:pt x="1841573" y="6464876"/>
                </a:cubicBezTo>
                <a:cubicBezTo>
                  <a:pt x="1841573" y="6457010"/>
                  <a:pt x="1847119" y="6450960"/>
                  <a:pt x="1854682" y="6450960"/>
                </a:cubicBezTo>
                <a:close/>
                <a:moveTo>
                  <a:pt x="1516036" y="6450960"/>
                </a:moveTo>
                <a:cubicBezTo>
                  <a:pt x="1523599" y="6450960"/>
                  <a:pt x="1529145" y="6457010"/>
                  <a:pt x="1529145" y="6464876"/>
                </a:cubicBezTo>
                <a:cubicBezTo>
                  <a:pt x="1529145" y="6472741"/>
                  <a:pt x="1523599" y="6478792"/>
                  <a:pt x="1516036" y="6478792"/>
                </a:cubicBezTo>
                <a:cubicBezTo>
                  <a:pt x="1508473" y="6478792"/>
                  <a:pt x="1502927" y="6472741"/>
                  <a:pt x="1502927" y="6464876"/>
                </a:cubicBezTo>
                <a:cubicBezTo>
                  <a:pt x="1502927" y="6457010"/>
                  <a:pt x="1508473" y="6450960"/>
                  <a:pt x="1516036" y="6450960"/>
                </a:cubicBezTo>
                <a:close/>
                <a:moveTo>
                  <a:pt x="2223220" y="6450153"/>
                </a:moveTo>
                <a:cubicBezTo>
                  <a:pt x="2228767" y="6450153"/>
                  <a:pt x="2233103" y="6452977"/>
                  <a:pt x="2234616" y="6458926"/>
                </a:cubicBezTo>
                <a:lnTo>
                  <a:pt x="2212027" y="6458926"/>
                </a:lnTo>
                <a:cubicBezTo>
                  <a:pt x="2213539" y="6453380"/>
                  <a:pt x="2217573" y="6450153"/>
                  <a:pt x="2223220" y="6450153"/>
                </a:cubicBezTo>
                <a:close/>
                <a:moveTo>
                  <a:pt x="1708479" y="6450153"/>
                </a:moveTo>
                <a:cubicBezTo>
                  <a:pt x="1714025" y="6450153"/>
                  <a:pt x="1718361" y="6452977"/>
                  <a:pt x="1719874" y="6458926"/>
                </a:cubicBezTo>
                <a:lnTo>
                  <a:pt x="1697285" y="6458926"/>
                </a:lnTo>
                <a:cubicBezTo>
                  <a:pt x="1698798" y="6453380"/>
                  <a:pt x="1702832" y="6450153"/>
                  <a:pt x="1708479" y="6450153"/>
                </a:cubicBezTo>
                <a:close/>
                <a:moveTo>
                  <a:pt x="1802783" y="6438859"/>
                </a:moveTo>
                <a:lnTo>
                  <a:pt x="1802783" y="6490893"/>
                </a:lnTo>
                <a:lnTo>
                  <a:pt x="1816800" y="6490893"/>
                </a:lnTo>
                <a:lnTo>
                  <a:pt x="1816800" y="6438859"/>
                </a:lnTo>
                <a:close/>
                <a:moveTo>
                  <a:pt x="2286364" y="6437851"/>
                </a:moveTo>
                <a:cubicBezTo>
                  <a:pt x="2277792" y="6437851"/>
                  <a:pt x="2273053" y="6442288"/>
                  <a:pt x="2271338" y="6448136"/>
                </a:cubicBezTo>
                <a:lnTo>
                  <a:pt x="2271338" y="6438859"/>
                </a:lnTo>
                <a:lnTo>
                  <a:pt x="2257321" y="6438859"/>
                </a:lnTo>
                <a:lnTo>
                  <a:pt x="2257321" y="6490893"/>
                </a:lnTo>
                <a:lnTo>
                  <a:pt x="2271338" y="6490893"/>
                </a:lnTo>
                <a:lnTo>
                  <a:pt x="2271338" y="6462557"/>
                </a:lnTo>
                <a:cubicBezTo>
                  <a:pt x="2271338" y="6455599"/>
                  <a:pt x="2274263" y="6452674"/>
                  <a:pt x="2284750" y="6452674"/>
                </a:cubicBezTo>
                <a:lnTo>
                  <a:pt x="2287271" y="6452674"/>
                </a:lnTo>
                <a:lnTo>
                  <a:pt x="2287271" y="6437851"/>
                </a:lnTo>
                <a:close/>
                <a:moveTo>
                  <a:pt x="1584990" y="6437851"/>
                </a:moveTo>
                <a:cubicBezTo>
                  <a:pt x="1576419" y="6437851"/>
                  <a:pt x="1571679" y="6442288"/>
                  <a:pt x="1569965" y="6448136"/>
                </a:cubicBezTo>
                <a:lnTo>
                  <a:pt x="1569965" y="6438859"/>
                </a:lnTo>
                <a:lnTo>
                  <a:pt x="1555948" y="6438859"/>
                </a:lnTo>
                <a:lnTo>
                  <a:pt x="1555948" y="6490893"/>
                </a:lnTo>
                <a:lnTo>
                  <a:pt x="1569965" y="6490893"/>
                </a:lnTo>
                <a:lnTo>
                  <a:pt x="1569965" y="6462557"/>
                </a:lnTo>
                <a:cubicBezTo>
                  <a:pt x="1569965" y="6455599"/>
                  <a:pt x="1572889" y="6452674"/>
                  <a:pt x="1583377" y="6452674"/>
                </a:cubicBezTo>
                <a:lnTo>
                  <a:pt x="1585898" y="6452674"/>
                </a:lnTo>
                <a:lnTo>
                  <a:pt x="1585898" y="6437851"/>
                </a:lnTo>
                <a:close/>
                <a:moveTo>
                  <a:pt x="2223220" y="6437447"/>
                </a:moveTo>
                <a:cubicBezTo>
                  <a:pt x="2208195" y="6437447"/>
                  <a:pt x="2197304" y="6449044"/>
                  <a:pt x="2197304" y="6464876"/>
                </a:cubicBezTo>
                <a:cubicBezTo>
                  <a:pt x="2197304" y="6480708"/>
                  <a:pt x="2208699" y="6492405"/>
                  <a:pt x="2224430" y="6492405"/>
                </a:cubicBezTo>
                <a:cubicBezTo>
                  <a:pt x="2233809" y="6492405"/>
                  <a:pt x="2243187" y="6487565"/>
                  <a:pt x="2247422" y="6480607"/>
                </a:cubicBezTo>
                <a:lnTo>
                  <a:pt x="2237943" y="6472540"/>
                </a:lnTo>
                <a:cubicBezTo>
                  <a:pt x="2235321" y="6476977"/>
                  <a:pt x="2230077" y="6479699"/>
                  <a:pt x="2224430" y="6479699"/>
                </a:cubicBezTo>
                <a:cubicBezTo>
                  <a:pt x="2217472" y="6479699"/>
                  <a:pt x="2213136" y="6474960"/>
                  <a:pt x="2211825" y="6468909"/>
                </a:cubicBezTo>
                <a:lnTo>
                  <a:pt x="2248834" y="6468909"/>
                </a:lnTo>
                <a:cubicBezTo>
                  <a:pt x="2249036" y="6467498"/>
                  <a:pt x="2249237" y="6465783"/>
                  <a:pt x="2249237" y="6464271"/>
                </a:cubicBezTo>
                <a:cubicBezTo>
                  <a:pt x="2249237" y="6449548"/>
                  <a:pt x="2239254" y="6437447"/>
                  <a:pt x="2223220" y="6437447"/>
                </a:cubicBezTo>
                <a:close/>
                <a:moveTo>
                  <a:pt x="2157090" y="6437447"/>
                </a:moveTo>
                <a:cubicBezTo>
                  <a:pt x="2143879" y="6437447"/>
                  <a:pt x="2132585" y="6448943"/>
                  <a:pt x="2132585" y="6464876"/>
                </a:cubicBezTo>
                <a:cubicBezTo>
                  <a:pt x="2132585" y="6480909"/>
                  <a:pt x="2143879" y="6492405"/>
                  <a:pt x="2157090" y="6492405"/>
                </a:cubicBezTo>
                <a:cubicBezTo>
                  <a:pt x="2164754" y="6492405"/>
                  <a:pt x="2170098" y="6489178"/>
                  <a:pt x="2173325" y="6483430"/>
                </a:cubicBezTo>
                <a:lnTo>
                  <a:pt x="2173325" y="6490893"/>
                </a:lnTo>
                <a:lnTo>
                  <a:pt x="2187342" y="6490893"/>
                </a:lnTo>
                <a:lnTo>
                  <a:pt x="2187342" y="6438859"/>
                </a:lnTo>
                <a:lnTo>
                  <a:pt x="2173325" y="6438859"/>
                </a:lnTo>
                <a:lnTo>
                  <a:pt x="2173325" y="6446422"/>
                </a:lnTo>
                <a:cubicBezTo>
                  <a:pt x="2170098" y="6440674"/>
                  <a:pt x="2164754" y="6437447"/>
                  <a:pt x="2157090" y="6437447"/>
                </a:cubicBezTo>
                <a:close/>
                <a:moveTo>
                  <a:pt x="1997565" y="6437447"/>
                </a:moveTo>
                <a:cubicBezTo>
                  <a:pt x="1981934" y="6437447"/>
                  <a:pt x="1970035" y="6448943"/>
                  <a:pt x="1970035" y="6464876"/>
                </a:cubicBezTo>
                <a:cubicBezTo>
                  <a:pt x="1970035" y="6480809"/>
                  <a:pt x="1981934" y="6492304"/>
                  <a:pt x="1997565" y="6492304"/>
                </a:cubicBezTo>
                <a:cubicBezTo>
                  <a:pt x="2013296" y="6492304"/>
                  <a:pt x="2025195" y="6480809"/>
                  <a:pt x="2025195" y="6464876"/>
                </a:cubicBezTo>
                <a:cubicBezTo>
                  <a:pt x="2025195" y="6448943"/>
                  <a:pt x="2013296" y="6437447"/>
                  <a:pt x="1997565" y="6437447"/>
                </a:cubicBezTo>
                <a:close/>
                <a:moveTo>
                  <a:pt x="1851556" y="6437447"/>
                </a:moveTo>
                <a:cubicBezTo>
                  <a:pt x="1838346" y="6437447"/>
                  <a:pt x="1827052" y="6448943"/>
                  <a:pt x="1827052" y="6464876"/>
                </a:cubicBezTo>
                <a:cubicBezTo>
                  <a:pt x="1827052" y="6480909"/>
                  <a:pt x="1838346" y="6492405"/>
                  <a:pt x="1851556" y="6492405"/>
                </a:cubicBezTo>
                <a:cubicBezTo>
                  <a:pt x="1859220" y="6492405"/>
                  <a:pt x="1864564" y="6489178"/>
                  <a:pt x="1867791" y="6483430"/>
                </a:cubicBezTo>
                <a:lnTo>
                  <a:pt x="1867791" y="6490893"/>
                </a:lnTo>
                <a:lnTo>
                  <a:pt x="1881808" y="6490893"/>
                </a:lnTo>
                <a:lnTo>
                  <a:pt x="1881808" y="6438859"/>
                </a:lnTo>
                <a:lnTo>
                  <a:pt x="1867791" y="6438859"/>
                </a:lnTo>
                <a:lnTo>
                  <a:pt x="1867791" y="6446422"/>
                </a:lnTo>
                <a:cubicBezTo>
                  <a:pt x="1864564" y="6440674"/>
                  <a:pt x="1859220" y="6437447"/>
                  <a:pt x="1851556" y="6437447"/>
                </a:cubicBezTo>
                <a:close/>
                <a:moveTo>
                  <a:pt x="1773731" y="6437447"/>
                </a:moveTo>
                <a:cubicBezTo>
                  <a:pt x="1765564" y="6437447"/>
                  <a:pt x="1760421" y="6441178"/>
                  <a:pt x="1758102" y="6444809"/>
                </a:cubicBezTo>
                <a:lnTo>
                  <a:pt x="1758102" y="6438859"/>
                </a:lnTo>
                <a:lnTo>
                  <a:pt x="1744085" y="6438859"/>
                </a:lnTo>
                <a:lnTo>
                  <a:pt x="1744085" y="6490893"/>
                </a:lnTo>
                <a:lnTo>
                  <a:pt x="1758102" y="6490893"/>
                </a:lnTo>
                <a:lnTo>
                  <a:pt x="1758102" y="6459733"/>
                </a:lnTo>
                <a:cubicBezTo>
                  <a:pt x="1758102" y="6453077"/>
                  <a:pt x="1762034" y="6449750"/>
                  <a:pt x="1767682" y="6449750"/>
                </a:cubicBezTo>
                <a:cubicBezTo>
                  <a:pt x="1773530" y="6449750"/>
                  <a:pt x="1776656" y="6453582"/>
                  <a:pt x="1776656" y="6459229"/>
                </a:cubicBezTo>
                <a:lnTo>
                  <a:pt x="1776656" y="6490893"/>
                </a:lnTo>
                <a:lnTo>
                  <a:pt x="1790673" y="6490893"/>
                </a:lnTo>
                <a:lnTo>
                  <a:pt x="1790673" y="6456708"/>
                </a:lnTo>
                <a:cubicBezTo>
                  <a:pt x="1790673" y="6443195"/>
                  <a:pt x="1783110" y="6437447"/>
                  <a:pt x="1773731" y="6437447"/>
                </a:cubicBezTo>
                <a:close/>
                <a:moveTo>
                  <a:pt x="1708479" y="6437447"/>
                </a:moveTo>
                <a:cubicBezTo>
                  <a:pt x="1693453" y="6437447"/>
                  <a:pt x="1682563" y="6449044"/>
                  <a:pt x="1682563" y="6464876"/>
                </a:cubicBezTo>
                <a:cubicBezTo>
                  <a:pt x="1682563" y="6480708"/>
                  <a:pt x="1693958" y="6492405"/>
                  <a:pt x="1709689" y="6492405"/>
                </a:cubicBezTo>
                <a:cubicBezTo>
                  <a:pt x="1719067" y="6492405"/>
                  <a:pt x="1728445" y="6487565"/>
                  <a:pt x="1732681" y="6480607"/>
                </a:cubicBezTo>
                <a:lnTo>
                  <a:pt x="1723200" y="6472540"/>
                </a:lnTo>
                <a:cubicBezTo>
                  <a:pt x="1720580" y="6476977"/>
                  <a:pt x="1715336" y="6479699"/>
                  <a:pt x="1709689" y="6479699"/>
                </a:cubicBezTo>
                <a:cubicBezTo>
                  <a:pt x="1702731" y="6479699"/>
                  <a:pt x="1698395" y="6474960"/>
                  <a:pt x="1697084" y="6468909"/>
                </a:cubicBezTo>
                <a:lnTo>
                  <a:pt x="1734091" y="6468909"/>
                </a:lnTo>
                <a:cubicBezTo>
                  <a:pt x="1734294" y="6467498"/>
                  <a:pt x="1734496" y="6465783"/>
                  <a:pt x="1734496" y="6464271"/>
                </a:cubicBezTo>
                <a:cubicBezTo>
                  <a:pt x="1734496" y="6449548"/>
                  <a:pt x="1724513" y="6437447"/>
                  <a:pt x="1708479" y="6437447"/>
                </a:cubicBezTo>
                <a:close/>
                <a:moveTo>
                  <a:pt x="1624123" y="6437447"/>
                </a:moveTo>
                <a:cubicBezTo>
                  <a:pt x="1616156" y="6437447"/>
                  <a:pt x="1611518" y="6441078"/>
                  <a:pt x="1609097" y="6444809"/>
                </a:cubicBezTo>
                <a:lnTo>
                  <a:pt x="1609097" y="6438859"/>
                </a:lnTo>
                <a:lnTo>
                  <a:pt x="1595081" y="6438859"/>
                </a:lnTo>
                <a:lnTo>
                  <a:pt x="1595081" y="6490893"/>
                </a:lnTo>
                <a:lnTo>
                  <a:pt x="1609097" y="6490893"/>
                </a:lnTo>
                <a:lnTo>
                  <a:pt x="1609097" y="6460036"/>
                </a:lnTo>
                <a:cubicBezTo>
                  <a:pt x="1609097" y="6453077"/>
                  <a:pt x="1612627" y="6449750"/>
                  <a:pt x="1618072" y="6449750"/>
                </a:cubicBezTo>
                <a:cubicBezTo>
                  <a:pt x="1623820" y="6449750"/>
                  <a:pt x="1626644" y="6453683"/>
                  <a:pt x="1626644" y="6459632"/>
                </a:cubicBezTo>
                <a:lnTo>
                  <a:pt x="1626644" y="6490893"/>
                </a:lnTo>
                <a:lnTo>
                  <a:pt x="1640560" y="6490893"/>
                </a:lnTo>
                <a:lnTo>
                  <a:pt x="1640560" y="6458523"/>
                </a:lnTo>
                <a:cubicBezTo>
                  <a:pt x="1640560" y="6453178"/>
                  <a:pt x="1644291" y="6449750"/>
                  <a:pt x="1649636" y="6449750"/>
                </a:cubicBezTo>
                <a:cubicBezTo>
                  <a:pt x="1655283" y="6449750"/>
                  <a:pt x="1658207" y="6453582"/>
                  <a:pt x="1658207" y="6459632"/>
                </a:cubicBezTo>
                <a:lnTo>
                  <a:pt x="1658207" y="6490893"/>
                </a:lnTo>
                <a:lnTo>
                  <a:pt x="1672224" y="6490893"/>
                </a:lnTo>
                <a:lnTo>
                  <a:pt x="1672224" y="6457010"/>
                </a:lnTo>
                <a:cubicBezTo>
                  <a:pt x="1672224" y="6443296"/>
                  <a:pt x="1664863" y="6437447"/>
                  <a:pt x="1654274" y="6437447"/>
                </a:cubicBezTo>
                <a:cubicBezTo>
                  <a:pt x="1647518" y="6437447"/>
                  <a:pt x="1642072" y="6439968"/>
                  <a:pt x="1638241" y="6445716"/>
                </a:cubicBezTo>
                <a:cubicBezTo>
                  <a:pt x="1635316" y="6439968"/>
                  <a:pt x="1630072" y="6437447"/>
                  <a:pt x="1624123" y="6437447"/>
                </a:cubicBezTo>
                <a:close/>
                <a:moveTo>
                  <a:pt x="1512910" y="6437447"/>
                </a:moveTo>
                <a:cubicBezTo>
                  <a:pt x="1499700" y="6437447"/>
                  <a:pt x="1488406" y="6448943"/>
                  <a:pt x="1488406" y="6464876"/>
                </a:cubicBezTo>
                <a:cubicBezTo>
                  <a:pt x="1488406" y="6480909"/>
                  <a:pt x="1499700" y="6492405"/>
                  <a:pt x="1512910" y="6492405"/>
                </a:cubicBezTo>
                <a:cubicBezTo>
                  <a:pt x="1520574" y="6492405"/>
                  <a:pt x="1525918" y="6489178"/>
                  <a:pt x="1529145" y="6483430"/>
                </a:cubicBezTo>
                <a:lnTo>
                  <a:pt x="1529145" y="6490893"/>
                </a:lnTo>
                <a:lnTo>
                  <a:pt x="1543162" y="6490893"/>
                </a:lnTo>
                <a:lnTo>
                  <a:pt x="1543162" y="6438859"/>
                </a:lnTo>
                <a:lnTo>
                  <a:pt x="1529145" y="6438859"/>
                </a:lnTo>
                <a:lnTo>
                  <a:pt x="1529145" y="6446422"/>
                </a:lnTo>
                <a:cubicBezTo>
                  <a:pt x="1525918" y="6440674"/>
                  <a:pt x="1520574" y="6437447"/>
                  <a:pt x="1512910" y="6437447"/>
                </a:cubicBezTo>
                <a:close/>
                <a:moveTo>
                  <a:pt x="1435624" y="6433615"/>
                </a:moveTo>
                <a:lnTo>
                  <a:pt x="1453170" y="6433615"/>
                </a:lnTo>
                <a:cubicBezTo>
                  <a:pt x="1458716" y="6433615"/>
                  <a:pt x="1461842" y="6436338"/>
                  <a:pt x="1461842" y="6441078"/>
                </a:cubicBezTo>
                <a:cubicBezTo>
                  <a:pt x="1461842" y="6445716"/>
                  <a:pt x="1458716" y="6448439"/>
                  <a:pt x="1453170" y="6448439"/>
                </a:cubicBezTo>
                <a:lnTo>
                  <a:pt x="1435624" y="6448439"/>
                </a:lnTo>
                <a:close/>
                <a:moveTo>
                  <a:pt x="2054728" y="6423632"/>
                </a:moveTo>
                <a:lnTo>
                  <a:pt x="2040711" y="6427666"/>
                </a:lnTo>
                <a:lnTo>
                  <a:pt x="2040711" y="6438859"/>
                </a:lnTo>
                <a:lnTo>
                  <a:pt x="2031938" y="6438859"/>
                </a:lnTo>
                <a:lnTo>
                  <a:pt x="2031938" y="6450758"/>
                </a:lnTo>
                <a:lnTo>
                  <a:pt x="2040711" y="6450758"/>
                </a:lnTo>
                <a:lnTo>
                  <a:pt x="2040711" y="6472943"/>
                </a:lnTo>
                <a:cubicBezTo>
                  <a:pt x="2040711" y="6485246"/>
                  <a:pt x="2047367" y="6492103"/>
                  <a:pt x="2058762" y="6492103"/>
                </a:cubicBezTo>
                <a:cubicBezTo>
                  <a:pt x="2061888" y="6492103"/>
                  <a:pt x="2064611" y="6491800"/>
                  <a:pt x="2066728" y="6491195"/>
                </a:cubicBezTo>
                <a:lnTo>
                  <a:pt x="2066728" y="6479296"/>
                </a:lnTo>
                <a:cubicBezTo>
                  <a:pt x="2065417" y="6479498"/>
                  <a:pt x="2063905" y="6479699"/>
                  <a:pt x="2062796" y="6479699"/>
                </a:cubicBezTo>
                <a:cubicBezTo>
                  <a:pt x="2057249" y="6479699"/>
                  <a:pt x="2054728" y="6476876"/>
                  <a:pt x="2054728" y="6471733"/>
                </a:cubicBezTo>
                <a:lnTo>
                  <a:pt x="2054728" y="6450758"/>
                </a:lnTo>
                <a:lnTo>
                  <a:pt x="2066728" y="6450758"/>
                </a:lnTo>
                <a:lnTo>
                  <a:pt x="2066728" y="6438859"/>
                </a:lnTo>
                <a:lnTo>
                  <a:pt x="2054728" y="6438859"/>
                </a:lnTo>
                <a:close/>
                <a:moveTo>
                  <a:pt x="2076710" y="6420305"/>
                </a:moveTo>
                <a:lnTo>
                  <a:pt x="2076710" y="6490893"/>
                </a:lnTo>
                <a:lnTo>
                  <a:pt x="2090727" y="6490893"/>
                </a:lnTo>
                <a:lnTo>
                  <a:pt x="2090727" y="6459733"/>
                </a:lnTo>
                <a:cubicBezTo>
                  <a:pt x="2090727" y="6453077"/>
                  <a:pt x="2094660" y="6449750"/>
                  <a:pt x="2100307" y="6449750"/>
                </a:cubicBezTo>
                <a:cubicBezTo>
                  <a:pt x="2106156" y="6449750"/>
                  <a:pt x="2109282" y="6453582"/>
                  <a:pt x="2109282" y="6459229"/>
                </a:cubicBezTo>
                <a:lnTo>
                  <a:pt x="2109282" y="6490893"/>
                </a:lnTo>
                <a:lnTo>
                  <a:pt x="2123299" y="6490893"/>
                </a:lnTo>
                <a:lnTo>
                  <a:pt x="2123299" y="6456708"/>
                </a:lnTo>
                <a:cubicBezTo>
                  <a:pt x="2123299" y="6443195"/>
                  <a:pt x="2115836" y="6437447"/>
                  <a:pt x="2106357" y="6437447"/>
                </a:cubicBezTo>
                <a:cubicBezTo>
                  <a:pt x="2098189" y="6437447"/>
                  <a:pt x="2093046" y="6441178"/>
                  <a:pt x="2090727" y="6444809"/>
                </a:cubicBezTo>
                <a:lnTo>
                  <a:pt x="2090727" y="6420305"/>
                </a:lnTo>
                <a:close/>
                <a:moveTo>
                  <a:pt x="1420497" y="6420305"/>
                </a:moveTo>
                <a:lnTo>
                  <a:pt x="1420497" y="6490893"/>
                </a:lnTo>
                <a:lnTo>
                  <a:pt x="1455388" y="6490893"/>
                </a:lnTo>
                <a:cubicBezTo>
                  <a:pt x="1470414" y="6490893"/>
                  <a:pt x="1479288" y="6483430"/>
                  <a:pt x="1479288" y="6471229"/>
                </a:cubicBezTo>
                <a:cubicBezTo>
                  <a:pt x="1479288" y="6463262"/>
                  <a:pt x="1474951" y="6457414"/>
                  <a:pt x="1466985" y="6454691"/>
                </a:cubicBezTo>
                <a:cubicBezTo>
                  <a:pt x="1473439" y="6452170"/>
                  <a:pt x="1477473" y="6446321"/>
                  <a:pt x="1477473" y="6438960"/>
                </a:cubicBezTo>
                <a:cubicBezTo>
                  <a:pt x="1477473" y="6427162"/>
                  <a:pt x="1469204" y="6420305"/>
                  <a:pt x="1455288" y="6420305"/>
                </a:cubicBezTo>
                <a:close/>
                <a:moveTo>
                  <a:pt x="1928981" y="6419094"/>
                </a:moveTo>
                <a:cubicBezTo>
                  <a:pt x="1908510" y="6419094"/>
                  <a:pt x="1893081" y="6434523"/>
                  <a:pt x="1893081" y="6455800"/>
                </a:cubicBezTo>
                <a:cubicBezTo>
                  <a:pt x="1893081" y="6477077"/>
                  <a:pt x="1907804" y="6492405"/>
                  <a:pt x="1926762" y="6492405"/>
                </a:cubicBezTo>
                <a:cubicBezTo>
                  <a:pt x="1935737" y="6492405"/>
                  <a:pt x="1942998" y="6488674"/>
                  <a:pt x="1947334" y="6482624"/>
                </a:cubicBezTo>
                <a:lnTo>
                  <a:pt x="1947334" y="6490893"/>
                </a:lnTo>
                <a:lnTo>
                  <a:pt x="1960947" y="6490893"/>
                </a:lnTo>
                <a:lnTo>
                  <a:pt x="1960947" y="6452977"/>
                </a:lnTo>
                <a:lnTo>
                  <a:pt x="1929283" y="6452977"/>
                </a:lnTo>
                <a:lnTo>
                  <a:pt x="1929283" y="6466489"/>
                </a:lnTo>
                <a:lnTo>
                  <a:pt x="1946023" y="6466489"/>
                </a:lnTo>
                <a:cubicBezTo>
                  <a:pt x="1944006" y="6473246"/>
                  <a:pt x="1937351" y="6478086"/>
                  <a:pt x="1929183" y="6478086"/>
                </a:cubicBezTo>
                <a:cubicBezTo>
                  <a:pt x="1917586" y="6478086"/>
                  <a:pt x="1909115" y="6468506"/>
                  <a:pt x="1909115" y="6455800"/>
                </a:cubicBezTo>
                <a:cubicBezTo>
                  <a:pt x="1909115" y="6442994"/>
                  <a:pt x="1917485" y="6433414"/>
                  <a:pt x="1928981" y="6433414"/>
                </a:cubicBezTo>
                <a:cubicBezTo>
                  <a:pt x="1937653" y="6433414"/>
                  <a:pt x="1943603" y="6437851"/>
                  <a:pt x="1946729" y="6443699"/>
                </a:cubicBezTo>
                <a:lnTo>
                  <a:pt x="1959435" y="6435229"/>
                </a:lnTo>
                <a:cubicBezTo>
                  <a:pt x="1954191" y="6424943"/>
                  <a:pt x="1942594" y="6419094"/>
                  <a:pt x="1928981" y="6419094"/>
                </a:cubicBezTo>
                <a:close/>
                <a:moveTo>
                  <a:pt x="1809842" y="6416674"/>
                </a:moveTo>
                <a:cubicBezTo>
                  <a:pt x="1805203" y="6416674"/>
                  <a:pt x="1801472" y="6420405"/>
                  <a:pt x="1801472" y="6424943"/>
                </a:cubicBezTo>
                <a:cubicBezTo>
                  <a:pt x="1801472" y="6429582"/>
                  <a:pt x="1805203" y="6433313"/>
                  <a:pt x="1809842" y="6433313"/>
                </a:cubicBezTo>
                <a:cubicBezTo>
                  <a:pt x="1814481" y="6433313"/>
                  <a:pt x="1818212" y="6429582"/>
                  <a:pt x="1818212" y="6424943"/>
                </a:cubicBezTo>
                <a:cubicBezTo>
                  <a:pt x="1818212" y="6420405"/>
                  <a:pt x="1814481" y="6416674"/>
                  <a:pt x="1809842" y="6416674"/>
                </a:cubicBezTo>
                <a:close/>
                <a:moveTo>
                  <a:pt x="12377120" y="652256"/>
                </a:moveTo>
                <a:cubicBezTo>
                  <a:pt x="12390423" y="652256"/>
                  <a:pt x="12400170" y="662768"/>
                  <a:pt x="12400170" y="677002"/>
                </a:cubicBezTo>
                <a:cubicBezTo>
                  <a:pt x="12400170" y="691236"/>
                  <a:pt x="12390423" y="701748"/>
                  <a:pt x="12377120" y="701748"/>
                </a:cubicBezTo>
                <a:cubicBezTo>
                  <a:pt x="12363817" y="701748"/>
                  <a:pt x="12354069" y="691236"/>
                  <a:pt x="12354069" y="677002"/>
                </a:cubicBezTo>
                <a:cubicBezTo>
                  <a:pt x="12354069" y="662768"/>
                  <a:pt x="12363817" y="652256"/>
                  <a:pt x="12377120" y="652256"/>
                </a:cubicBezTo>
                <a:close/>
                <a:moveTo>
                  <a:pt x="12151912" y="652256"/>
                </a:moveTo>
                <a:cubicBezTo>
                  <a:pt x="12165215" y="652256"/>
                  <a:pt x="12174962" y="662768"/>
                  <a:pt x="12174962" y="677002"/>
                </a:cubicBezTo>
                <a:cubicBezTo>
                  <a:pt x="12174962" y="691236"/>
                  <a:pt x="12165215" y="701748"/>
                  <a:pt x="12151912" y="701748"/>
                </a:cubicBezTo>
                <a:cubicBezTo>
                  <a:pt x="12138609" y="701748"/>
                  <a:pt x="12128862" y="691236"/>
                  <a:pt x="12128862" y="677002"/>
                </a:cubicBezTo>
                <a:cubicBezTo>
                  <a:pt x="12128862" y="662768"/>
                  <a:pt x="12138609" y="652256"/>
                  <a:pt x="12151912" y="652256"/>
                </a:cubicBezTo>
                <a:close/>
                <a:moveTo>
                  <a:pt x="12467147" y="651335"/>
                </a:moveTo>
                <a:cubicBezTo>
                  <a:pt x="12477047" y="651335"/>
                  <a:pt x="12485093" y="657218"/>
                  <a:pt x="12487408" y="668498"/>
                </a:cubicBezTo>
                <a:lnTo>
                  <a:pt x="12446578" y="668498"/>
                </a:lnTo>
                <a:cubicBezTo>
                  <a:pt x="12449047" y="657832"/>
                  <a:pt x="12456632" y="651335"/>
                  <a:pt x="12467147" y="651335"/>
                </a:cubicBezTo>
                <a:close/>
                <a:moveTo>
                  <a:pt x="12554999" y="636015"/>
                </a:moveTo>
                <a:cubicBezTo>
                  <a:pt x="12543397" y="636015"/>
                  <a:pt x="12535824" y="642511"/>
                  <a:pt x="12533343" y="651783"/>
                </a:cubicBezTo>
                <a:lnTo>
                  <a:pt x="12533343" y="637396"/>
                </a:lnTo>
                <a:lnTo>
                  <a:pt x="12515716" y="637396"/>
                </a:lnTo>
                <a:lnTo>
                  <a:pt x="12515716" y="716570"/>
                </a:lnTo>
                <a:lnTo>
                  <a:pt x="12515716" y="716595"/>
                </a:lnTo>
                <a:lnTo>
                  <a:pt x="12533343" y="716595"/>
                </a:lnTo>
                <a:lnTo>
                  <a:pt x="12533343" y="673447"/>
                </a:lnTo>
                <a:cubicBezTo>
                  <a:pt x="12533343" y="660300"/>
                  <a:pt x="12538907" y="654264"/>
                  <a:pt x="12552837" y="654264"/>
                </a:cubicBezTo>
                <a:lnTo>
                  <a:pt x="12556700" y="654264"/>
                </a:lnTo>
                <a:lnTo>
                  <a:pt x="12556700" y="636015"/>
                </a:lnTo>
                <a:close/>
                <a:moveTo>
                  <a:pt x="12373564" y="635260"/>
                </a:moveTo>
                <a:cubicBezTo>
                  <a:pt x="12352841" y="635260"/>
                  <a:pt x="12335829" y="652729"/>
                  <a:pt x="12335829" y="677015"/>
                </a:cubicBezTo>
                <a:cubicBezTo>
                  <a:pt x="12335829" y="701300"/>
                  <a:pt x="12352841" y="718769"/>
                  <a:pt x="12373564" y="718769"/>
                </a:cubicBezTo>
                <a:cubicBezTo>
                  <a:pt x="12385780" y="718769"/>
                  <a:pt x="12394913" y="713513"/>
                  <a:pt x="12400170" y="703461"/>
                </a:cubicBezTo>
                <a:lnTo>
                  <a:pt x="12400170" y="716608"/>
                </a:lnTo>
                <a:lnTo>
                  <a:pt x="12417810" y="716608"/>
                </a:lnTo>
                <a:lnTo>
                  <a:pt x="12417810" y="637434"/>
                </a:lnTo>
                <a:lnTo>
                  <a:pt x="12400170" y="637434"/>
                </a:lnTo>
                <a:lnTo>
                  <a:pt x="12400170" y="650568"/>
                </a:lnTo>
                <a:cubicBezTo>
                  <a:pt x="12394913" y="640516"/>
                  <a:pt x="12385780" y="635260"/>
                  <a:pt x="12373564" y="635260"/>
                </a:cubicBezTo>
                <a:close/>
                <a:moveTo>
                  <a:pt x="12151912" y="635248"/>
                </a:moveTo>
                <a:cubicBezTo>
                  <a:pt x="12128401" y="635248"/>
                  <a:pt x="12110608" y="652717"/>
                  <a:pt x="12110608" y="677002"/>
                </a:cubicBezTo>
                <a:cubicBezTo>
                  <a:pt x="12110608" y="701287"/>
                  <a:pt x="12128401" y="718756"/>
                  <a:pt x="12151912" y="718756"/>
                </a:cubicBezTo>
                <a:cubicBezTo>
                  <a:pt x="12175423" y="718756"/>
                  <a:pt x="12193216" y="701287"/>
                  <a:pt x="12193216" y="677002"/>
                </a:cubicBezTo>
                <a:cubicBezTo>
                  <a:pt x="12193216" y="652717"/>
                  <a:pt x="12175423" y="635248"/>
                  <a:pt x="12151912" y="635248"/>
                </a:cubicBezTo>
                <a:close/>
                <a:moveTo>
                  <a:pt x="12467159" y="635235"/>
                </a:moveTo>
                <a:cubicBezTo>
                  <a:pt x="12443956" y="635235"/>
                  <a:pt x="12428030" y="652870"/>
                  <a:pt x="12428030" y="676989"/>
                </a:cubicBezTo>
                <a:lnTo>
                  <a:pt x="12428017" y="677002"/>
                </a:lnTo>
                <a:cubicBezTo>
                  <a:pt x="12428017" y="701121"/>
                  <a:pt x="12445183" y="718756"/>
                  <a:pt x="12468541" y="718756"/>
                </a:cubicBezTo>
                <a:cubicBezTo>
                  <a:pt x="12482931" y="718756"/>
                  <a:pt x="12496541" y="711646"/>
                  <a:pt x="12503040" y="700968"/>
                </a:cubicBezTo>
                <a:lnTo>
                  <a:pt x="12490977" y="690762"/>
                </a:lnTo>
                <a:cubicBezTo>
                  <a:pt x="12486487" y="698193"/>
                  <a:pt x="12478134" y="702669"/>
                  <a:pt x="12468554" y="702669"/>
                </a:cubicBezTo>
                <a:cubicBezTo>
                  <a:pt x="12456952" y="702669"/>
                  <a:pt x="12448292" y="694778"/>
                  <a:pt x="12446130" y="682718"/>
                </a:cubicBezTo>
                <a:lnTo>
                  <a:pt x="12505368" y="682718"/>
                </a:lnTo>
                <a:cubicBezTo>
                  <a:pt x="12505675" y="680711"/>
                  <a:pt x="12505828" y="678383"/>
                  <a:pt x="12505828" y="676222"/>
                </a:cubicBezTo>
                <a:cubicBezTo>
                  <a:pt x="12505828" y="653484"/>
                  <a:pt x="12490363" y="635235"/>
                  <a:pt x="12467159" y="635235"/>
                </a:cubicBezTo>
                <a:close/>
                <a:moveTo>
                  <a:pt x="12228009" y="614517"/>
                </a:moveTo>
                <a:lnTo>
                  <a:pt x="12210369" y="619927"/>
                </a:lnTo>
                <a:lnTo>
                  <a:pt x="12210369" y="637396"/>
                </a:lnTo>
                <a:lnTo>
                  <a:pt x="12195058" y="637396"/>
                </a:lnTo>
                <a:lnTo>
                  <a:pt x="12195058" y="652551"/>
                </a:lnTo>
                <a:lnTo>
                  <a:pt x="12210369" y="652551"/>
                </a:lnTo>
                <a:lnTo>
                  <a:pt x="12210369" y="691363"/>
                </a:lnTo>
                <a:cubicBezTo>
                  <a:pt x="12210369" y="708526"/>
                  <a:pt x="12219809" y="718271"/>
                  <a:pt x="12235888" y="718271"/>
                </a:cubicBezTo>
                <a:cubicBezTo>
                  <a:pt x="12240378" y="718271"/>
                  <a:pt x="12244395" y="717810"/>
                  <a:pt x="12247337" y="716877"/>
                </a:cubicBezTo>
                <a:lnTo>
                  <a:pt x="12247350" y="716902"/>
                </a:lnTo>
                <a:lnTo>
                  <a:pt x="12247350" y="702055"/>
                </a:lnTo>
                <a:cubicBezTo>
                  <a:pt x="12245341" y="702362"/>
                  <a:pt x="12242553" y="702515"/>
                  <a:pt x="12240698" y="702515"/>
                </a:cubicBezTo>
                <a:cubicBezTo>
                  <a:pt x="12232038" y="702515"/>
                  <a:pt x="12228009" y="698026"/>
                  <a:pt x="12228009" y="689675"/>
                </a:cubicBezTo>
                <a:lnTo>
                  <a:pt x="12228009" y="652563"/>
                </a:lnTo>
                <a:lnTo>
                  <a:pt x="12247350" y="652563"/>
                </a:lnTo>
                <a:lnTo>
                  <a:pt x="12247350" y="637409"/>
                </a:lnTo>
                <a:lnTo>
                  <a:pt x="12228009" y="637409"/>
                </a:lnTo>
                <a:close/>
                <a:moveTo>
                  <a:pt x="12259118" y="608341"/>
                </a:moveTo>
                <a:lnTo>
                  <a:pt x="12259118" y="716595"/>
                </a:lnTo>
                <a:lnTo>
                  <a:pt x="12276732" y="716595"/>
                </a:lnTo>
                <a:lnTo>
                  <a:pt x="12276732" y="669585"/>
                </a:lnTo>
                <a:cubicBezTo>
                  <a:pt x="12276732" y="657372"/>
                  <a:pt x="12283230" y="650722"/>
                  <a:pt x="12293130" y="650722"/>
                </a:cubicBezTo>
                <a:cubicBezTo>
                  <a:pt x="12303031" y="650722"/>
                  <a:pt x="12308595" y="657372"/>
                  <a:pt x="12308595" y="668191"/>
                </a:cubicBezTo>
                <a:lnTo>
                  <a:pt x="12308595" y="716595"/>
                </a:lnTo>
                <a:lnTo>
                  <a:pt x="12326235" y="716595"/>
                </a:lnTo>
                <a:lnTo>
                  <a:pt x="12326235" y="665096"/>
                </a:lnTo>
                <a:cubicBezTo>
                  <a:pt x="12326235" y="644685"/>
                  <a:pt x="12315247" y="635248"/>
                  <a:pt x="12300409" y="635248"/>
                </a:cubicBezTo>
                <a:cubicBezTo>
                  <a:pt x="12288193" y="635248"/>
                  <a:pt x="12280147" y="641284"/>
                  <a:pt x="12276745" y="647934"/>
                </a:cubicBezTo>
                <a:lnTo>
                  <a:pt x="12276745" y="608341"/>
                </a:lnTo>
                <a:close/>
                <a:moveTo>
                  <a:pt x="12051371" y="606486"/>
                </a:moveTo>
                <a:cubicBezTo>
                  <a:pt x="12020274" y="606486"/>
                  <a:pt x="11996917" y="629992"/>
                  <a:pt x="11996917" y="662628"/>
                </a:cubicBezTo>
                <a:cubicBezTo>
                  <a:pt x="11996917" y="695264"/>
                  <a:pt x="12020274" y="718769"/>
                  <a:pt x="12049043" y="718769"/>
                </a:cubicBezTo>
                <a:cubicBezTo>
                  <a:pt x="12062346" y="718769"/>
                  <a:pt x="12074869" y="712580"/>
                  <a:pt x="12082147" y="702681"/>
                </a:cubicBezTo>
                <a:lnTo>
                  <a:pt x="12082147" y="716595"/>
                </a:lnTo>
                <a:lnTo>
                  <a:pt x="12100094" y="716595"/>
                </a:lnTo>
                <a:lnTo>
                  <a:pt x="12100094" y="659686"/>
                </a:lnTo>
                <a:lnTo>
                  <a:pt x="12053225" y="659686"/>
                </a:lnTo>
                <a:lnTo>
                  <a:pt x="12053225" y="677322"/>
                </a:lnTo>
                <a:lnTo>
                  <a:pt x="12080599" y="677322"/>
                </a:lnTo>
                <a:cubicBezTo>
                  <a:pt x="12077964" y="690622"/>
                  <a:pt x="12066209" y="699906"/>
                  <a:pt x="12051358" y="699906"/>
                </a:cubicBezTo>
                <a:cubicBezTo>
                  <a:pt x="12031863" y="699906"/>
                  <a:pt x="12017946" y="684138"/>
                  <a:pt x="12017946" y="662640"/>
                </a:cubicBezTo>
                <a:cubicBezTo>
                  <a:pt x="12017946" y="641143"/>
                  <a:pt x="12031863" y="625375"/>
                  <a:pt x="12051358" y="625375"/>
                </a:cubicBezTo>
                <a:cubicBezTo>
                  <a:pt x="12065275" y="625375"/>
                  <a:pt x="12075329" y="632332"/>
                  <a:pt x="12080753" y="642230"/>
                </a:cubicBezTo>
                <a:lnTo>
                  <a:pt x="12097458" y="631091"/>
                </a:lnTo>
                <a:cubicBezTo>
                  <a:pt x="12089259" y="615630"/>
                  <a:pt x="12071939" y="606499"/>
                  <a:pt x="12051358" y="606499"/>
                </a:cubicBezTo>
                <a:close/>
                <a:moveTo>
                  <a:pt x="11775457" y="601537"/>
                </a:moveTo>
                <a:lnTo>
                  <a:pt x="11775465" y="601542"/>
                </a:lnTo>
                <a:lnTo>
                  <a:pt x="11774012" y="602995"/>
                </a:lnTo>
                <a:cubicBezTo>
                  <a:pt x="11791754" y="630631"/>
                  <a:pt x="11815265" y="661873"/>
                  <a:pt x="11850454" y="697054"/>
                </a:cubicBezTo>
                <a:cubicBezTo>
                  <a:pt x="11876076" y="722670"/>
                  <a:pt x="11889878" y="732888"/>
                  <a:pt x="11897629" y="725125"/>
                </a:cubicBezTo>
                <a:cubicBezTo>
                  <a:pt x="11905381" y="717376"/>
                  <a:pt x="11895161" y="703577"/>
                  <a:pt x="11869539" y="677961"/>
                </a:cubicBezTo>
                <a:cubicBezTo>
                  <a:pt x="11851944" y="660371"/>
                  <a:pt x="11835335" y="645696"/>
                  <a:pt x="11819668" y="633203"/>
                </a:cubicBezTo>
                <a:lnTo>
                  <a:pt x="11775465" y="601542"/>
                </a:lnTo>
                <a:lnTo>
                  <a:pt x="11775470" y="601537"/>
                </a:lnTo>
                <a:close/>
                <a:moveTo>
                  <a:pt x="11671270" y="588557"/>
                </a:moveTo>
                <a:cubicBezTo>
                  <a:pt x="11649269" y="588557"/>
                  <a:pt x="11638946" y="590756"/>
                  <a:pt x="11638946" y="600258"/>
                </a:cubicBezTo>
                <a:cubicBezTo>
                  <a:pt x="11638946" y="609760"/>
                  <a:pt x="11649256" y="611960"/>
                  <a:pt x="11671270" y="611960"/>
                </a:cubicBezTo>
                <a:cubicBezTo>
                  <a:pt x="11696214" y="611960"/>
                  <a:pt x="11716591" y="608724"/>
                  <a:pt x="11733911" y="604184"/>
                </a:cubicBezTo>
                <a:cubicBezTo>
                  <a:pt x="11708046" y="621794"/>
                  <a:pt x="11679316" y="646783"/>
                  <a:pt x="11646749" y="678997"/>
                </a:cubicBezTo>
                <a:cubicBezTo>
                  <a:pt x="11621191" y="704280"/>
                  <a:pt x="11610933" y="717823"/>
                  <a:pt x="11618352" y="725164"/>
                </a:cubicBezTo>
                <a:cubicBezTo>
                  <a:pt x="11625771" y="732504"/>
                  <a:pt x="11639458" y="722350"/>
                  <a:pt x="11665015" y="697067"/>
                </a:cubicBezTo>
                <a:cubicBezTo>
                  <a:pt x="11697583" y="664840"/>
                  <a:pt x="11722833" y="636424"/>
                  <a:pt x="11740626" y="610834"/>
                </a:cubicBezTo>
                <a:cubicBezTo>
                  <a:pt x="11736085" y="628150"/>
                  <a:pt x="11732836" y="648535"/>
                  <a:pt x="11732836" y="673511"/>
                </a:cubicBezTo>
                <a:cubicBezTo>
                  <a:pt x="11732836" y="695507"/>
                  <a:pt x="11735036" y="705815"/>
                  <a:pt x="11744540" y="705815"/>
                </a:cubicBezTo>
                <a:cubicBezTo>
                  <a:pt x="11754044" y="705815"/>
                  <a:pt x="11756245" y="695507"/>
                  <a:pt x="11756245" y="673511"/>
                </a:cubicBezTo>
                <a:cubicBezTo>
                  <a:pt x="11756245" y="643291"/>
                  <a:pt x="11751512" y="619773"/>
                  <a:pt x="11745436" y="600297"/>
                </a:cubicBezTo>
                <a:cubicBezTo>
                  <a:pt x="11745359" y="600028"/>
                  <a:pt x="11745218" y="599836"/>
                  <a:pt x="11745052" y="599708"/>
                </a:cubicBezTo>
                <a:lnTo>
                  <a:pt x="11745039" y="599695"/>
                </a:lnTo>
                <a:cubicBezTo>
                  <a:pt x="11744911" y="599555"/>
                  <a:pt x="11744732" y="599440"/>
                  <a:pt x="11744502" y="599363"/>
                </a:cubicBezTo>
                <a:cubicBezTo>
                  <a:pt x="11725008" y="593301"/>
                  <a:pt x="11701497" y="588557"/>
                  <a:pt x="11671270" y="588557"/>
                </a:cubicBezTo>
                <a:close/>
                <a:moveTo>
                  <a:pt x="11858129" y="575551"/>
                </a:moveTo>
                <a:cubicBezTo>
                  <a:pt x="11825268" y="575551"/>
                  <a:pt x="11799697" y="580295"/>
                  <a:pt x="11778515" y="586357"/>
                </a:cubicBezTo>
                <a:cubicBezTo>
                  <a:pt x="11777402" y="586677"/>
                  <a:pt x="11777402" y="587828"/>
                  <a:pt x="11778515" y="588147"/>
                </a:cubicBezTo>
                <a:cubicBezTo>
                  <a:pt x="11799697" y="594209"/>
                  <a:pt x="11825281" y="598941"/>
                  <a:pt x="11858129" y="598941"/>
                </a:cubicBezTo>
                <a:cubicBezTo>
                  <a:pt x="11882049" y="598941"/>
                  <a:pt x="11893268" y="596741"/>
                  <a:pt x="11893268" y="587252"/>
                </a:cubicBezTo>
                <a:cubicBezTo>
                  <a:pt x="11893268" y="577763"/>
                  <a:pt x="11882049" y="575551"/>
                  <a:pt x="11858129" y="575551"/>
                </a:cubicBezTo>
                <a:close/>
                <a:moveTo>
                  <a:pt x="12023830" y="515163"/>
                </a:moveTo>
                <a:lnTo>
                  <a:pt x="12054773" y="515163"/>
                </a:lnTo>
                <a:cubicBezTo>
                  <a:pt x="12065441" y="515163"/>
                  <a:pt x="12071632" y="520419"/>
                  <a:pt x="12071632" y="529396"/>
                </a:cubicBezTo>
                <a:cubicBezTo>
                  <a:pt x="12071632" y="538374"/>
                  <a:pt x="12065441" y="543630"/>
                  <a:pt x="12054773" y="543630"/>
                </a:cubicBezTo>
                <a:lnTo>
                  <a:pt x="12054773" y="543617"/>
                </a:lnTo>
                <a:lnTo>
                  <a:pt x="12023830" y="543617"/>
                </a:lnTo>
                <a:close/>
                <a:moveTo>
                  <a:pt x="12605435" y="497527"/>
                </a:moveTo>
                <a:cubicBezTo>
                  <a:pt x="12618738" y="497527"/>
                  <a:pt x="12628485" y="508039"/>
                  <a:pt x="12628485" y="522273"/>
                </a:cubicBezTo>
                <a:cubicBezTo>
                  <a:pt x="12628485" y="536507"/>
                  <a:pt x="12618738" y="547019"/>
                  <a:pt x="12605435" y="547019"/>
                </a:cubicBezTo>
                <a:cubicBezTo>
                  <a:pt x="12592132" y="547019"/>
                  <a:pt x="12582385" y="536507"/>
                  <a:pt x="12582385" y="522273"/>
                </a:cubicBezTo>
                <a:cubicBezTo>
                  <a:pt x="12582385" y="508039"/>
                  <a:pt x="12592132" y="497527"/>
                  <a:pt x="12605435" y="497527"/>
                </a:cubicBezTo>
                <a:close/>
                <a:moveTo>
                  <a:pt x="12142638" y="497527"/>
                </a:moveTo>
                <a:cubicBezTo>
                  <a:pt x="12155941" y="497527"/>
                  <a:pt x="12165688" y="508039"/>
                  <a:pt x="12165688" y="522273"/>
                </a:cubicBezTo>
                <a:cubicBezTo>
                  <a:pt x="12165688" y="536507"/>
                  <a:pt x="12155941" y="547019"/>
                  <a:pt x="12142638" y="547019"/>
                </a:cubicBezTo>
                <a:cubicBezTo>
                  <a:pt x="12129335" y="547019"/>
                  <a:pt x="12119588" y="536507"/>
                  <a:pt x="12119588" y="522273"/>
                </a:cubicBezTo>
                <a:cubicBezTo>
                  <a:pt x="12119588" y="508039"/>
                  <a:pt x="12129335" y="497527"/>
                  <a:pt x="12142638" y="497527"/>
                </a:cubicBezTo>
                <a:close/>
                <a:moveTo>
                  <a:pt x="12407601" y="496606"/>
                </a:moveTo>
                <a:cubicBezTo>
                  <a:pt x="12417502" y="496606"/>
                  <a:pt x="12425548" y="502489"/>
                  <a:pt x="12427863" y="513769"/>
                </a:cubicBezTo>
                <a:lnTo>
                  <a:pt x="12387033" y="513769"/>
                </a:lnTo>
                <a:cubicBezTo>
                  <a:pt x="12389501" y="503103"/>
                  <a:pt x="12397087" y="496606"/>
                  <a:pt x="12407601" y="496606"/>
                </a:cubicBezTo>
                <a:close/>
                <a:moveTo>
                  <a:pt x="12536297" y="482693"/>
                </a:moveTo>
                <a:lnTo>
                  <a:pt x="12536297" y="561866"/>
                </a:lnTo>
                <a:lnTo>
                  <a:pt x="12553936" y="561866"/>
                </a:lnTo>
                <a:lnTo>
                  <a:pt x="12553936" y="482693"/>
                </a:lnTo>
                <a:close/>
                <a:moveTo>
                  <a:pt x="12236221" y="481299"/>
                </a:moveTo>
                <a:cubicBezTo>
                  <a:pt x="12224619" y="481299"/>
                  <a:pt x="12217046" y="487795"/>
                  <a:pt x="12214565" y="497080"/>
                </a:cubicBezTo>
                <a:lnTo>
                  <a:pt x="12214565" y="482693"/>
                </a:lnTo>
                <a:lnTo>
                  <a:pt x="12196925" y="482693"/>
                </a:lnTo>
                <a:lnTo>
                  <a:pt x="12196925" y="561866"/>
                </a:lnTo>
                <a:lnTo>
                  <a:pt x="12214565" y="561866"/>
                </a:lnTo>
                <a:lnTo>
                  <a:pt x="12214565" y="518718"/>
                </a:lnTo>
                <a:cubicBezTo>
                  <a:pt x="12214565" y="505571"/>
                  <a:pt x="12220129" y="499548"/>
                  <a:pt x="12234059" y="499548"/>
                </a:cubicBezTo>
                <a:lnTo>
                  <a:pt x="12237922" y="499548"/>
                </a:lnTo>
                <a:lnTo>
                  <a:pt x="12237922" y="481299"/>
                </a:lnTo>
                <a:close/>
                <a:moveTo>
                  <a:pt x="12601879" y="480531"/>
                </a:moveTo>
                <a:cubicBezTo>
                  <a:pt x="12581157" y="480531"/>
                  <a:pt x="12564131" y="498000"/>
                  <a:pt x="12564131" y="522286"/>
                </a:cubicBezTo>
                <a:cubicBezTo>
                  <a:pt x="12564131" y="546571"/>
                  <a:pt x="12581144" y="564040"/>
                  <a:pt x="12601879" y="564040"/>
                </a:cubicBezTo>
                <a:cubicBezTo>
                  <a:pt x="12614095" y="564040"/>
                  <a:pt x="12623228" y="558784"/>
                  <a:pt x="12628485" y="548732"/>
                </a:cubicBezTo>
                <a:lnTo>
                  <a:pt x="12628485" y="561879"/>
                </a:lnTo>
                <a:lnTo>
                  <a:pt x="12646112" y="561879"/>
                </a:lnTo>
                <a:lnTo>
                  <a:pt x="12646112" y="482705"/>
                </a:lnTo>
                <a:lnTo>
                  <a:pt x="12628485" y="482705"/>
                </a:lnTo>
                <a:lnTo>
                  <a:pt x="12628485" y="495839"/>
                </a:lnTo>
                <a:cubicBezTo>
                  <a:pt x="12623228" y="485787"/>
                  <a:pt x="12614095" y="480531"/>
                  <a:pt x="12601879" y="480531"/>
                </a:cubicBezTo>
                <a:close/>
                <a:moveTo>
                  <a:pt x="12139069" y="480531"/>
                </a:moveTo>
                <a:cubicBezTo>
                  <a:pt x="12118347" y="480531"/>
                  <a:pt x="12101321" y="498000"/>
                  <a:pt x="12101321" y="522286"/>
                </a:cubicBezTo>
                <a:cubicBezTo>
                  <a:pt x="12101321" y="546571"/>
                  <a:pt x="12118334" y="564040"/>
                  <a:pt x="12139069" y="564040"/>
                </a:cubicBezTo>
                <a:cubicBezTo>
                  <a:pt x="12151285" y="564040"/>
                  <a:pt x="12160418" y="558784"/>
                  <a:pt x="12165675" y="548732"/>
                </a:cubicBezTo>
                <a:lnTo>
                  <a:pt x="12165675" y="561879"/>
                </a:lnTo>
                <a:lnTo>
                  <a:pt x="12183302" y="561879"/>
                </a:lnTo>
                <a:lnTo>
                  <a:pt x="12183302" y="482705"/>
                </a:lnTo>
                <a:lnTo>
                  <a:pt x="12165675" y="482705"/>
                </a:lnTo>
                <a:lnTo>
                  <a:pt x="12165675" y="495839"/>
                </a:lnTo>
                <a:cubicBezTo>
                  <a:pt x="12160418" y="485787"/>
                  <a:pt x="12151285" y="480531"/>
                  <a:pt x="12139069" y="480531"/>
                </a:cubicBezTo>
                <a:close/>
                <a:moveTo>
                  <a:pt x="12497475" y="480518"/>
                </a:moveTo>
                <a:cubicBezTo>
                  <a:pt x="12485259" y="480518"/>
                  <a:pt x="12477213" y="486555"/>
                  <a:pt x="12473810" y="493205"/>
                </a:cubicBezTo>
                <a:lnTo>
                  <a:pt x="12473810" y="482693"/>
                </a:lnTo>
                <a:lnTo>
                  <a:pt x="12456184" y="482693"/>
                </a:lnTo>
                <a:lnTo>
                  <a:pt x="12456184" y="561866"/>
                </a:lnTo>
                <a:lnTo>
                  <a:pt x="12473798" y="561866"/>
                </a:lnTo>
                <a:lnTo>
                  <a:pt x="12473798" y="514856"/>
                </a:lnTo>
                <a:cubicBezTo>
                  <a:pt x="12473798" y="502643"/>
                  <a:pt x="12480296" y="495993"/>
                  <a:pt x="12490196" y="495993"/>
                </a:cubicBezTo>
                <a:cubicBezTo>
                  <a:pt x="12500097" y="495993"/>
                  <a:pt x="12505661" y="502643"/>
                  <a:pt x="12505661" y="513462"/>
                </a:cubicBezTo>
                <a:lnTo>
                  <a:pt x="12505661" y="561866"/>
                </a:lnTo>
                <a:lnTo>
                  <a:pt x="12523301" y="561866"/>
                </a:lnTo>
                <a:lnTo>
                  <a:pt x="12523301" y="510367"/>
                </a:lnTo>
                <a:cubicBezTo>
                  <a:pt x="12523301" y="489956"/>
                  <a:pt x="12512313" y="480518"/>
                  <a:pt x="12497475" y="480518"/>
                </a:cubicBezTo>
                <a:close/>
                <a:moveTo>
                  <a:pt x="12407614" y="480518"/>
                </a:moveTo>
                <a:cubicBezTo>
                  <a:pt x="12384410" y="480518"/>
                  <a:pt x="12368472" y="498141"/>
                  <a:pt x="12368472" y="522273"/>
                </a:cubicBezTo>
                <a:cubicBezTo>
                  <a:pt x="12368472" y="546392"/>
                  <a:pt x="12385638" y="564027"/>
                  <a:pt x="12408996" y="564027"/>
                </a:cubicBezTo>
                <a:cubicBezTo>
                  <a:pt x="12423386" y="564027"/>
                  <a:pt x="12436996" y="556917"/>
                  <a:pt x="12443495" y="546239"/>
                </a:cubicBezTo>
                <a:lnTo>
                  <a:pt x="12431432" y="536033"/>
                </a:lnTo>
                <a:cubicBezTo>
                  <a:pt x="12426942" y="543451"/>
                  <a:pt x="12418589" y="547939"/>
                  <a:pt x="12409009" y="547939"/>
                </a:cubicBezTo>
                <a:cubicBezTo>
                  <a:pt x="12397407" y="547939"/>
                  <a:pt x="12388747" y="540049"/>
                  <a:pt x="12386585" y="527989"/>
                </a:cubicBezTo>
                <a:lnTo>
                  <a:pt x="12445822" y="527989"/>
                </a:lnTo>
                <a:cubicBezTo>
                  <a:pt x="12446130" y="525982"/>
                  <a:pt x="12446283" y="523654"/>
                  <a:pt x="12446283" y="521493"/>
                </a:cubicBezTo>
                <a:cubicBezTo>
                  <a:pt x="12446283" y="498755"/>
                  <a:pt x="12430818" y="480518"/>
                  <a:pt x="12407614" y="480518"/>
                </a:cubicBezTo>
                <a:close/>
                <a:moveTo>
                  <a:pt x="12287272" y="480518"/>
                </a:moveTo>
                <a:cubicBezTo>
                  <a:pt x="12275823" y="480518"/>
                  <a:pt x="12268251" y="486555"/>
                  <a:pt x="12264848" y="493205"/>
                </a:cubicBezTo>
                <a:lnTo>
                  <a:pt x="12264848" y="482693"/>
                </a:lnTo>
                <a:lnTo>
                  <a:pt x="12247209" y="482693"/>
                </a:lnTo>
                <a:lnTo>
                  <a:pt x="12247209" y="561866"/>
                </a:lnTo>
                <a:lnTo>
                  <a:pt x="12264835" y="561866"/>
                </a:lnTo>
                <a:lnTo>
                  <a:pt x="12264835" y="514856"/>
                </a:lnTo>
                <a:cubicBezTo>
                  <a:pt x="12264835" y="502643"/>
                  <a:pt x="12270873" y="495993"/>
                  <a:pt x="12279993" y="495993"/>
                </a:cubicBezTo>
                <a:cubicBezTo>
                  <a:pt x="12289114" y="495993"/>
                  <a:pt x="12294230" y="502643"/>
                  <a:pt x="12294230" y="513462"/>
                </a:cubicBezTo>
                <a:lnTo>
                  <a:pt x="12294230" y="561866"/>
                </a:lnTo>
                <a:lnTo>
                  <a:pt x="12311857" y="561866"/>
                </a:lnTo>
                <a:lnTo>
                  <a:pt x="12311857" y="513155"/>
                </a:lnTo>
                <a:cubicBezTo>
                  <a:pt x="12311857" y="502643"/>
                  <a:pt x="12317895" y="495993"/>
                  <a:pt x="12327015" y="495993"/>
                </a:cubicBezTo>
                <a:cubicBezTo>
                  <a:pt x="12336135" y="495993"/>
                  <a:pt x="12341252" y="502643"/>
                  <a:pt x="12341252" y="513462"/>
                </a:cubicBezTo>
                <a:lnTo>
                  <a:pt x="12341252" y="561866"/>
                </a:lnTo>
                <a:lnTo>
                  <a:pt x="12358891" y="561866"/>
                </a:lnTo>
                <a:lnTo>
                  <a:pt x="12358891" y="510367"/>
                </a:lnTo>
                <a:cubicBezTo>
                  <a:pt x="12358891" y="489956"/>
                  <a:pt x="12348377" y="480518"/>
                  <a:pt x="12332745" y="480518"/>
                </a:cubicBezTo>
                <a:cubicBezTo>
                  <a:pt x="12322231" y="480518"/>
                  <a:pt x="12314031" y="485161"/>
                  <a:pt x="12308928" y="494125"/>
                </a:cubicBezTo>
                <a:cubicBezTo>
                  <a:pt x="12304758" y="484841"/>
                  <a:pt x="12296865" y="480518"/>
                  <a:pt x="12287272" y="480518"/>
                </a:cubicBezTo>
                <a:close/>
                <a:moveTo>
                  <a:pt x="12023830" y="471861"/>
                </a:moveTo>
                <a:lnTo>
                  <a:pt x="12053839" y="471861"/>
                </a:lnTo>
                <a:cubicBezTo>
                  <a:pt x="12063433" y="471861"/>
                  <a:pt x="12068997" y="476503"/>
                  <a:pt x="12068997" y="484381"/>
                </a:cubicBezTo>
                <a:cubicBezTo>
                  <a:pt x="12068997" y="492258"/>
                  <a:pt x="12063433" y="496913"/>
                  <a:pt x="12053839" y="496913"/>
                </a:cubicBezTo>
                <a:lnTo>
                  <a:pt x="12023830" y="496913"/>
                </a:lnTo>
                <a:close/>
                <a:moveTo>
                  <a:pt x="11759059" y="462794"/>
                </a:moveTo>
                <a:cubicBezTo>
                  <a:pt x="11749567" y="462794"/>
                  <a:pt x="11747367" y="472936"/>
                  <a:pt x="11747367" y="494561"/>
                </a:cubicBezTo>
                <a:cubicBezTo>
                  <a:pt x="11747367" y="524269"/>
                  <a:pt x="11752100" y="547390"/>
                  <a:pt x="11758176" y="566535"/>
                </a:cubicBezTo>
                <a:cubicBezTo>
                  <a:pt x="11758496" y="567545"/>
                  <a:pt x="11759634" y="567545"/>
                  <a:pt x="11759954" y="566535"/>
                </a:cubicBezTo>
                <a:cubicBezTo>
                  <a:pt x="11766017" y="547378"/>
                  <a:pt x="11770763" y="524269"/>
                  <a:pt x="11770763" y="494561"/>
                </a:cubicBezTo>
                <a:cubicBezTo>
                  <a:pt x="11770763" y="472936"/>
                  <a:pt x="11768563" y="462794"/>
                  <a:pt x="11759059" y="462794"/>
                </a:cubicBezTo>
                <a:close/>
                <a:moveTo>
                  <a:pt x="12003722" y="453624"/>
                </a:moveTo>
                <a:lnTo>
                  <a:pt x="12003722" y="561866"/>
                </a:lnTo>
                <a:lnTo>
                  <a:pt x="12057088" y="561866"/>
                </a:lnTo>
                <a:cubicBezTo>
                  <a:pt x="12079512" y="561866"/>
                  <a:pt x="12092661" y="550574"/>
                  <a:pt x="12092661" y="531404"/>
                </a:cubicBezTo>
                <a:cubicBezTo>
                  <a:pt x="12092661" y="518257"/>
                  <a:pt x="12085396" y="509446"/>
                  <a:pt x="12073794" y="505584"/>
                </a:cubicBezTo>
                <a:cubicBezTo>
                  <a:pt x="12083848" y="501722"/>
                  <a:pt x="12090039" y="492744"/>
                  <a:pt x="12090039" y="481772"/>
                </a:cubicBezTo>
                <a:cubicBezTo>
                  <a:pt x="12090039" y="464136"/>
                  <a:pt x="12077670" y="453624"/>
                  <a:pt x="12056628" y="453624"/>
                </a:cubicBezTo>
                <a:close/>
                <a:moveTo>
                  <a:pt x="12545110" y="450670"/>
                </a:moveTo>
                <a:cubicBezTo>
                  <a:pt x="12539073" y="450670"/>
                  <a:pt x="12534122" y="455619"/>
                  <a:pt x="12534122" y="461655"/>
                </a:cubicBezTo>
                <a:cubicBezTo>
                  <a:pt x="12534122" y="467692"/>
                  <a:pt x="12539073" y="472641"/>
                  <a:pt x="12545110" y="472641"/>
                </a:cubicBezTo>
                <a:cubicBezTo>
                  <a:pt x="12551148" y="472641"/>
                  <a:pt x="12556098" y="467692"/>
                  <a:pt x="12556098" y="461655"/>
                </a:cubicBezTo>
                <a:cubicBezTo>
                  <a:pt x="12556098" y="455619"/>
                  <a:pt x="12551148" y="450670"/>
                  <a:pt x="12545110" y="450670"/>
                </a:cubicBezTo>
                <a:close/>
                <a:moveTo>
                  <a:pt x="11897757" y="447346"/>
                </a:moveTo>
                <a:cubicBezTo>
                  <a:pt x="11890006" y="439596"/>
                  <a:pt x="11876204" y="449814"/>
                  <a:pt x="11850582" y="475417"/>
                </a:cubicBezTo>
                <a:cubicBezTo>
                  <a:pt x="11815393" y="510598"/>
                  <a:pt x="11791869" y="541840"/>
                  <a:pt x="11774140" y="569476"/>
                </a:cubicBezTo>
                <a:cubicBezTo>
                  <a:pt x="11773206" y="570934"/>
                  <a:pt x="11774140" y="571868"/>
                  <a:pt x="11775598" y="570934"/>
                </a:cubicBezTo>
                <a:cubicBezTo>
                  <a:pt x="11803241" y="553196"/>
                  <a:pt x="11834490" y="529691"/>
                  <a:pt x="11869680" y="494510"/>
                </a:cubicBezTo>
                <a:cubicBezTo>
                  <a:pt x="11895301" y="468894"/>
                  <a:pt x="11905522" y="455096"/>
                  <a:pt x="11897757" y="447346"/>
                </a:cubicBezTo>
                <a:close/>
                <a:moveTo>
                  <a:pt x="11618953" y="447282"/>
                </a:moveTo>
                <a:cubicBezTo>
                  <a:pt x="11611201" y="455032"/>
                  <a:pt x="11621422" y="468830"/>
                  <a:pt x="11647030" y="494446"/>
                </a:cubicBezTo>
                <a:cubicBezTo>
                  <a:pt x="11682220" y="529627"/>
                  <a:pt x="11713470" y="553145"/>
                  <a:pt x="11741112" y="570870"/>
                </a:cubicBezTo>
                <a:lnTo>
                  <a:pt x="11741112" y="570883"/>
                </a:lnTo>
                <a:cubicBezTo>
                  <a:pt x="11742570" y="571816"/>
                  <a:pt x="11743504" y="570883"/>
                  <a:pt x="11742570" y="569425"/>
                </a:cubicBezTo>
                <a:cubicBezTo>
                  <a:pt x="11724828" y="541789"/>
                  <a:pt x="11701318" y="510547"/>
                  <a:pt x="11666128" y="475365"/>
                </a:cubicBezTo>
                <a:cubicBezTo>
                  <a:pt x="11640519" y="449750"/>
                  <a:pt x="11626705" y="439532"/>
                  <a:pt x="11618953" y="447282"/>
                </a:cubicBezTo>
                <a:close/>
                <a:moveTo>
                  <a:pt x="934720" y="0"/>
                </a:moveTo>
                <a:lnTo>
                  <a:pt x="13126719" y="0"/>
                </a:lnTo>
                <a:lnTo>
                  <a:pt x="13126719" y="6858000"/>
                </a:lnTo>
                <a:lnTo>
                  <a:pt x="934720" y="6858000"/>
                </a:lnTo>
                <a:lnTo>
                  <a:pt x="934720" y="1376363"/>
                </a:lnTo>
                <a:lnTo>
                  <a:pt x="0" y="1376363"/>
                </a:lnTo>
                <a:lnTo>
                  <a:pt x="0" y="441325"/>
                </a:lnTo>
                <a:lnTo>
                  <a:pt x="934720" y="44132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BF856FC7-9FB9-F6AB-069C-54CD34911DF3}"/>
              </a:ext>
            </a:extLst>
          </p:cNvPr>
          <p:cNvSpPr/>
          <p:nvPr userDrawn="1"/>
        </p:nvSpPr>
        <p:spPr>
          <a:xfrm>
            <a:off x="2" y="0"/>
            <a:ext cx="12193199" cy="6858000"/>
          </a:xfrm>
          <a:custGeom>
            <a:avLst/>
            <a:gdLst>
              <a:gd name="connsiteX0" fmla="*/ 693263 w 12193199"/>
              <a:gd name="connsiteY0" fmla="*/ 6562790 h 6858000"/>
              <a:gd name="connsiteX1" fmla="*/ 709243 w 12193199"/>
              <a:gd name="connsiteY1" fmla="*/ 6577940 h 6858000"/>
              <a:gd name="connsiteX2" fmla="*/ 676661 w 12193199"/>
              <a:gd name="connsiteY2" fmla="*/ 6577940 h 6858000"/>
              <a:gd name="connsiteX3" fmla="*/ 693263 w 12193199"/>
              <a:gd name="connsiteY3" fmla="*/ 6562790 h 6858000"/>
              <a:gd name="connsiteX4" fmla="*/ 569366 w 12193199"/>
              <a:gd name="connsiteY4" fmla="*/ 6562790 h 6858000"/>
              <a:gd name="connsiteX5" fmla="*/ 585346 w 12193199"/>
              <a:gd name="connsiteY5" fmla="*/ 6577940 h 6858000"/>
              <a:gd name="connsiteX6" fmla="*/ 552764 w 12193199"/>
              <a:gd name="connsiteY6" fmla="*/ 6577940 h 6858000"/>
              <a:gd name="connsiteX7" fmla="*/ 569366 w 12193199"/>
              <a:gd name="connsiteY7" fmla="*/ 6562790 h 6858000"/>
              <a:gd name="connsiteX8" fmla="*/ 605701 w 12193199"/>
              <a:gd name="connsiteY8" fmla="*/ 6556045 h 6858000"/>
              <a:gd name="connsiteX9" fmla="*/ 605701 w 12193199"/>
              <a:gd name="connsiteY9" fmla="*/ 6608757 h 6858000"/>
              <a:gd name="connsiteX10" fmla="*/ 614417 w 12193199"/>
              <a:gd name="connsiteY10" fmla="*/ 6608757 h 6858000"/>
              <a:gd name="connsiteX11" fmla="*/ 614417 w 12193199"/>
              <a:gd name="connsiteY11" fmla="*/ 6556045 h 6858000"/>
              <a:gd name="connsiteX12" fmla="*/ 693263 w 12193199"/>
              <a:gd name="connsiteY12" fmla="*/ 6554697 h 6858000"/>
              <a:gd name="connsiteX13" fmla="*/ 667530 w 12193199"/>
              <a:gd name="connsiteY13" fmla="*/ 6582401 h 6858000"/>
              <a:gd name="connsiteX14" fmla="*/ 693781 w 12193199"/>
              <a:gd name="connsiteY14" fmla="*/ 6610106 h 6858000"/>
              <a:gd name="connsiteX15" fmla="*/ 716403 w 12193199"/>
              <a:gd name="connsiteY15" fmla="*/ 6598485 h 6858000"/>
              <a:gd name="connsiteX16" fmla="*/ 710280 w 12193199"/>
              <a:gd name="connsiteY16" fmla="*/ 6593297 h 6858000"/>
              <a:gd name="connsiteX17" fmla="*/ 693781 w 12193199"/>
              <a:gd name="connsiteY17" fmla="*/ 6602013 h 6858000"/>
              <a:gd name="connsiteX18" fmla="*/ 676557 w 12193199"/>
              <a:gd name="connsiteY18" fmla="*/ 6585203 h 6858000"/>
              <a:gd name="connsiteX19" fmla="*/ 718166 w 12193199"/>
              <a:gd name="connsiteY19" fmla="*/ 6585203 h 6858000"/>
              <a:gd name="connsiteX20" fmla="*/ 718374 w 12193199"/>
              <a:gd name="connsiteY20" fmla="*/ 6582090 h 6858000"/>
              <a:gd name="connsiteX21" fmla="*/ 693263 w 12193199"/>
              <a:gd name="connsiteY21" fmla="*/ 6554697 h 6858000"/>
              <a:gd name="connsiteX22" fmla="*/ 569366 w 12193199"/>
              <a:gd name="connsiteY22" fmla="*/ 6554697 h 6858000"/>
              <a:gd name="connsiteX23" fmla="*/ 543633 w 12193199"/>
              <a:gd name="connsiteY23" fmla="*/ 6582401 h 6858000"/>
              <a:gd name="connsiteX24" fmla="*/ 569885 w 12193199"/>
              <a:gd name="connsiteY24" fmla="*/ 6610106 h 6858000"/>
              <a:gd name="connsiteX25" fmla="*/ 592506 w 12193199"/>
              <a:gd name="connsiteY25" fmla="*/ 6598485 h 6858000"/>
              <a:gd name="connsiteX26" fmla="*/ 586384 w 12193199"/>
              <a:gd name="connsiteY26" fmla="*/ 6593297 h 6858000"/>
              <a:gd name="connsiteX27" fmla="*/ 569885 w 12193199"/>
              <a:gd name="connsiteY27" fmla="*/ 6602013 h 6858000"/>
              <a:gd name="connsiteX28" fmla="*/ 552660 w 12193199"/>
              <a:gd name="connsiteY28" fmla="*/ 6585203 h 6858000"/>
              <a:gd name="connsiteX29" fmla="*/ 594270 w 12193199"/>
              <a:gd name="connsiteY29" fmla="*/ 6585203 h 6858000"/>
              <a:gd name="connsiteX30" fmla="*/ 594477 w 12193199"/>
              <a:gd name="connsiteY30" fmla="*/ 6582090 h 6858000"/>
              <a:gd name="connsiteX31" fmla="*/ 569366 w 12193199"/>
              <a:gd name="connsiteY31" fmla="*/ 6554697 h 6858000"/>
              <a:gd name="connsiteX32" fmla="*/ 643658 w 12193199"/>
              <a:gd name="connsiteY32" fmla="*/ 6541207 h 6858000"/>
              <a:gd name="connsiteX33" fmla="*/ 634942 w 12193199"/>
              <a:gd name="connsiteY33" fmla="*/ 6544216 h 6858000"/>
              <a:gd name="connsiteX34" fmla="*/ 634942 w 12193199"/>
              <a:gd name="connsiteY34" fmla="*/ 6556045 h 6858000"/>
              <a:gd name="connsiteX35" fmla="*/ 625188 w 12193199"/>
              <a:gd name="connsiteY35" fmla="*/ 6556045 h 6858000"/>
              <a:gd name="connsiteX36" fmla="*/ 625188 w 12193199"/>
              <a:gd name="connsiteY36" fmla="*/ 6563620 h 6858000"/>
              <a:gd name="connsiteX37" fmla="*/ 634942 w 12193199"/>
              <a:gd name="connsiteY37" fmla="*/ 6563620 h 6858000"/>
              <a:gd name="connsiteX38" fmla="*/ 634942 w 12193199"/>
              <a:gd name="connsiteY38" fmla="*/ 6593608 h 6858000"/>
              <a:gd name="connsiteX39" fmla="*/ 650299 w 12193199"/>
              <a:gd name="connsiteY39" fmla="*/ 6609899 h 6858000"/>
              <a:gd name="connsiteX40" fmla="*/ 657355 w 12193199"/>
              <a:gd name="connsiteY40" fmla="*/ 6608757 h 6858000"/>
              <a:gd name="connsiteX41" fmla="*/ 657355 w 12193199"/>
              <a:gd name="connsiteY41" fmla="*/ 6600975 h 6858000"/>
              <a:gd name="connsiteX42" fmla="*/ 652374 w 12193199"/>
              <a:gd name="connsiteY42" fmla="*/ 6601909 h 6858000"/>
              <a:gd name="connsiteX43" fmla="*/ 643658 w 12193199"/>
              <a:gd name="connsiteY43" fmla="*/ 6592778 h 6858000"/>
              <a:gd name="connsiteX44" fmla="*/ 643658 w 12193199"/>
              <a:gd name="connsiteY44" fmla="*/ 6563620 h 6858000"/>
              <a:gd name="connsiteX45" fmla="*/ 657355 w 12193199"/>
              <a:gd name="connsiteY45" fmla="*/ 6563620 h 6858000"/>
              <a:gd name="connsiteX46" fmla="*/ 657355 w 12193199"/>
              <a:gd name="connsiteY46" fmla="*/ 6556045 h 6858000"/>
              <a:gd name="connsiteX47" fmla="*/ 643658 w 12193199"/>
              <a:gd name="connsiteY47" fmla="*/ 6556045 h 6858000"/>
              <a:gd name="connsiteX48" fmla="*/ 509589 w 12193199"/>
              <a:gd name="connsiteY48" fmla="*/ 6534878 h 6858000"/>
              <a:gd name="connsiteX49" fmla="*/ 484374 w 12193199"/>
              <a:gd name="connsiteY49" fmla="*/ 6554800 h 6858000"/>
              <a:gd name="connsiteX50" fmla="*/ 503052 w 12193199"/>
              <a:gd name="connsiteY50" fmla="*/ 6574723 h 6858000"/>
              <a:gd name="connsiteX51" fmla="*/ 511663 w 12193199"/>
              <a:gd name="connsiteY51" fmla="*/ 6576591 h 6858000"/>
              <a:gd name="connsiteX52" fmla="*/ 524946 w 12193199"/>
              <a:gd name="connsiteY52" fmla="*/ 6589354 h 6858000"/>
              <a:gd name="connsiteX53" fmla="*/ 507721 w 12193199"/>
              <a:gd name="connsiteY53" fmla="*/ 6601701 h 6858000"/>
              <a:gd name="connsiteX54" fmla="*/ 485619 w 12193199"/>
              <a:gd name="connsiteY54" fmla="*/ 6593815 h 6858000"/>
              <a:gd name="connsiteX55" fmla="*/ 485619 w 12193199"/>
              <a:gd name="connsiteY55" fmla="*/ 6603569 h 6858000"/>
              <a:gd name="connsiteX56" fmla="*/ 507721 w 12193199"/>
              <a:gd name="connsiteY56" fmla="*/ 6610003 h 6858000"/>
              <a:gd name="connsiteX57" fmla="*/ 534285 w 12193199"/>
              <a:gd name="connsiteY57" fmla="*/ 6589042 h 6858000"/>
              <a:gd name="connsiteX58" fmla="*/ 514466 w 12193199"/>
              <a:gd name="connsiteY58" fmla="*/ 6567771 h 6858000"/>
              <a:gd name="connsiteX59" fmla="*/ 505853 w 12193199"/>
              <a:gd name="connsiteY59" fmla="*/ 6565799 h 6858000"/>
              <a:gd name="connsiteX60" fmla="*/ 493817 w 12193199"/>
              <a:gd name="connsiteY60" fmla="*/ 6554178 h 6858000"/>
              <a:gd name="connsiteX61" fmla="*/ 509589 w 12193199"/>
              <a:gd name="connsiteY61" fmla="*/ 6543179 h 6858000"/>
              <a:gd name="connsiteX62" fmla="*/ 530964 w 12193199"/>
              <a:gd name="connsiteY62" fmla="*/ 6551065 h 6858000"/>
              <a:gd name="connsiteX63" fmla="*/ 531068 w 12193199"/>
              <a:gd name="connsiteY63" fmla="*/ 6541311 h 6858000"/>
              <a:gd name="connsiteX64" fmla="*/ 509589 w 12193199"/>
              <a:gd name="connsiteY64" fmla="*/ 6534878 h 6858000"/>
              <a:gd name="connsiteX65" fmla="*/ 610059 w 12193199"/>
              <a:gd name="connsiteY65" fmla="*/ 6534151 h 6858000"/>
              <a:gd name="connsiteX66" fmla="*/ 604040 w 12193199"/>
              <a:gd name="connsiteY66" fmla="*/ 6540170 h 6858000"/>
              <a:gd name="connsiteX67" fmla="*/ 610059 w 12193199"/>
              <a:gd name="connsiteY67" fmla="*/ 6546188 h 6858000"/>
              <a:gd name="connsiteX68" fmla="*/ 616077 w 12193199"/>
              <a:gd name="connsiteY68" fmla="*/ 6540170 h 6858000"/>
              <a:gd name="connsiteX69" fmla="*/ 610059 w 12193199"/>
              <a:gd name="connsiteY69" fmla="*/ 6534151 h 6858000"/>
              <a:gd name="connsiteX70" fmla="*/ 500904 w 12193199"/>
              <a:gd name="connsiteY70" fmla="*/ 6461548 h 6858000"/>
              <a:gd name="connsiteX71" fmla="*/ 519458 w 12193199"/>
              <a:gd name="connsiteY71" fmla="*/ 6461548 h 6858000"/>
              <a:gd name="connsiteX72" fmla="*/ 528836 w 12193199"/>
              <a:gd name="connsiteY72" fmla="*/ 6469515 h 6858000"/>
              <a:gd name="connsiteX73" fmla="*/ 519458 w 12193199"/>
              <a:gd name="connsiteY73" fmla="*/ 6477582 h 6858000"/>
              <a:gd name="connsiteX74" fmla="*/ 500904 w 12193199"/>
              <a:gd name="connsiteY74" fmla="*/ 6477582 h 6858000"/>
              <a:gd name="connsiteX75" fmla="*/ 1062845 w 12193199"/>
              <a:gd name="connsiteY75" fmla="*/ 6451061 h 6858000"/>
              <a:gd name="connsiteX76" fmla="*/ 1075953 w 12193199"/>
              <a:gd name="connsiteY76" fmla="*/ 6464876 h 6858000"/>
              <a:gd name="connsiteX77" fmla="*/ 1062845 w 12193199"/>
              <a:gd name="connsiteY77" fmla="*/ 6478691 h 6858000"/>
              <a:gd name="connsiteX78" fmla="*/ 1049836 w 12193199"/>
              <a:gd name="connsiteY78" fmla="*/ 6464876 h 6858000"/>
              <a:gd name="connsiteX79" fmla="*/ 1062845 w 12193199"/>
              <a:gd name="connsiteY79" fmla="*/ 6451061 h 6858000"/>
              <a:gd name="connsiteX80" fmla="*/ 1225496 w 12193199"/>
              <a:gd name="connsiteY80" fmla="*/ 6450960 h 6858000"/>
              <a:gd name="connsiteX81" fmla="*/ 1238605 w 12193199"/>
              <a:gd name="connsiteY81" fmla="*/ 6464876 h 6858000"/>
              <a:gd name="connsiteX82" fmla="*/ 1225496 w 12193199"/>
              <a:gd name="connsiteY82" fmla="*/ 6478792 h 6858000"/>
              <a:gd name="connsiteX83" fmla="*/ 1212387 w 12193199"/>
              <a:gd name="connsiteY83" fmla="*/ 6464876 h 6858000"/>
              <a:gd name="connsiteX84" fmla="*/ 1225496 w 12193199"/>
              <a:gd name="connsiteY84" fmla="*/ 6450960 h 6858000"/>
              <a:gd name="connsiteX85" fmla="*/ 919962 w 12193199"/>
              <a:gd name="connsiteY85" fmla="*/ 6450960 h 6858000"/>
              <a:gd name="connsiteX86" fmla="*/ 933071 w 12193199"/>
              <a:gd name="connsiteY86" fmla="*/ 6464876 h 6858000"/>
              <a:gd name="connsiteX87" fmla="*/ 919962 w 12193199"/>
              <a:gd name="connsiteY87" fmla="*/ 6478792 h 6858000"/>
              <a:gd name="connsiteX88" fmla="*/ 906852 w 12193199"/>
              <a:gd name="connsiteY88" fmla="*/ 6464876 h 6858000"/>
              <a:gd name="connsiteX89" fmla="*/ 919962 w 12193199"/>
              <a:gd name="connsiteY89" fmla="*/ 6450960 h 6858000"/>
              <a:gd name="connsiteX90" fmla="*/ 581316 w 12193199"/>
              <a:gd name="connsiteY90" fmla="*/ 6450960 h 6858000"/>
              <a:gd name="connsiteX91" fmla="*/ 594425 w 12193199"/>
              <a:gd name="connsiteY91" fmla="*/ 6464876 h 6858000"/>
              <a:gd name="connsiteX92" fmla="*/ 581316 w 12193199"/>
              <a:gd name="connsiteY92" fmla="*/ 6478792 h 6858000"/>
              <a:gd name="connsiteX93" fmla="*/ 568206 w 12193199"/>
              <a:gd name="connsiteY93" fmla="*/ 6464876 h 6858000"/>
              <a:gd name="connsiteX94" fmla="*/ 581316 w 12193199"/>
              <a:gd name="connsiteY94" fmla="*/ 6450960 h 6858000"/>
              <a:gd name="connsiteX95" fmla="*/ 1288500 w 12193199"/>
              <a:gd name="connsiteY95" fmla="*/ 6450153 h 6858000"/>
              <a:gd name="connsiteX96" fmla="*/ 1299896 w 12193199"/>
              <a:gd name="connsiteY96" fmla="*/ 6458926 h 6858000"/>
              <a:gd name="connsiteX97" fmla="*/ 1277307 w 12193199"/>
              <a:gd name="connsiteY97" fmla="*/ 6458926 h 6858000"/>
              <a:gd name="connsiteX98" fmla="*/ 1288500 w 12193199"/>
              <a:gd name="connsiteY98" fmla="*/ 6450153 h 6858000"/>
              <a:gd name="connsiteX99" fmla="*/ 773758 w 12193199"/>
              <a:gd name="connsiteY99" fmla="*/ 6450153 h 6858000"/>
              <a:gd name="connsiteX100" fmla="*/ 785154 w 12193199"/>
              <a:gd name="connsiteY100" fmla="*/ 6458926 h 6858000"/>
              <a:gd name="connsiteX101" fmla="*/ 762565 w 12193199"/>
              <a:gd name="connsiteY101" fmla="*/ 6458926 h 6858000"/>
              <a:gd name="connsiteX102" fmla="*/ 773758 w 12193199"/>
              <a:gd name="connsiteY102" fmla="*/ 6450153 h 6858000"/>
              <a:gd name="connsiteX103" fmla="*/ 868063 w 12193199"/>
              <a:gd name="connsiteY103" fmla="*/ 6438859 h 6858000"/>
              <a:gd name="connsiteX104" fmla="*/ 868063 w 12193199"/>
              <a:gd name="connsiteY104" fmla="*/ 6490893 h 6858000"/>
              <a:gd name="connsiteX105" fmla="*/ 882080 w 12193199"/>
              <a:gd name="connsiteY105" fmla="*/ 6490893 h 6858000"/>
              <a:gd name="connsiteX106" fmla="*/ 882080 w 12193199"/>
              <a:gd name="connsiteY106" fmla="*/ 6438859 h 6858000"/>
              <a:gd name="connsiteX107" fmla="*/ 1351643 w 12193199"/>
              <a:gd name="connsiteY107" fmla="*/ 6437851 h 6858000"/>
              <a:gd name="connsiteX108" fmla="*/ 1336617 w 12193199"/>
              <a:gd name="connsiteY108" fmla="*/ 6448136 h 6858000"/>
              <a:gd name="connsiteX109" fmla="*/ 1336617 w 12193199"/>
              <a:gd name="connsiteY109" fmla="*/ 6438859 h 6858000"/>
              <a:gd name="connsiteX110" fmla="*/ 1322601 w 12193199"/>
              <a:gd name="connsiteY110" fmla="*/ 6438859 h 6858000"/>
              <a:gd name="connsiteX111" fmla="*/ 1322601 w 12193199"/>
              <a:gd name="connsiteY111" fmla="*/ 6490893 h 6858000"/>
              <a:gd name="connsiteX112" fmla="*/ 1336617 w 12193199"/>
              <a:gd name="connsiteY112" fmla="*/ 6490893 h 6858000"/>
              <a:gd name="connsiteX113" fmla="*/ 1336617 w 12193199"/>
              <a:gd name="connsiteY113" fmla="*/ 6462557 h 6858000"/>
              <a:gd name="connsiteX114" fmla="*/ 1350030 w 12193199"/>
              <a:gd name="connsiteY114" fmla="*/ 6452674 h 6858000"/>
              <a:gd name="connsiteX115" fmla="*/ 1352550 w 12193199"/>
              <a:gd name="connsiteY115" fmla="*/ 6452674 h 6858000"/>
              <a:gd name="connsiteX116" fmla="*/ 1352550 w 12193199"/>
              <a:gd name="connsiteY116" fmla="*/ 6437851 h 6858000"/>
              <a:gd name="connsiteX117" fmla="*/ 650270 w 12193199"/>
              <a:gd name="connsiteY117" fmla="*/ 6437851 h 6858000"/>
              <a:gd name="connsiteX118" fmla="*/ 635245 w 12193199"/>
              <a:gd name="connsiteY118" fmla="*/ 6448136 h 6858000"/>
              <a:gd name="connsiteX119" fmla="*/ 635245 w 12193199"/>
              <a:gd name="connsiteY119" fmla="*/ 6438859 h 6858000"/>
              <a:gd name="connsiteX120" fmla="*/ 621228 w 12193199"/>
              <a:gd name="connsiteY120" fmla="*/ 6438859 h 6858000"/>
              <a:gd name="connsiteX121" fmla="*/ 621228 w 12193199"/>
              <a:gd name="connsiteY121" fmla="*/ 6490893 h 6858000"/>
              <a:gd name="connsiteX122" fmla="*/ 635245 w 12193199"/>
              <a:gd name="connsiteY122" fmla="*/ 6490893 h 6858000"/>
              <a:gd name="connsiteX123" fmla="*/ 635245 w 12193199"/>
              <a:gd name="connsiteY123" fmla="*/ 6462557 h 6858000"/>
              <a:gd name="connsiteX124" fmla="*/ 648657 w 12193199"/>
              <a:gd name="connsiteY124" fmla="*/ 6452674 h 6858000"/>
              <a:gd name="connsiteX125" fmla="*/ 651178 w 12193199"/>
              <a:gd name="connsiteY125" fmla="*/ 6452674 h 6858000"/>
              <a:gd name="connsiteX126" fmla="*/ 651178 w 12193199"/>
              <a:gd name="connsiteY126" fmla="*/ 6437851 h 6858000"/>
              <a:gd name="connsiteX127" fmla="*/ 1288500 w 12193199"/>
              <a:gd name="connsiteY127" fmla="*/ 6437447 h 6858000"/>
              <a:gd name="connsiteX128" fmla="*/ 1262584 w 12193199"/>
              <a:gd name="connsiteY128" fmla="*/ 6464876 h 6858000"/>
              <a:gd name="connsiteX129" fmla="*/ 1289709 w 12193199"/>
              <a:gd name="connsiteY129" fmla="*/ 6492405 h 6858000"/>
              <a:gd name="connsiteX130" fmla="*/ 1312702 w 12193199"/>
              <a:gd name="connsiteY130" fmla="*/ 6480607 h 6858000"/>
              <a:gd name="connsiteX131" fmla="*/ 1303223 w 12193199"/>
              <a:gd name="connsiteY131" fmla="*/ 6472540 h 6858000"/>
              <a:gd name="connsiteX132" fmla="*/ 1289709 w 12193199"/>
              <a:gd name="connsiteY132" fmla="*/ 6479699 h 6858000"/>
              <a:gd name="connsiteX133" fmla="*/ 1277105 w 12193199"/>
              <a:gd name="connsiteY133" fmla="*/ 6468909 h 6858000"/>
              <a:gd name="connsiteX134" fmla="*/ 1314114 w 12193199"/>
              <a:gd name="connsiteY134" fmla="*/ 6468909 h 6858000"/>
              <a:gd name="connsiteX135" fmla="*/ 1314517 w 12193199"/>
              <a:gd name="connsiteY135" fmla="*/ 6464271 h 6858000"/>
              <a:gd name="connsiteX136" fmla="*/ 1288500 w 12193199"/>
              <a:gd name="connsiteY136" fmla="*/ 6437447 h 6858000"/>
              <a:gd name="connsiteX137" fmla="*/ 1222370 w 12193199"/>
              <a:gd name="connsiteY137" fmla="*/ 6437447 h 6858000"/>
              <a:gd name="connsiteX138" fmla="*/ 1197864 w 12193199"/>
              <a:gd name="connsiteY138" fmla="*/ 6464876 h 6858000"/>
              <a:gd name="connsiteX139" fmla="*/ 1222370 w 12193199"/>
              <a:gd name="connsiteY139" fmla="*/ 6492405 h 6858000"/>
              <a:gd name="connsiteX140" fmla="*/ 1238605 w 12193199"/>
              <a:gd name="connsiteY140" fmla="*/ 6483430 h 6858000"/>
              <a:gd name="connsiteX141" fmla="*/ 1238605 w 12193199"/>
              <a:gd name="connsiteY141" fmla="*/ 6490893 h 6858000"/>
              <a:gd name="connsiteX142" fmla="*/ 1252622 w 12193199"/>
              <a:gd name="connsiteY142" fmla="*/ 6490893 h 6858000"/>
              <a:gd name="connsiteX143" fmla="*/ 1252622 w 12193199"/>
              <a:gd name="connsiteY143" fmla="*/ 6438859 h 6858000"/>
              <a:gd name="connsiteX144" fmla="*/ 1238605 w 12193199"/>
              <a:gd name="connsiteY144" fmla="*/ 6438859 h 6858000"/>
              <a:gd name="connsiteX145" fmla="*/ 1238605 w 12193199"/>
              <a:gd name="connsiteY145" fmla="*/ 6446422 h 6858000"/>
              <a:gd name="connsiteX146" fmla="*/ 1222370 w 12193199"/>
              <a:gd name="connsiteY146" fmla="*/ 6437447 h 6858000"/>
              <a:gd name="connsiteX147" fmla="*/ 1062845 w 12193199"/>
              <a:gd name="connsiteY147" fmla="*/ 6437447 h 6858000"/>
              <a:gd name="connsiteX148" fmla="*/ 1035315 w 12193199"/>
              <a:gd name="connsiteY148" fmla="*/ 6464876 h 6858000"/>
              <a:gd name="connsiteX149" fmla="*/ 1062845 w 12193199"/>
              <a:gd name="connsiteY149" fmla="*/ 6492304 h 6858000"/>
              <a:gd name="connsiteX150" fmla="*/ 1090475 w 12193199"/>
              <a:gd name="connsiteY150" fmla="*/ 6464876 h 6858000"/>
              <a:gd name="connsiteX151" fmla="*/ 1062845 w 12193199"/>
              <a:gd name="connsiteY151" fmla="*/ 6437447 h 6858000"/>
              <a:gd name="connsiteX152" fmla="*/ 916836 w 12193199"/>
              <a:gd name="connsiteY152" fmla="*/ 6437447 h 6858000"/>
              <a:gd name="connsiteX153" fmla="*/ 892332 w 12193199"/>
              <a:gd name="connsiteY153" fmla="*/ 6464876 h 6858000"/>
              <a:gd name="connsiteX154" fmla="*/ 916836 w 12193199"/>
              <a:gd name="connsiteY154" fmla="*/ 6492405 h 6858000"/>
              <a:gd name="connsiteX155" fmla="*/ 933071 w 12193199"/>
              <a:gd name="connsiteY155" fmla="*/ 6483430 h 6858000"/>
              <a:gd name="connsiteX156" fmla="*/ 933071 w 12193199"/>
              <a:gd name="connsiteY156" fmla="*/ 6490893 h 6858000"/>
              <a:gd name="connsiteX157" fmla="*/ 947087 w 12193199"/>
              <a:gd name="connsiteY157" fmla="*/ 6490893 h 6858000"/>
              <a:gd name="connsiteX158" fmla="*/ 947087 w 12193199"/>
              <a:gd name="connsiteY158" fmla="*/ 6438859 h 6858000"/>
              <a:gd name="connsiteX159" fmla="*/ 933071 w 12193199"/>
              <a:gd name="connsiteY159" fmla="*/ 6438859 h 6858000"/>
              <a:gd name="connsiteX160" fmla="*/ 933071 w 12193199"/>
              <a:gd name="connsiteY160" fmla="*/ 6446422 h 6858000"/>
              <a:gd name="connsiteX161" fmla="*/ 916836 w 12193199"/>
              <a:gd name="connsiteY161" fmla="*/ 6437447 h 6858000"/>
              <a:gd name="connsiteX162" fmla="*/ 839011 w 12193199"/>
              <a:gd name="connsiteY162" fmla="*/ 6437447 h 6858000"/>
              <a:gd name="connsiteX163" fmla="*/ 823382 w 12193199"/>
              <a:gd name="connsiteY163" fmla="*/ 6444809 h 6858000"/>
              <a:gd name="connsiteX164" fmla="*/ 823382 w 12193199"/>
              <a:gd name="connsiteY164" fmla="*/ 6438859 h 6858000"/>
              <a:gd name="connsiteX165" fmla="*/ 809364 w 12193199"/>
              <a:gd name="connsiteY165" fmla="*/ 6438859 h 6858000"/>
              <a:gd name="connsiteX166" fmla="*/ 809364 w 12193199"/>
              <a:gd name="connsiteY166" fmla="*/ 6490893 h 6858000"/>
              <a:gd name="connsiteX167" fmla="*/ 823382 w 12193199"/>
              <a:gd name="connsiteY167" fmla="*/ 6490893 h 6858000"/>
              <a:gd name="connsiteX168" fmla="*/ 823382 w 12193199"/>
              <a:gd name="connsiteY168" fmla="*/ 6459733 h 6858000"/>
              <a:gd name="connsiteX169" fmla="*/ 832961 w 12193199"/>
              <a:gd name="connsiteY169" fmla="*/ 6449750 h 6858000"/>
              <a:gd name="connsiteX170" fmla="*/ 841936 w 12193199"/>
              <a:gd name="connsiteY170" fmla="*/ 6459229 h 6858000"/>
              <a:gd name="connsiteX171" fmla="*/ 841936 w 12193199"/>
              <a:gd name="connsiteY171" fmla="*/ 6490893 h 6858000"/>
              <a:gd name="connsiteX172" fmla="*/ 855953 w 12193199"/>
              <a:gd name="connsiteY172" fmla="*/ 6490893 h 6858000"/>
              <a:gd name="connsiteX173" fmla="*/ 855953 w 12193199"/>
              <a:gd name="connsiteY173" fmla="*/ 6456708 h 6858000"/>
              <a:gd name="connsiteX174" fmla="*/ 839011 w 12193199"/>
              <a:gd name="connsiteY174" fmla="*/ 6437447 h 6858000"/>
              <a:gd name="connsiteX175" fmla="*/ 773758 w 12193199"/>
              <a:gd name="connsiteY175" fmla="*/ 6437447 h 6858000"/>
              <a:gd name="connsiteX176" fmla="*/ 747843 w 12193199"/>
              <a:gd name="connsiteY176" fmla="*/ 6464876 h 6858000"/>
              <a:gd name="connsiteX177" fmla="*/ 774969 w 12193199"/>
              <a:gd name="connsiteY177" fmla="*/ 6492405 h 6858000"/>
              <a:gd name="connsiteX178" fmla="*/ 797961 w 12193199"/>
              <a:gd name="connsiteY178" fmla="*/ 6480607 h 6858000"/>
              <a:gd name="connsiteX179" fmla="*/ 788481 w 12193199"/>
              <a:gd name="connsiteY179" fmla="*/ 6472540 h 6858000"/>
              <a:gd name="connsiteX180" fmla="*/ 774969 w 12193199"/>
              <a:gd name="connsiteY180" fmla="*/ 6479699 h 6858000"/>
              <a:gd name="connsiteX181" fmla="*/ 762364 w 12193199"/>
              <a:gd name="connsiteY181" fmla="*/ 6468909 h 6858000"/>
              <a:gd name="connsiteX182" fmla="*/ 799372 w 12193199"/>
              <a:gd name="connsiteY182" fmla="*/ 6468909 h 6858000"/>
              <a:gd name="connsiteX183" fmla="*/ 799776 w 12193199"/>
              <a:gd name="connsiteY183" fmla="*/ 6464271 h 6858000"/>
              <a:gd name="connsiteX184" fmla="*/ 773758 w 12193199"/>
              <a:gd name="connsiteY184" fmla="*/ 6437447 h 6858000"/>
              <a:gd name="connsiteX185" fmla="*/ 689403 w 12193199"/>
              <a:gd name="connsiteY185" fmla="*/ 6437447 h 6858000"/>
              <a:gd name="connsiteX186" fmla="*/ 674377 w 12193199"/>
              <a:gd name="connsiteY186" fmla="*/ 6444809 h 6858000"/>
              <a:gd name="connsiteX187" fmla="*/ 674377 w 12193199"/>
              <a:gd name="connsiteY187" fmla="*/ 6438859 h 6858000"/>
              <a:gd name="connsiteX188" fmla="*/ 660361 w 12193199"/>
              <a:gd name="connsiteY188" fmla="*/ 6438859 h 6858000"/>
              <a:gd name="connsiteX189" fmla="*/ 660361 w 12193199"/>
              <a:gd name="connsiteY189" fmla="*/ 6490893 h 6858000"/>
              <a:gd name="connsiteX190" fmla="*/ 674377 w 12193199"/>
              <a:gd name="connsiteY190" fmla="*/ 6490893 h 6858000"/>
              <a:gd name="connsiteX191" fmla="*/ 674377 w 12193199"/>
              <a:gd name="connsiteY191" fmla="*/ 6460036 h 6858000"/>
              <a:gd name="connsiteX192" fmla="*/ 683352 w 12193199"/>
              <a:gd name="connsiteY192" fmla="*/ 6449750 h 6858000"/>
              <a:gd name="connsiteX193" fmla="*/ 691923 w 12193199"/>
              <a:gd name="connsiteY193" fmla="*/ 6459632 h 6858000"/>
              <a:gd name="connsiteX194" fmla="*/ 691923 w 12193199"/>
              <a:gd name="connsiteY194" fmla="*/ 6490893 h 6858000"/>
              <a:gd name="connsiteX195" fmla="*/ 705840 w 12193199"/>
              <a:gd name="connsiteY195" fmla="*/ 6490893 h 6858000"/>
              <a:gd name="connsiteX196" fmla="*/ 705840 w 12193199"/>
              <a:gd name="connsiteY196" fmla="*/ 6458523 h 6858000"/>
              <a:gd name="connsiteX197" fmla="*/ 714916 w 12193199"/>
              <a:gd name="connsiteY197" fmla="*/ 6449750 h 6858000"/>
              <a:gd name="connsiteX198" fmla="*/ 723487 w 12193199"/>
              <a:gd name="connsiteY198" fmla="*/ 6459632 h 6858000"/>
              <a:gd name="connsiteX199" fmla="*/ 723487 w 12193199"/>
              <a:gd name="connsiteY199" fmla="*/ 6490893 h 6858000"/>
              <a:gd name="connsiteX200" fmla="*/ 737504 w 12193199"/>
              <a:gd name="connsiteY200" fmla="*/ 6490893 h 6858000"/>
              <a:gd name="connsiteX201" fmla="*/ 737504 w 12193199"/>
              <a:gd name="connsiteY201" fmla="*/ 6457010 h 6858000"/>
              <a:gd name="connsiteX202" fmla="*/ 719554 w 12193199"/>
              <a:gd name="connsiteY202" fmla="*/ 6437447 h 6858000"/>
              <a:gd name="connsiteX203" fmla="*/ 703521 w 12193199"/>
              <a:gd name="connsiteY203" fmla="*/ 6445716 h 6858000"/>
              <a:gd name="connsiteX204" fmla="*/ 689403 w 12193199"/>
              <a:gd name="connsiteY204" fmla="*/ 6437447 h 6858000"/>
              <a:gd name="connsiteX205" fmla="*/ 578190 w 12193199"/>
              <a:gd name="connsiteY205" fmla="*/ 6437447 h 6858000"/>
              <a:gd name="connsiteX206" fmla="*/ 553686 w 12193199"/>
              <a:gd name="connsiteY206" fmla="*/ 6464876 h 6858000"/>
              <a:gd name="connsiteX207" fmla="*/ 578190 w 12193199"/>
              <a:gd name="connsiteY207" fmla="*/ 6492405 h 6858000"/>
              <a:gd name="connsiteX208" fmla="*/ 594425 w 12193199"/>
              <a:gd name="connsiteY208" fmla="*/ 6483430 h 6858000"/>
              <a:gd name="connsiteX209" fmla="*/ 594425 w 12193199"/>
              <a:gd name="connsiteY209" fmla="*/ 6490893 h 6858000"/>
              <a:gd name="connsiteX210" fmla="*/ 608442 w 12193199"/>
              <a:gd name="connsiteY210" fmla="*/ 6490893 h 6858000"/>
              <a:gd name="connsiteX211" fmla="*/ 608442 w 12193199"/>
              <a:gd name="connsiteY211" fmla="*/ 6438859 h 6858000"/>
              <a:gd name="connsiteX212" fmla="*/ 594425 w 12193199"/>
              <a:gd name="connsiteY212" fmla="*/ 6438859 h 6858000"/>
              <a:gd name="connsiteX213" fmla="*/ 594425 w 12193199"/>
              <a:gd name="connsiteY213" fmla="*/ 6446422 h 6858000"/>
              <a:gd name="connsiteX214" fmla="*/ 578190 w 12193199"/>
              <a:gd name="connsiteY214" fmla="*/ 6437447 h 6858000"/>
              <a:gd name="connsiteX215" fmla="*/ 500904 w 12193199"/>
              <a:gd name="connsiteY215" fmla="*/ 6433615 h 6858000"/>
              <a:gd name="connsiteX216" fmla="*/ 518450 w 12193199"/>
              <a:gd name="connsiteY216" fmla="*/ 6433615 h 6858000"/>
              <a:gd name="connsiteX217" fmla="*/ 527122 w 12193199"/>
              <a:gd name="connsiteY217" fmla="*/ 6441078 h 6858000"/>
              <a:gd name="connsiteX218" fmla="*/ 518450 w 12193199"/>
              <a:gd name="connsiteY218" fmla="*/ 6448439 h 6858000"/>
              <a:gd name="connsiteX219" fmla="*/ 500904 w 12193199"/>
              <a:gd name="connsiteY219" fmla="*/ 6448439 h 6858000"/>
              <a:gd name="connsiteX220" fmla="*/ 1120008 w 12193199"/>
              <a:gd name="connsiteY220" fmla="*/ 6423632 h 6858000"/>
              <a:gd name="connsiteX221" fmla="*/ 1105991 w 12193199"/>
              <a:gd name="connsiteY221" fmla="*/ 6427666 h 6858000"/>
              <a:gd name="connsiteX222" fmla="*/ 1105991 w 12193199"/>
              <a:gd name="connsiteY222" fmla="*/ 6438859 h 6858000"/>
              <a:gd name="connsiteX223" fmla="*/ 1097218 w 12193199"/>
              <a:gd name="connsiteY223" fmla="*/ 6438859 h 6858000"/>
              <a:gd name="connsiteX224" fmla="*/ 1097218 w 12193199"/>
              <a:gd name="connsiteY224" fmla="*/ 6450758 h 6858000"/>
              <a:gd name="connsiteX225" fmla="*/ 1105991 w 12193199"/>
              <a:gd name="connsiteY225" fmla="*/ 6450758 h 6858000"/>
              <a:gd name="connsiteX226" fmla="*/ 1105991 w 12193199"/>
              <a:gd name="connsiteY226" fmla="*/ 6472943 h 6858000"/>
              <a:gd name="connsiteX227" fmla="*/ 1124042 w 12193199"/>
              <a:gd name="connsiteY227" fmla="*/ 6492103 h 6858000"/>
              <a:gd name="connsiteX228" fmla="*/ 1132008 w 12193199"/>
              <a:gd name="connsiteY228" fmla="*/ 6491195 h 6858000"/>
              <a:gd name="connsiteX229" fmla="*/ 1132008 w 12193199"/>
              <a:gd name="connsiteY229" fmla="*/ 6479296 h 6858000"/>
              <a:gd name="connsiteX230" fmla="*/ 1128076 w 12193199"/>
              <a:gd name="connsiteY230" fmla="*/ 6479699 h 6858000"/>
              <a:gd name="connsiteX231" fmla="*/ 1120008 w 12193199"/>
              <a:gd name="connsiteY231" fmla="*/ 6471733 h 6858000"/>
              <a:gd name="connsiteX232" fmla="*/ 1120008 w 12193199"/>
              <a:gd name="connsiteY232" fmla="*/ 6450758 h 6858000"/>
              <a:gd name="connsiteX233" fmla="*/ 1132008 w 12193199"/>
              <a:gd name="connsiteY233" fmla="*/ 6450758 h 6858000"/>
              <a:gd name="connsiteX234" fmla="*/ 1132008 w 12193199"/>
              <a:gd name="connsiteY234" fmla="*/ 6438859 h 6858000"/>
              <a:gd name="connsiteX235" fmla="*/ 1120008 w 12193199"/>
              <a:gd name="connsiteY235" fmla="*/ 6438859 h 6858000"/>
              <a:gd name="connsiteX236" fmla="*/ 1141990 w 12193199"/>
              <a:gd name="connsiteY236" fmla="*/ 6420305 h 6858000"/>
              <a:gd name="connsiteX237" fmla="*/ 1141990 w 12193199"/>
              <a:gd name="connsiteY237" fmla="*/ 6490893 h 6858000"/>
              <a:gd name="connsiteX238" fmla="*/ 1156007 w 12193199"/>
              <a:gd name="connsiteY238" fmla="*/ 6490893 h 6858000"/>
              <a:gd name="connsiteX239" fmla="*/ 1156007 w 12193199"/>
              <a:gd name="connsiteY239" fmla="*/ 6459733 h 6858000"/>
              <a:gd name="connsiteX240" fmla="*/ 1165587 w 12193199"/>
              <a:gd name="connsiteY240" fmla="*/ 6449750 h 6858000"/>
              <a:gd name="connsiteX241" fmla="*/ 1174562 w 12193199"/>
              <a:gd name="connsiteY241" fmla="*/ 6459229 h 6858000"/>
              <a:gd name="connsiteX242" fmla="*/ 1174562 w 12193199"/>
              <a:gd name="connsiteY242" fmla="*/ 6490893 h 6858000"/>
              <a:gd name="connsiteX243" fmla="*/ 1188579 w 12193199"/>
              <a:gd name="connsiteY243" fmla="*/ 6490893 h 6858000"/>
              <a:gd name="connsiteX244" fmla="*/ 1188579 w 12193199"/>
              <a:gd name="connsiteY244" fmla="*/ 6456708 h 6858000"/>
              <a:gd name="connsiteX245" fmla="*/ 1171637 w 12193199"/>
              <a:gd name="connsiteY245" fmla="*/ 6437447 h 6858000"/>
              <a:gd name="connsiteX246" fmla="*/ 1156007 w 12193199"/>
              <a:gd name="connsiteY246" fmla="*/ 6444809 h 6858000"/>
              <a:gd name="connsiteX247" fmla="*/ 1156007 w 12193199"/>
              <a:gd name="connsiteY247" fmla="*/ 6420305 h 6858000"/>
              <a:gd name="connsiteX248" fmla="*/ 485777 w 12193199"/>
              <a:gd name="connsiteY248" fmla="*/ 6420305 h 6858000"/>
              <a:gd name="connsiteX249" fmla="*/ 485777 w 12193199"/>
              <a:gd name="connsiteY249" fmla="*/ 6490893 h 6858000"/>
              <a:gd name="connsiteX250" fmla="*/ 520668 w 12193199"/>
              <a:gd name="connsiteY250" fmla="*/ 6490893 h 6858000"/>
              <a:gd name="connsiteX251" fmla="*/ 544568 w 12193199"/>
              <a:gd name="connsiteY251" fmla="*/ 6471229 h 6858000"/>
              <a:gd name="connsiteX252" fmla="*/ 532265 w 12193199"/>
              <a:gd name="connsiteY252" fmla="*/ 6454691 h 6858000"/>
              <a:gd name="connsiteX253" fmla="*/ 542753 w 12193199"/>
              <a:gd name="connsiteY253" fmla="*/ 6438960 h 6858000"/>
              <a:gd name="connsiteX254" fmla="*/ 520568 w 12193199"/>
              <a:gd name="connsiteY254" fmla="*/ 6420305 h 6858000"/>
              <a:gd name="connsiteX255" fmla="*/ 994261 w 12193199"/>
              <a:gd name="connsiteY255" fmla="*/ 6419094 h 6858000"/>
              <a:gd name="connsiteX256" fmla="*/ 958361 w 12193199"/>
              <a:gd name="connsiteY256" fmla="*/ 6455800 h 6858000"/>
              <a:gd name="connsiteX257" fmla="*/ 992042 w 12193199"/>
              <a:gd name="connsiteY257" fmla="*/ 6492405 h 6858000"/>
              <a:gd name="connsiteX258" fmla="*/ 1012614 w 12193199"/>
              <a:gd name="connsiteY258" fmla="*/ 6482624 h 6858000"/>
              <a:gd name="connsiteX259" fmla="*/ 1012614 w 12193199"/>
              <a:gd name="connsiteY259" fmla="*/ 6490893 h 6858000"/>
              <a:gd name="connsiteX260" fmla="*/ 1026226 w 12193199"/>
              <a:gd name="connsiteY260" fmla="*/ 6490893 h 6858000"/>
              <a:gd name="connsiteX261" fmla="*/ 1026226 w 12193199"/>
              <a:gd name="connsiteY261" fmla="*/ 6452977 h 6858000"/>
              <a:gd name="connsiteX262" fmla="*/ 994563 w 12193199"/>
              <a:gd name="connsiteY262" fmla="*/ 6452977 h 6858000"/>
              <a:gd name="connsiteX263" fmla="*/ 994563 w 12193199"/>
              <a:gd name="connsiteY263" fmla="*/ 6466489 h 6858000"/>
              <a:gd name="connsiteX264" fmla="*/ 1011303 w 12193199"/>
              <a:gd name="connsiteY264" fmla="*/ 6466489 h 6858000"/>
              <a:gd name="connsiteX265" fmla="*/ 994463 w 12193199"/>
              <a:gd name="connsiteY265" fmla="*/ 6478086 h 6858000"/>
              <a:gd name="connsiteX266" fmla="*/ 974395 w 12193199"/>
              <a:gd name="connsiteY266" fmla="*/ 6455800 h 6858000"/>
              <a:gd name="connsiteX267" fmla="*/ 994261 w 12193199"/>
              <a:gd name="connsiteY267" fmla="*/ 6433414 h 6858000"/>
              <a:gd name="connsiteX268" fmla="*/ 1012008 w 12193199"/>
              <a:gd name="connsiteY268" fmla="*/ 6443699 h 6858000"/>
              <a:gd name="connsiteX269" fmla="*/ 1024715 w 12193199"/>
              <a:gd name="connsiteY269" fmla="*/ 6435229 h 6858000"/>
              <a:gd name="connsiteX270" fmla="*/ 994261 w 12193199"/>
              <a:gd name="connsiteY270" fmla="*/ 6419094 h 6858000"/>
              <a:gd name="connsiteX271" fmla="*/ 875121 w 12193199"/>
              <a:gd name="connsiteY271" fmla="*/ 6416674 h 6858000"/>
              <a:gd name="connsiteX272" fmla="*/ 866752 w 12193199"/>
              <a:gd name="connsiteY272" fmla="*/ 6424943 h 6858000"/>
              <a:gd name="connsiteX273" fmla="*/ 875121 w 12193199"/>
              <a:gd name="connsiteY273" fmla="*/ 6433313 h 6858000"/>
              <a:gd name="connsiteX274" fmla="*/ 883492 w 12193199"/>
              <a:gd name="connsiteY274" fmla="*/ 6424943 h 6858000"/>
              <a:gd name="connsiteX275" fmla="*/ 875121 w 12193199"/>
              <a:gd name="connsiteY275" fmla="*/ 6416674 h 6858000"/>
              <a:gd name="connsiteX276" fmla="*/ 11442400 w 12193199"/>
              <a:gd name="connsiteY276" fmla="*/ 652256 h 6858000"/>
              <a:gd name="connsiteX277" fmla="*/ 11465450 w 12193199"/>
              <a:gd name="connsiteY277" fmla="*/ 677002 h 6858000"/>
              <a:gd name="connsiteX278" fmla="*/ 11442400 w 12193199"/>
              <a:gd name="connsiteY278" fmla="*/ 701748 h 6858000"/>
              <a:gd name="connsiteX279" fmla="*/ 11419349 w 12193199"/>
              <a:gd name="connsiteY279" fmla="*/ 677002 h 6858000"/>
              <a:gd name="connsiteX280" fmla="*/ 11442400 w 12193199"/>
              <a:gd name="connsiteY280" fmla="*/ 652256 h 6858000"/>
              <a:gd name="connsiteX281" fmla="*/ 11217192 w 12193199"/>
              <a:gd name="connsiteY281" fmla="*/ 652256 h 6858000"/>
              <a:gd name="connsiteX282" fmla="*/ 11240242 w 12193199"/>
              <a:gd name="connsiteY282" fmla="*/ 677002 h 6858000"/>
              <a:gd name="connsiteX283" fmla="*/ 11217192 w 12193199"/>
              <a:gd name="connsiteY283" fmla="*/ 701748 h 6858000"/>
              <a:gd name="connsiteX284" fmla="*/ 11194142 w 12193199"/>
              <a:gd name="connsiteY284" fmla="*/ 677002 h 6858000"/>
              <a:gd name="connsiteX285" fmla="*/ 11217192 w 12193199"/>
              <a:gd name="connsiteY285" fmla="*/ 652256 h 6858000"/>
              <a:gd name="connsiteX286" fmla="*/ 11532427 w 12193199"/>
              <a:gd name="connsiteY286" fmla="*/ 651335 h 6858000"/>
              <a:gd name="connsiteX287" fmla="*/ 11552688 w 12193199"/>
              <a:gd name="connsiteY287" fmla="*/ 668498 h 6858000"/>
              <a:gd name="connsiteX288" fmla="*/ 11511858 w 12193199"/>
              <a:gd name="connsiteY288" fmla="*/ 668498 h 6858000"/>
              <a:gd name="connsiteX289" fmla="*/ 11532427 w 12193199"/>
              <a:gd name="connsiteY289" fmla="*/ 651335 h 6858000"/>
              <a:gd name="connsiteX290" fmla="*/ 11620279 w 12193199"/>
              <a:gd name="connsiteY290" fmla="*/ 636015 h 6858000"/>
              <a:gd name="connsiteX291" fmla="*/ 11598623 w 12193199"/>
              <a:gd name="connsiteY291" fmla="*/ 651783 h 6858000"/>
              <a:gd name="connsiteX292" fmla="*/ 11598623 w 12193199"/>
              <a:gd name="connsiteY292" fmla="*/ 637396 h 6858000"/>
              <a:gd name="connsiteX293" fmla="*/ 11580996 w 12193199"/>
              <a:gd name="connsiteY293" fmla="*/ 637396 h 6858000"/>
              <a:gd name="connsiteX294" fmla="*/ 11580996 w 12193199"/>
              <a:gd name="connsiteY294" fmla="*/ 716570 h 6858000"/>
              <a:gd name="connsiteX295" fmla="*/ 11580996 w 12193199"/>
              <a:gd name="connsiteY295" fmla="*/ 716595 h 6858000"/>
              <a:gd name="connsiteX296" fmla="*/ 11598623 w 12193199"/>
              <a:gd name="connsiteY296" fmla="*/ 716595 h 6858000"/>
              <a:gd name="connsiteX297" fmla="*/ 11598623 w 12193199"/>
              <a:gd name="connsiteY297" fmla="*/ 673447 h 6858000"/>
              <a:gd name="connsiteX298" fmla="*/ 11618117 w 12193199"/>
              <a:gd name="connsiteY298" fmla="*/ 654264 h 6858000"/>
              <a:gd name="connsiteX299" fmla="*/ 11621980 w 12193199"/>
              <a:gd name="connsiteY299" fmla="*/ 654264 h 6858000"/>
              <a:gd name="connsiteX300" fmla="*/ 11621980 w 12193199"/>
              <a:gd name="connsiteY300" fmla="*/ 636015 h 6858000"/>
              <a:gd name="connsiteX301" fmla="*/ 11438844 w 12193199"/>
              <a:gd name="connsiteY301" fmla="*/ 635260 h 6858000"/>
              <a:gd name="connsiteX302" fmla="*/ 11401109 w 12193199"/>
              <a:gd name="connsiteY302" fmla="*/ 677015 h 6858000"/>
              <a:gd name="connsiteX303" fmla="*/ 11438844 w 12193199"/>
              <a:gd name="connsiteY303" fmla="*/ 718769 h 6858000"/>
              <a:gd name="connsiteX304" fmla="*/ 11465450 w 12193199"/>
              <a:gd name="connsiteY304" fmla="*/ 703461 h 6858000"/>
              <a:gd name="connsiteX305" fmla="*/ 11465450 w 12193199"/>
              <a:gd name="connsiteY305" fmla="*/ 716608 h 6858000"/>
              <a:gd name="connsiteX306" fmla="*/ 11483090 w 12193199"/>
              <a:gd name="connsiteY306" fmla="*/ 716608 h 6858000"/>
              <a:gd name="connsiteX307" fmla="*/ 11483090 w 12193199"/>
              <a:gd name="connsiteY307" fmla="*/ 637434 h 6858000"/>
              <a:gd name="connsiteX308" fmla="*/ 11465450 w 12193199"/>
              <a:gd name="connsiteY308" fmla="*/ 637434 h 6858000"/>
              <a:gd name="connsiteX309" fmla="*/ 11465450 w 12193199"/>
              <a:gd name="connsiteY309" fmla="*/ 650568 h 6858000"/>
              <a:gd name="connsiteX310" fmla="*/ 11438844 w 12193199"/>
              <a:gd name="connsiteY310" fmla="*/ 635260 h 6858000"/>
              <a:gd name="connsiteX311" fmla="*/ 11217192 w 12193199"/>
              <a:gd name="connsiteY311" fmla="*/ 635248 h 6858000"/>
              <a:gd name="connsiteX312" fmla="*/ 11175888 w 12193199"/>
              <a:gd name="connsiteY312" fmla="*/ 677002 h 6858000"/>
              <a:gd name="connsiteX313" fmla="*/ 11217192 w 12193199"/>
              <a:gd name="connsiteY313" fmla="*/ 718756 h 6858000"/>
              <a:gd name="connsiteX314" fmla="*/ 11258496 w 12193199"/>
              <a:gd name="connsiteY314" fmla="*/ 677002 h 6858000"/>
              <a:gd name="connsiteX315" fmla="*/ 11217192 w 12193199"/>
              <a:gd name="connsiteY315" fmla="*/ 635248 h 6858000"/>
              <a:gd name="connsiteX316" fmla="*/ 11532439 w 12193199"/>
              <a:gd name="connsiteY316" fmla="*/ 635235 h 6858000"/>
              <a:gd name="connsiteX317" fmla="*/ 11493310 w 12193199"/>
              <a:gd name="connsiteY317" fmla="*/ 676989 h 6858000"/>
              <a:gd name="connsiteX318" fmla="*/ 11493297 w 12193199"/>
              <a:gd name="connsiteY318" fmla="*/ 677002 h 6858000"/>
              <a:gd name="connsiteX319" fmla="*/ 11533821 w 12193199"/>
              <a:gd name="connsiteY319" fmla="*/ 718756 h 6858000"/>
              <a:gd name="connsiteX320" fmla="*/ 11568320 w 12193199"/>
              <a:gd name="connsiteY320" fmla="*/ 700968 h 6858000"/>
              <a:gd name="connsiteX321" fmla="*/ 11556257 w 12193199"/>
              <a:gd name="connsiteY321" fmla="*/ 690762 h 6858000"/>
              <a:gd name="connsiteX322" fmla="*/ 11533834 w 12193199"/>
              <a:gd name="connsiteY322" fmla="*/ 702669 h 6858000"/>
              <a:gd name="connsiteX323" fmla="*/ 11511410 w 12193199"/>
              <a:gd name="connsiteY323" fmla="*/ 682718 h 6858000"/>
              <a:gd name="connsiteX324" fmla="*/ 11570648 w 12193199"/>
              <a:gd name="connsiteY324" fmla="*/ 682718 h 6858000"/>
              <a:gd name="connsiteX325" fmla="*/ 11571108 w 12193199"/>
              <a:gd name="connsiteY325" fmla="*/ 676222 h 6858000"/>
              <a:gd name="connsiteX326" fmla="*/ 11532439 w 12193199"/>
              <a:gd name="connsiteY326" fmla="*/ 635235 h 6858000"/>
              <a:gd name="connsiteX327" fmla="*/ 11293289 w 12193199"/>
              <a:gd name="connsiteY327" fmla="*/ 614517 h 6858000"/>
              <a:gd name="connsiteX328" fmla="*/ 11275649 w 12193199"/>
              <a:gd name="connsiteY328" fmla="*/ 619927 h 6858000"/>
              <a:gd name="connsiteX329" fmla="*/ 11275649 w 12193199"/>
              <a:gd name="connsiteY329" fmla="*/ 637396 h 6858000"/>
              <a:gd name="connsiteX330" fmla="*/ 11260338 w 12193199"/>
              <a:gd name="connsiteY330" fmla="*/ 637396 h 6858000"/>
              <a:gd name="connsiteX331" fmla="*/ 11260338 w 12193199"/>
              <a:gd name="connsiteY331" fmla="*/ 652551 h 6858000"/>
              <a:gd name="connsiteX332" fmla="*/ 11275649 w 12193199"/>
              <a:gd name="connsiteY332" fmla="*/ 652551 h 6858000"/>
              <a:gd name="connsiteX333" fmla="*/ 11275649 w 12193199"/>
              <a:gd name="connsiteY333" fmla="*/ 691363 h 6858000"/>
              <a:gd name="connsiteX334" fmla="*/ 11301168 w 12193199"/>
              <a:gd name="connsiteY334" fmla="*/ 718271 h 6858000"/>
              <a:gd name="connsiteX335" fmla="*/ 11312617 w 12193199"/>
              <a:gd name="connsiteY335" fmla="*/ 716877 h 6858000"/>
              <a:gd name="connsiteX336" fmla="*/ 11312630 w 12193199"/>
              <a:gd name="connsiteY336" fmla="*/ 716902 h 6858000"/>
              <a:gd name="connsiteX337" fmla="*/ 11312630 w 12193199"/>
              <a:gd name="connsiteY337" fmla="*/ 702055 h 6858000"/>
              <a:gd name="connsiteX338" fmla="*/ 11305978 w 12193199"/>
              <a:gd name="connsiteY338" fmla="*/ 702515 h 6858000"/>
              <a:gd name="connsiteX339" fmla="*/ 11293289 w 12193199"/>
              <a:gd name="connsiteY339" fmla="*/ 689675 h 6858000"/>
              <a:gd name="connsiteX340" fmla="*/ 11293289 w 12193199"/>
              <a:gd name="connsiteY340" fmla="*/ 652563 h 6858000"/>
              <a:gd name="connsiteX341" fmla="*/ 11312630 w 12193199"/>
              <a:gd name="connsiteY341" fmla="*/ 652563 h 6858000"/>
              <a:gd name="connsiteX342" fmla="*/ 11312630 w 12193199"/>
              <a:gd name="connsiteY342" fmla="*/ 637409 h 6858000"/>
              <a:gd name="connsiteX343" fmla="*/ 11293289 w 12193199"/>
              <a:gd name="connsiteY343" fmla="*/ 637409 h 6858000"/>
              <a:gd name="connsiteX344" fmla="*/ 11324398 w 12193199"/>
              <a:gd name="connsiteY344" fmla="*/ 608341 h 6858000"/>
              <a:gd name="connsiteX345" fmla="*/ 11324398 w 12193199"/>
              <a:gd name="connsiteY345" fmla="*/ 716595 h 6858000"/>
              <a:gd name="connsiteX346" fmla="*/ 11342012 w 12193199"/>
              <a:gd name="connsiteY346" fmla="*/ 716595 h 6858000"/>
              <a:gd name="connsiteX347" fmla="*/ 11342012 w 12193199"/>
              <a:gd name="connsiteY347" fmla="*/ 669585 h 6858000"/>
              <a:gd name="connsiteX348" fmla="*/ 11358410 w 12193199"/>
              <a:gd name="connsiteY348" fmla="*/ 650722 h 6858000"/>
              <a:gd name="connsiteX349" fmla="*/ 11373875 w 12193199"/>
              <a:gd name="connsiteY349" fmla="*/ 668191 h 6858000"/>
              <a:gd name="connsiteX350" fmla="*/ 11373875 w 12193199"/>
              <a:gd name="connsiteY350" fmla="*/ 716595 h 6858000"/>
              <a:gd name="connsiteX351" fmla="*/ 11391515 w 12193199"/>
              <a:gd name="connsiteY351" fmla="*/ 716595 h 6858000"/>
              <a:gd name="connsiteX352" fmla="*/ 11391515 w 12193199"/>
              <a:gd name="connsiteY352" fmla="*/ 665096 h 6858000"/>
              <a:gd name="connsiteX353" fmla="*/ 11365689 w 12193199"/>
              <a:gd name="connsiteY353" fmla="*/ 635248 h 6858000"/>
              <a:gd name="connsiteX354" fmla="*/ 11342025 w 12193199"/>
              <a:gd name="connsiteY354" fmla="*/ 647934 h 6858000"/>
              <a:gd name="connsiteX355" fmla="*/ 11342025 w 12193199"/>
              <a:gd name="connsiteY355" fmla="*/ 608341 h 6858000"/>
              <a:gd name="connsiteX356" fmla="*/ 11116651 w 12193199"/>
              <a:gd name="connsiteY356" fmla="*/ 606486 h 6858000"/>
              <a:gd name="connsiteX357" fmla="*/ 11062197 w 12193199"/>
              <a:gd name="connsiteY357" fmla="*/ 662628 h 6858000"/>
              <a:gd name="connsiteX358" fmla="*/ 11114323 w 12193199"/>
              <a:gd name="connsiteY358" fmla="*/ 718769 h 6858000"/>
              <a:gd name="connsiteX359" fmla="*/ 11147427 w 12193199"/>
              <a:gd name="connsiteY359" fmla="*/ 702681 h 6858000"/>
              <a:gd name="connsiteX360" fmla="*/ 11147427 w 12193199"/>
              <a:gd name="connsiteY360" fmla="*/ 716595 h 6858000"/>
              <a:gd name="connsiteX361" fmla="*/ 11165374 w 12193199"/>
              <a:gd name="connsiteY361" fmla="*/ 716595 h 6858000"/>
              <a:gd name="connsiteX362" fmla="*/ 11165374 w 12193199"/>
              <a:gd name="connsiteY362" fmla="*/ 659686 h 6858000"/>
              <a:gd name="connsiteX363" fmla="*/ 11118505 w 12193199"/>
              <a:gd name="connsiteY363" fmla="*/ 659686 h 6858000"/>
              <a:gd name="connsiteX364" fmla="*/ 11118505 w 12193199"/>
              <a:gd name="connsiteY364" fmla="*/ 677322 h 6858000"/>
              <a:gd name="connsiteX365" fmla="*/ 11145879 w 12193199"/>
              <a:gd name="connsiteY365" fmla="*/ 677322 h 6858000"/>
              <a:gd name="connsiteX366" fmla="*/ 11116638 w 12193199"/>
              <a:gd name="connsiteY366" fmla="*/ 699906 h 6858000"/>
              <a:gd name="connsiteX367" fmla="*/ 11083226 w 12193199"/>
              <a:gd name="connsiteY367" fmla="*/ 662640 h 6858000"/>
              <a:gd name="connsiteX368" fmla="*/ 11116638 w 12193199"/>
              <a:gd name="connsiteY368" fmla="*/ 625375 h 6858000"/>
              <a:gd name="connsiteX369" fmla="*/ 11146033 w 12193199"/>
              <a:gd name="connsiteY369" fmla="*/ 642230 h 6858000"/>
              <a:gd name="connsiteX370" fmla="*/ 11162738 w 12193199"/>
              <a:gd name="connsiteY370" fmla="*/ 631091 h 6858000"/>
              <a:gd name="connsiteX371" fmla="*/ 11116638 w 12193199"/>
              <a:gd name="connsiteY371" fmla="*/ 606499 h 6858000"/>
              <a:gd name="connsiteX372" fmla="*/ 10840737 w 12193199"/>
              <a:gd name="connsiteY372" fmla="*/ 601537 h 6858000"/>
              <a:gd name="connsiteX373" fmla="*/ 10840745 w 12193199"/>
              <a:gd name="connsiteY373" fmla="*/ 601542 h 6858000"/>
              <a:gd name="connsiteX374" fmla="*/ 10839292 w 12193199"/>
              <a:gd name="connsiteY374" fmla="*/ 602995 h 6858000"/>
              <a:gd name="connsiteX375" fmla="*/ 10915734 w 12193199"/>
              <a:gd name="connsiteY375" fmla="*/ 697054 h 6858000"/>
              <a:gd name="connsiteX376" fmla="*/ 10962909 w 12193199"/>
              <a:gd name="connsiteY376" fmla="*/ 725125 h 6858000"/>
              <a:gd name="connsiteX377" fmla="*/ 10934819 w 12193199"/>
              <a:gd name="connsiteY377" fmla="*/ 677961 h 6858000"/>
              <a:gd name="connsiteX378" fmla="*/ 10884948 w 12193199"/>
              <a:gd name="connsiteY378" fmla="*/ 633203 h 6858000"/>
              <a:gd name="connsiteX379" fmla="*/ 10840745 w 12193199"/>
              <a:gd name="connsiteY379" fmla="*/ 601542 h 6858000"/>
              <a:gd name="connsiteX380" fmla="*/ 10840750 w 12193199"/>
              <a:gd name="connsiteY380" fmla="*/ 601537 h 6858000"/>
              <a:gd name="connsiteX381" fmla="*/ 10736550 w 12193199"/>
              <a:gd name="connsiteY381" fmla="*/ 588557 h 6858000"/>
              <a:gd name="connsiteX382" fmla="*/ 10704226 w 12193199"/>
              <a:gd name="connsiteY382" fmla="*/ 600258 h 6858000"/>
              <a:gd name="connsiteX383" fmla="*/ 10736550 w 12193199"/>
              <a:gd name="connsiteY383" fmla="*/ 611960 h 6858000"/>
              <a:gd name="connsiteX384" fmla="*/ 10799191 w 12193199"/>
              <a:gd name="connsiteY384" fmla="*/ 604184 h 6858000"/>
              <a:gd name="connsiteX385" fmla="*/ 10712029 w 12193199"/>
              <a:gd name="connsiteY385" fmla="*/ 678997 h 6858000"/>
              <a:gd name="connsiteX386" fmla="*/ 10683632 w 12193199"/>
              <a:gd name="connsiteY386" fmla="*/ 725164 h 6858000"/>
              <a:gd name="connsiteX387" fmla="*/ 10730295 w 12193199"/>
              <a:gd name="connsiteY387" fmla="*/ 697067 h 6858000"/>
              <a:gd name="connsiteX388" fmla="*/ 10805906 w 12193199"/>
              <a:gd name="connsiteY388" fmla="*/ 610834 h 6858000"/>
              <a:gd name="connsiteX389" fmla="*/ 10798116 w 12193199"/>
              <a:gd name="connsiteY389" fmla="*/ 673511 h 6858000"/>
              <a:gd name="connsiteX390" fmla="*/ 10809820 w 12193199"/>
              <a:gd name="connsiteY390" fmla="*/ 705815 h 6858000"/>
              <a:gd name="connsiteX391" fmla="*/ 10821525 w 12193199"/>
              <a:gd name="connsiteY391" fmla="*/ 673511 h 6858000"/>
              <a:gd name="connsiteX392" fmla="*/ 10810716 w 12193199"/>
              <a:gd name="connsiteY392" fmla="*/ 600297 h 6858000"/>
              <a:gd name="connsiteX393" fmla="*/ 10810332 w 12193199"/>
              <a:gd name="connsiteY393" fmla="*/ 599708 h 6858000"/>
              <a:gd name="connsiteX394" fmla="*/ 10810319 w 12193199"/>
              <a:gd name="connsiteY394" fmla="*/ 599695 h 6858000"/>
              <a:gd name="connsiteX395" fmla="*/ 10809782 w 12193199"/>
              <a:gd name="connsiteY395" fmla="*/ 599363 h 6858000"/>
              <a:gd name="connsiteX396" fmla="*/ 10736550 w 12193199"/>
              <a:gd name="connsiteY396" fmla="*/ 588557 h 6858000"/>
              <a:gd name="connsiteX397" fmla="*/ 10923409 w 12193199"/>
              <a:gd name="connsiteY397" fmla="*/ 575551 h 6858000"/>
              <a:gd name="connsiteX398" fmla="*/ 10843795 w 12193199"/>
              <a:gd name="connsiteY398" fmla="*/ 586357 h 6858000"/>
              <a:gd name="connsiteX399" fmla="*/ 10843795 w 12193199"/>
              <a:gd name="connsiteY399" fmla="*/ 588147 h 6858000"/>
              <a:gd name="connsiteX400" fmla="*/ 10923409 w 12193199"/>
              <a:gd name="connsiteY400" fmla="*/ 598941 h 6858000"/>
              <a:gd name="connsiteX401" fmla="*/ 10958548 w 12193199"/>
              <a:gd name="connsiteY401" fmla="*/ 587252 h 6858000"/>
              <a:gd name="connsiteX402" fmla="*/ 10923409 w 12193199"/>
              <a:gd name="connsiteY402" fmla="*/ 575551 h 6858000"/>
              <a:gd name="connsiteX403" fmla="*/ 11089110 w 12193199"/>
              <a:gd name="connsiteY403" fmla="*/ 515163 h 6858000"/>
              <a:gd name="connsiteX404" fmla="*/ 11120053 w 12193199"/>
              <a:gd name="connsiteY404" fmla="*/ 515163 h 6858000"/>
              <a:gd name="connsiteX405" fmla="*/ 11136912 w 12193199"/>
              <a:gd name="connsiteY405" fmla="*/ 529396 h 6858000"/>
              <a:gd name="connsiteX406" fmla="*/ 11120053 w 12193199"/>
              <a:gd name="connsiteY406" fmla="*/ 543630 h 6858000"/>
              <a:gd name="connsiteX407" fmla="*/ 11120053 w 12193199"/>
              <a:gd name="connsiteY407" fmla="*/ 543617 h 6858000"/>
              <a:gd name="connsiteX408" fmla="*/ 11089110 w 12193199"/>
              <a:gd name="connsiteY408" fmla="*/ 543617 h 6858000"/>
              <a:gd name="connsiteX409" fmla="*/ 11670715 w 12193199"/>
              <a:gd name="connsiteY409" fmla="*/ 497527 h 6858000"/>
              <a:gd name="connsiteX410" fmla="*/ 11693765 w 12193199"/>
              <a:gd name="connsiteY410" fmla="*/ 522273 h 6858000"/>
              <a:gd name="connsiteX411" fmla="*/ 11670715 w 12193199"/>
              <a:gd name="connsiteY411" fmla="*/ 547019 h 6858000"/>
              <a:gd name="connsiteX412" fmla="*/ 11647665 w 12193199"/>
              <a:gd name="connsiteY412" fmla="*/ 522273 h 6858000"/>
              <a:gd name="connsiteX413" fmla="*/ 11670715 w 12193199"/>
              <a:gd name="connsiteY413" fmla="*/ 497527 h 6858000"/>
              <a:gd name="connsiteX414" fmla="*/ 11207918 w 12193199"/>
              <a:gd name="connsiteY414" fmla="*/ 497527 h 6858000"/>
              <a:gd name="connsiteX415" fmla="*/ 11230968 w 12193199"/>
              <a:gd name="connsiteY415" fmla="*/ 522273 h 6858000"/>
              <a:gd name="connsiteX416" fmla="*/ 11207918 w 12193199"/>
              <a:gd name="connsiteY416" fmla="*/ 547019 h 6858000"/>
              <a:gd name="connsiteX417" fmla="*/ 11184868 w 12193199"/>
              <a:gd name="connsiteY417" fmla="*/ 522273 h 6858000"/>
              <a:gd name="connsiteX418" fmla="*/ 11207918 w 12193199"/>
              <a:gd name="connsiteY418" fmla="*/ 497527 h 6858000"/>
              <a:gd name="connsiteX419" fmla="*/ 11472881 w 12193199"/>
              <a:gd name="connsiteY419" fmla="*/ 496606 h 6858000"/>
              <a:gd name="connsiteX420" fmla="*/ 11493143 w 12193199"/>
              <a:gd name="connsiteY420" fmla="*/ 513769 h 6858000"/>
              <a:gd name="connsiteX421" fmla="*/ 11452313 w 12193199"/>
              <a:gd name="connsiteY421" fmla="*/ 513769 h 6858000"/>
              <a:gd name="connsiteX422" fmla="*/ 11472881 w 12193199"/>
              <a:gd name="connsiteY422" fmla="*/ 496606 h 6858000"/>
              <a:gd name="connsiteX423" fmla="*/ 11601577 w 12193199"/>
              <a:gd name="connsiteY423" fmla="*/ 482693 h 6858000"/>
              <a:gd name="connsiteX424" fmla="*/ 11601577 w 12193199"/>
              <a:gd name="connsiteY424" fmla="*/ 561866 h 6858000"/>
              <a:gd name="connsiteX425" fmla="*/ 11619216 w 12193199"/>
              <a:gd name="connsiteY425" fmla="*/ 561866 h 6858000"/>
              <a:gd name="connsiteX426" fmla="*/ 11619216 w 12193199"/>
              <a:gd name="connsiteY426" fmla="*/ 482693 h 6858000"/>
              <a:gd name="connsiteX427" fmla="*/ 11301501 w 12193199"/>
              <a:gd name="connsiteY427" fmla="*/ 481299 h 6858000"/>
              <a:gd name="connsiteX428" fmla="*/ 11279845 w 12193199"/>
              <a:gd name="connsiteY428" fmla="*/ 497080 h 6858000"/>
              <a:gd name="connsiteX429" fmla="*/ 11279845 w 12193199"/>
              <a:gd name="connsiteY429" fmla="*/ 482693 h 6858000"/>
              <a:gd name="connsiteX430" fmla="*/ 11262205 w 12193199"/>
              <a:gd name="connsiteY430" fmla="*/ 482693 h 6858000"/>
              <a:gd name="connsiteX431" fmla="*/ 11262205 w 12193199"/>
              <a:gd name="connsiteY431" fmla="*/ 561866 h 6858000"/>
              <a:gd name="connsiteX432" fmla="*/ 11279845 w 12193199"/>
              <a:gd name="connsiteY432" fmla="*/ 561866 h 6858000"/>
              <a:gd name="connsiteX433" fmla="*/ 11279845 w 12193199"/>
              <a:gd name="connsiteY433" fmla="*/ 518718 h 6858000"/>
              <a:gd name="connsiteX434" fmla="*/ 11299339 w 12193199"/>
              <a:gd name="connsiteY434" fmla="*/ 499548 h 6858000"/>
              <a:gd name="connsiteX435" fmla="*/ 11303202 w 12193199"/>
              <a:gd name="connsiteY435" fmla="*/ 499548 h 6858000"/>
              <a:gd name="connsiteX436" fmla="*/ 11303202 w 12193199"/>
              <a:gd name="connsiteY436" fmla="*/ 481299 h 6858000"/>
              <a:gd name="connsiteX437" fmla="*/ 11667159 w 12193199"/>
              <a:gd name="connsiteY437" fmla="*/ 480531 h 6858000"/>
              <a:gd name="connsiteX438" fmla="*/ 11629411 w 12193199"/>
              <a:gd name="connsiteY438" fmla="*/ 522286 h 6858000"/>
              <a:gd name="connsiteX439" fmla="*/ 11667159 w 12193199"/>
              <a:gd name="connsiteY439" fmla="*/ 564040 h 6858000"/>
              <a:gd name="connsiteX440" fmla="*/ 11693765 w 12193199"/>
              <a:gd name="connsiteY440" fmla="*/ 548732 h 6858000"/>
              <a:gd name="connsiteX441" fmla="*/ 11693765 w 12193199"/>
              <a:gd name="connsiteY441" fmla="*/ 561879 h 6858000"/>
              <a:gd name="connsiteX442" fmla="*/ 11711392 w 12193199"/>
              <a:gd name="connsiteY442" fmla="*/ 561879 h 6858000"/>
              <a:gd name="connsiteX443" fmla="*/ 11711392 w 12193199"/>
              <a:gd name="connsiteY443" fmla="*/ 482705 h 6858000"/>
              <a:gd name="connsiteX444" fmla="*/ 11693765 w 12193199"/>
              <a:gd name="connsiteY444" fmla="*/ 482705 h 6858000"/>
              <a:gd name="connsiteX445" fmla="*/ 11693765 w 12193199"/>
              <a:gd name="connsiteY445" fmla="*/ 495839 h 6858000"/>
              <a:gd name="connsiteX446" fmla="*/ 11667159 w 12193199"/>
              <a:gd name="connsiteY446" fmla="*/ 480531 h 6858000"/>
              <a:gd name="connsiteX447" fmla="*/ 11204349 w 12193199"/>
              <a:gd name="connsiteY447" fmla="*/ 480531 h 6858000"/>
              <a:gd name="connsiteX448" fmla="*/ 11166601 w 12193199"/>
              <a:gd name="connsiteY448" fmla="*/ 522286 h 6858000"/>
              <a:gd name="connsiteX449" fmla="*/ 11204349 w 12193199"/>
              <a:gd name="connsiteY449" fmla="*/ 564040 h 6858000"/>
              <a:gd name="connsiteX450" fmla="*/ 11230955 w 12193199"/>
              <a:gd name="connsiteY450" fmla="*/ 548732 h 6858000"/>
              <a:gd name="connsiteX451" fmla="*/ 11230955 w 12193199"/>
              <a:gd name="connsiteY451" fmla="*/ 561879 h 6858000"/>
              <a:gd name="connsiteX452" fmla="*/ 11248582 w 12193199"/>
              <a:gd name="connsiteY452" fmla="*/ 561879 h 6858000"/>
              <a:gd name="connsiteX453" fmla="*/ 11248582 w 12193199"/>
              <a:gd name="connsiteY453" fmla="*/ 482705 h 6858000"/>
              <a:gd name="connsiteX454" fmla="*/ 11230955 w 12193199"/>
              <a:gd name="connsiteY454" fmla="*/ 482705 h 6858000"/>
              <a:gd name="connsiteX455" fmla="*/ 11230955 w 12193199"/>
              <a:gd name="connsiteY455" fmla="*/ 495839 h 6858000"/>
              <a:gd name="connsiteX456" fmla="*/ 11204349 w 12193199"/>
              <a:gd name="connsiteY456" fmla="*/ 480531 h 6858000"/>
              <a:gd name="connsiteX457" fmla="*/ 11562755 w 12193199"/>
              <a:gd name="connsiteY457" fmla="*/ 480518 h 6858000"/>
              <a:gd name="connsiteX458" fmla="*/ 11539090 w 12193199"/>
              <a:gd name="connsiteY458" fmla="*/ 493205 h 6858000"/>
              <a:gd name="connsiteX459" fmla="*/ 11539090 w 12193199"/>
              <a:gd name="connsiteY459" fmla="*/ 482693 h 6858000"/>
              <a:gd name="connsiteX460" fmla="*/ 11521464 w 12193199"/>
              <a:gd name="connsiteY460" fmla="*/ 482693 h 6858000"/>
              <a:gd name="connsiteX461" fmla="*/ 11521464 w 12193199"/>
              <a:gd name="connsiteY461" fmla="*/ 561866 h 6858000"/>
              <a:gd name="connsiteX462" fmla="*/ 11539078 w 12193199"/>
              <a:gd name="connsiteY462" fmla="*/ 561866 h 6858000"/>
              <a:gd name="connsiteX463" fmla="*/ 11539078 w 12193199"/>
              <a:gd name="connsiteY463" fmla="*/ 514856 h 6858000"/>
              <a:gd name="connsiteX464" fmla="*/ 11555476 w 12193199"/>
              <a:gd name="connsiteY464" fmla="*/ 495993 h 6858000"/>
              <a:gd name="connsiteX465" fmla="*/ 11570941 w 12193199"/>
              <a:gd name="connsiteY465" fmla="*/ 513462 h 6858000"/>
              <a:gd name="connsiteX466" fmla="*/ 11570941 w 12193199"/>
              <a:gd name="connsiteY466" fmla="*/ 561866 h 6858000"/>
              <a:gd name="connsiteX467" fmla="*/ 11588581 w 12193199"/>
              <a:gd name="connsiteY467" fmla="*/ 561866 h 6858000"/>
              <a:gd name="connsiteX468" fmla="*/ 11588581 w 12193199"/>
              <a:gd name="connsiteY468" fmla="*/ 510367 h 6858000"/>
              <a:gd name="connsiteX469" fmla="*/ 11562755 w 12193199"/>
              <a:gd name="connsiteY469" fmla="*/ 480518 h 6858000"/>
              <a:gd name="connsiteX470" fmla="*/ 11472894 w 12193199"/>
              <a:gd name="connsiteY470" fmla="*/ 480518 h 6858000"/>
              <a:gd name="connsiteX471" fmla="*/ 11433752 w 12193199"/>
              <a:gd name="connsiteY471" fmla="*/ 522273 h 6858000"/>
              <a:gd name="connsiteX472" fmla="*/ 11474276 w 12193199"/>
              <a:gd name="connsiteY472" fmla="*/ 564027 h 6858000"/>
              <a:gd name="connsiteX473" fmla="*/ 11508775 w 12193199"/>
              <a:gd name="connsiteY473" fmla="*/ 546239 h 6858000"/>
              <a:gd name="connsiteX474" fmla="*/ 11496712 w 12193199"/>
              <a:gd name="connsiteY474" fmla="*/ 536033 h 6858000"/>
              <a:gd name="connsiteX475" fmla="*/ 11474289 w 12193199"/>
              <a:gd name="connsiteY475" fmla="*/ 547939 h 6858000"/>
              <a:gd name="connsiteX476" fmla="*/ 11451865 w 12193199"/>
              <a:gd name="connsiteY476" fmla="*/ 527989 h 6858000"/>
              <a:gd name="connsiteX477" fmla="*/ 11511102 w 12193199"/>
              <a:gd name="connsiteY477" fmla="*/ 527989 h 6858000"/>
              <a:gd name="connsiteX478" fmla="*/ 11511563 w 12193199"/>
              <a:gd name="connsiteY478" fmla="*/ 521493 h 6858000"/>
              <a:gd name="connsiteX479" fmla="*/ 11472894 w 12193199"/>
              <a:gd name="connsiteY479" fmla="*/ 480518 h 6858000"/>
              <a:gd name="connsiteX480" fmla="*/ 11352552 w 12193199"/>
              <a:gd name="connsiteY480" fmla="*/ 480518 h 6858000"/>
              <a:gd name="connsiteX481" fmla="*/ 11330128 w 12193199"/>
              <a:gd name="connsiteY481" fmla="*/ 493205 h 6858000"/>
              <a:gd name="connsiteX482" fmla="*/ 11330128 w 12193199"/>
              <a:gd name="connsiteY482" fmla="*/ 482693 h 6858000"/>
              <a:gd name="connsiteX483" fmla="*/ 11312489 w 12193199"/>
              <a:gd name="connsiteY483" fmla="*/ 482693 h 6858000"/>
              <a:gd name="connsiteX484" fmla="*/ 11312489 w 12193199"/>
              <a:gd name="connsiteY484" fmla="*/ 561866 h 6858000"/>
              <a:gd name="connsiteX485" fmla="*/ 11330115 w 12193199"/>
              <a:gd name="connsiteY485" fmla="*/ 561866 h 6858000"/>
              <a:gd name="connsiteX486" fmla="*/ 11330115 w 12193199"/>
              <a:gd name="connsiteY486" fmla="*/ 514856 h 6858000"/>
              <a:gd name="connsiteX487" fmla="*/ 11345273 w 12193199"/>
              <a:gd name="connsiteY487" fmla="*/ 495993 h 6858000"/>
              <a:gd name="connsiteX488" fmla="*/ 11359510 w 12193199"/>
              <a:gd name="connsiteY488" fmla="*/ 513462 h 6858000"/>
              <a:gd name="connsiteX489" fmla="*/ 11359510 w 12193199"/>
              <a:gd name="connsiteY489" fmla="*/ 561866 h 6858000"/>
              <a:gd name="connsiteX490" fmla="*/ 11377137 w 12193199"/>
              <a:gd name="connsiteY490" fmla="*/ 561866 h 6858000"/>
              <a:gd name="connsiteX491" fmla="*/ 11377137 w 12193199"/>
              <a:gd name="connsiteY491" fmla="*/ 513155 h 6858000"/>
              <a:gd name="connsiteX492" fmla="*/ 11392295 w 12193199"/>
              <a:gd name="connsiteY492" fmla="*/ 495993 h 6858000"/>
              <a:gd name="connsiteX493" fmla="*/ 11406532 w 12193199"/>
              <a:gd name="connsiteY493" fmla="*/ 513462 h 6858000"/>
              <a:gd name="connsiteX494" fmla="*/ 11406532 w 12193199"/>
              <a:gd name="connsiteY494" fmla="*/ 561866 h 6858000"/>
              <a:gd name="connsiteX495" fmla="*/ 11424171 w 12193199"/>
              <a:gd name="connsiteY495" fmla="*/ 561866 h 6858000"/>
              <a:gd name="connsiteX496" fmla="*/ 11424171 w 12193199"/>
              <a:gd name="connsiteY496" fmla="*/ 510367 h 6858000"/>
              <a:gd name="connsiteX497" fmla="*/ 11398025 w 12193199"/>
              <a:gd name="connsiteY497" fmla="*/ 480518 h 6858000"/>
              <a:gd name="connsiteX498" fmla="*/ 11374208 w 12193199"/>
              <a:gd name="connsiteY498" fmla="*/ 494125 h 6858000"/>
              <a:gd name="connsiteX499" fmla="*/ 11352552 w 12193199"/>
              <a:gd name="connsiteY499" fmla="*/ 480518 h 6858000"/>
              <a:gd name="connsiteX500" fmla="*/ 11089110 w 12193199"/>
              <a:gd name="connsiteY500" fmla="*/ 471861 h 6858000"/>
              <a:gd name="connsiteX501" fmla="*/ 11119119 w 12193199"/>
              <a:gd name="connsiteY501" fmla="*/ 471861 h 6858000"/>
              <a:gd name="connsiteX502" fmla="*/ 11134277 w 12193199"/>
              <a:gd name="connsiteY502" fmla="*/ 484381 h 6858000"/>
              <a:gd name="connsiteX503" fmla="*/ 11119119 w 12193199"/>
              <a:gd name="connsiteY503" fmla="*/ 496913 h 6858000"/>
              <a:gd name="connsiteX504" fmla="*/ 11089110 w 12193199"/>
              <a:gd name="connsiteY504" fmla="*/ 496913 h 6858000"/>
              <a:gd name="connsiteX505" fmla="*/ 10824339 w 12193199"/>
              <a:gd name="connsiteY505" fmla="*/ 462794 h 6858000"/>
              <a:gd name="connsiteX506" fmla="*/ 10812647 w 12193199"/>
              <a:gd name="connsiteY506" fmla="*/ 494561 h 6858000"/>
              <a:gd name="connsiteX507" fmla="*/ 10823456 w 12193199"/>
              <a:gd name="connsiteY507" fmla="*/ 566535 h 6858000"/>
              <a:gd name="connsiteX508" fmla="*/ 10825234 w 12193199"/>
              <a:gd name="connsiteY508" fmla="*/ 566535 h 6858000"/>
              <a:gd name="connsiteX509" fmla="*/ 10836043 w 12193199"/>
              <a:gd name="connsiteY509" fmla="*/ 494561 h 6858000"/>
              <a:gd name="connsiteX510" fmla="*/ 10824339 w 12193199"/>
              <a:gd name="connsiteY510" fmla="*/ 462794 h 6858000"/>
              <a:gd name="connsiteX511" fmla="*/ 11069002 w 12193199"/>
              <a:gd name="connsiteY511" fmla="*/ 453624 h 6858000"/>
              <a:gd name="connsiteX512" fmla="*/ 11069002 w 12193199"/>
              <a:gd name="connsiteY512" fmla="*/ 561866 h 6858000"/>
              <a:gd name="connsiteX513" fmla="*/ 11122368 w 12193199"/>
              <a:gd name="connsiteY513" fmla="*/ 561866 h 6858000"/>
              <a:gd name="connsiteX514" fmla="*/ 11157941 w 12193199"/>
              <a:gd name="connsiteY514" fmla="*/ 531404 h 6858000"/>
              <a:gd name="connsiteX515" fmla="*/ 11139074 w 12193199"/>
              <a:gd name="connsiteY515" fmla="*/ 505584 h 6858000"/>
              <a:gd name="connsiteX516" fmla="*/ 11155319 w 12193199"/>
              <a:gd name="connsiteY516" fmla="*/ 481772 h 6858000"/>
              <a:gd name="connsiteX517" fmla="*/ 11121908 w 12193199"/>
              <a:gd name="connsiteY517" fmla="*/ 453624 h 6858000"/>
              <a:gd name="connsiteX518" fmla="*/ 11610390 w 12193199"/>
              <a:gd name="connsiteY518" fmla="*/ 450670 h 6858000"/>
              <a:gd name="connsiteX519" fmla="*/ 11599402 w 12193199"/>
              <a:gd name="connsiteY519" fmla="*/ 461655 h 6858000"/>
              <a:gd name="connsiteX520" fmla="*/ 11610390 w 12193199"/>
              <a:gd name="connsiteY520" fmla="*/ 472641 h 6858000"/>
              <a:gd name="connsiteX521" fmla="*/ 11621378 w 12193199"/>
              <a:gd name="connsiteY521" fmla="*/ 461655 h 6858000"/>
              <a:gd name="connsiteX522" fmla="*/ 11610390 w 12193199"/>
              <a:gd name="connsiteY522" fmla="*/ 450670 h 6858000"/>
              <a:gd name="connsiteX523" fmla="*/ 10963037 w 12193199"/>
              <a:gd name="connsiteY523" fmla="*/ 447346 h 6858000"/>
              <a:gd name="connsiteX524" fmla="*/ 10915862 w 12193199"/>
              <a:gd name="connsiteY524" fmla="*/ 475417 h 6858000"/>
              <a:gd name="connsiteX525" fmla="*/ 10839420 w 12193199"/>
              <a:gd name="connsiteY525" fmla="*/ 569476 h 6858000"/>
              <a:gd name="connsiteX526" fmla="*/ 10840878 w 12193199"/>
              <a:gd name="connsiteY526" fmla="*/ 570934 h 6858000"/>
              <a:gd name="connsiteX527" fmla="*/ 10934960 w 12193199"/>
              <a:gd name="connsiteY527" fmla="*/ 494510 h 6858000"/>
              <a:gd name="connsiteX528" fmla="*/ 10963037 w 12193199"/>
              <a:gd name="connsiteY528" fmla="*/ 447346 h 6858000"/>
              <a:gd name="connsiteX529" fmla="*/ 10684233 w 12193199"/>
              <a:gd name="connsiteY529" fmla="*/ 447282 h 6858000"/>
              <a:gd name="connsiteX530" fmla="*/ 10712310 w 12193199"/>
              <a:gd name="connsiteY530" fmla="*/ 494446 h 6858000"/>
              <a:gd name="connsiteX531" fmla="*/ 10806392 w 12193199"/>
              <a:gd name="connsiteY531" fmla="*/ 570870 h 6858000"/>
              <a:gd name="connsiteX532" fmla="*/ 10806392 w 12193199"/>
              <a:gd name="connsiteY532" fmla="*/ 570883 h 6858000"/>
              <a:gd name="connsiteX533" fmla="*/ 10807850 w 12193199"/>
              <a:gd name="connsiteY533" fmla="*/ 569425 h 6858000"/>
              <a:gd name="connsiteX534" fmla="*/ 10731408 w 12193199"/>
              <a:gd name="connsiteY534" fmla="*/ 475365 h 6858000"/>
              <a:gd name="connsiteX535" fmla="*/ 10684233 w 12193199"/>
              <a:gd name="connsiteY535" fmla="*/ 447282 h 6858000"/>
              <a:gd name="connsiteX536" fmla="*/ 0 w 12193199"/>
              <a:gd name="connsiteY536" fmla="*/ 0 h 6858000"/>
              <a:gd name="connsiteX537" fmla="*/ 12193199 w 12193199"/>
              <a:gd name="connsiteY537" fmla="*/ 0 h 6858000"/>
              <a:gd name="connsiteX538" fmla="*/ 12193199 w 12193199"/>
              <a:gd name="connsiteY538" fmla="*/ 6858000 h 6858000"/>
              <a:gd name="connsiteX539" fmla="*/ 0 w 12193199"/>
              <a:gd name="connsiteY53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</a:cxnLst>
            <a:rect l="l" t="t" r="r" b="b"/>
            <a:pathLst>
              <a:path w="12193199" h="6858000">
                <a:moveTo>
                  <a:pt x="693263" y="6562790"/>
                </a:moveTo>
                <a:cubicBezTo>
                  <a:pt x="701253" y="6562790"/>
                  <a:pt x="707790" y="6568497"/>
                  <a:pt x="709243" y="6577940"/>
                </a:cubicBezTo>
                <a:lnTo>
                  <a:pt x="676661" y="6577940"/>
                </a:lnTo>
                <a:cubicBezTo>
                  <a:pt x="678217" y="6568705"/>
                  <a:pt x="684651" y="6562790"/>
                  <a:pt x="693263" y="6562790"/>
                </a:cubicBezTo>
                <a:close/>
                <a:moveTo>
                  <a:pt x="569366" y="6562790"/>
                </a:moveTo>
                <a:cubicBezTo>
                  <a:pt x="577356" y="6562790"/>
                  <a:pt x="583893" y="6568497"/>
                  <a:pt x="585346" y="6577940"/>
                </a:cubicBezTo>
                <a:lnTo>
                  <a:pt x="552764" y="6577940"/>
                </a:lnTo>
                <a:cubicBezTo>
                  <a:pt x="554321" y="6568705"/>
                  <a:pt x="560754" y="6562790"/>
                  <a:pt x="569366" y="6562790"/>
                </a:cubicBezTo>
                <a:close/>
                <a:moveTo>
                  <a:pt x="605701" y="6556045"/>
                </a:moveTo>
                <a:lnTo>
                  <a:pt x="605701" y="6608757"/>
                </a:lnTo>
                <a:lnTo>
                  <a:pt x="614417" y="6608757"/>
                </a:lnTo>
                <a:lnTo>
                  <a:pt x="614417" y="6556045"/>
                </a:lnTo>
                <a:close/>
                <a:moveTo>
                  <a:pt x="693263" y="6554697"/>
                </a:moveTo>
                <a:cubicBezTo>
                  <a:pt x="678529" y="6554697"/>
                  <a:pt x="667530" y="6566318"/>
                  <a:pt x="667530" y="6582401"/>
                </a:cubicBezTo>
                <a:cubicBezTo>
                  <a:pt x="667530" y="6598381"/>
                  <a:pt x="678736" y="6610106"/>
                  <a:pt x="693781" y="6610106"/>
                </a:cubicBezTo>
                <a:cubicBezTo>
                  <a:pt x="703535" y="6610106"/>
                  <a:pt x="712045" y="6605437"/>
                  <a:pt x="716403" y="6598485"/>
                </a:cubicBezTo>
                <a:lnTo>
                  <a:pt x="710280" y="6593297"/>
                </a:lnTo>
                <a:cubicBezTo>
                  <a:pt x="706959" y="6598692"/>
                  <a:pt x="701046" y="6602013"/>
                  <a:pt x="693781" y="6602013"/>
                </a:cubicBezTo>
                <a:cubicBezTo>
                  <a:pt x="684547" y="6602013"/>
                  <a:pt x="677699" y="6595268"/>
                  <a:pt x="676557" y="6585203"/>
                </a:cubicBezTo>
                <a:lnTo>
                  <a:pt x="718166" y="6585203"/>
                </a:lnTo>
                <a:cubicBezTo>
                  <a:pt x="718271" y="6584165"/>
                  <a:pt x="718374" y="6583024"/>
                  <a:pt x="718374" y="6582090"/>
                </a:cubicBezTo>
                <a:cubicBezTo>
                  <a:pt x="718374" y="6566629"/>
                  <a:pt x="707790" y="6554697"/>
                  <a:pt x="693263" y="6554697"/>
                </a:cubicBezTo>
                <a:close/>
                <a:moveTo>
                  <a:pt x="569366" y="6554697"/>
                </a:moveTo>
                <a:cubicBezTo>
                  <a:pt x="554631" y="6554697"/>
                  <a:pt x="543633" y="6566318"/>
                  <a:pt x="543633" y="6582401"/>
                </a:cubicBezTo>
                <a:cubicBezTo>
                  <a:pt x="543633" y="6598381"/>
                  <a:pt x="554839" y="6610106"/>
                  <a:pt x="569885" y="6610106"/>
                </a:cubicBezTo>
                <a:cubicBezTo>
                  <a:pt x="579639" y="6610106"/>
                  <a:pt x="588148" y="6605437"/>
                  <a:pt x="592506" y="6598485"/>
                </a:cubicBezTo>
                <a:lnTo>
                  <a:pt x="586384" y="6593297"/>
                </a:lnTo>
                <a:cubicBezTo>
                  <a:pt x="583063" y="6598692"/>
                  <a:pt x="577148" y="6602013"/>
                  <a:pt x="569885" y="6602013"/>
                </a:cubicBezTo>
                <a:cubicBezTo>
                  <a:pt x="560650" y="6602013"/>
                  <a:pt x="553802" y="6595268"/>
                  <a:pt x="552660" y="6585203"/>
                </a:cubicBezTo>
                <a:lnTo>
                  <a:pt x="594270" y="6585203"/>
                </a:lnTo>
                <a:cubicBezTo>
                  <a:pt x="594374" y="6584165"/>
                  <a:pt x="594477" y="6583024"/>
                  <a:pt x="594477" y="6582090"/>
                </a:cubicBezTo>
                <a:cubicBezTo>
                  <a:pt x="594477" y="6566629"/>
                  <a:pt x="583893" y="6554697"/>
                  <a:pt x="569366" y="6554697"/>
                </a:cubicBezTo>
                <a:close/>
                <a:moveTo>
                  <a:pt x="643658" y="6541207"/>
                </a:moveTo>
                <a:lnTo>
                  <a:pt x="634942" y="6544216"/>
                </a:lnTo>
                <a:lnTo>
                  <a:pt x="634942" y="6556045"/>
                </a:lnTo>
                <a:lnTo>
                  <a:pt x="625188" y="6556045"/>
                </a:lnTo>
                <a:lnTo>
                  <a:pt x="625188" y="6563620"/>
                </a:lnTo>
                <a:lnTo>
                  <a:pt x="634942" y="6563620"/>
                </a:lnTo>
                <a:lnTo>
                  <a:pt x="634942" y="6593608"/>
                </a:lnTo>
                <a:cubicBezTo>
                  <a:pt x="634942" y="6603881"/>
                  <a:pt x="640545" y="6609899"/>
                  <a:pt x="650299" y="6609899"/>
                </a:cubicBezTo>
                <a:cubicBezTo>
                  <a:pt x="653101" y="6609899"/>
                  <a:pt x="655591" y="6609484"/>
                  <a:pt x="657355" y="6608757"/>
                </a:cubicBezTo>
                <a:lnTo>
                  <a:pt x="657355" y="6600975"/>
                </a:lnTo>
                <a:cubicBezTo>
                  <a:pt x="655799" y="6601598"/>
                  <a:pt x="654035" y="6601909"/>
                  <a:pt x="652374" y="6601909"/>
                </a:cubicBezTo>
                <a:cubicBezTo>
                  <a:pt x="646563" y="6601909"/>
                  <a:pt x="643658" y="6598692"/>
                  <a:pt x="643658" y="6592778"/>
                </a:cubicBezTo>
                <a:lnTo>
                  <a:pt x="643658" y="6563620"/>
                </a:lnTo>
                <a:lnTo>
                  <a:pt x="657355" y="6563620"/>
                </a:lnTo>
                <a:lnTo>
                  <a:pt x="657355" y="6556045"/>
                </a:lnTo>
                <a:lnTo>
                  <a:pt x="643658" y="6556045"/>
                </a:lnTo>
                <a:close/>
                <a:moveTo>
                  <a:pt x="509589" y="6534878"/>
                </a:moveTo>
                <a:cubicBezTo>
                  <a:pt x="493921" y="6534878"/>
                  <a:pt x="484374" y="6542867"/>
                  <a:pt x="484374" y="6554800"/>
                </a:cubicBezTo>
                <a:cubicBezTo>
                  <a:pt x="484374" y="6565799"/>
                  <a:pt x="490289" y="6571921"/>
                  <a:pt x="503052" y="6574723"/>
                </a:cubicBezTo>
                <a:lnTo>
                  <a:pt x="511663" y="6576591"/>
                </a:lnTo>
                <a:cubicBezTo>
                  <a:pt x="520277" y="6578562"/>
                  <a:pt x="524946" y="6582401"/>
                  <a:pt x="524946" y="6589354"/>
                </a:cubicBezTo>
                <a:cubicBezTo>
                  <a:pt x="524946" y="6597032"/>
                  <a:pt x="518824" y="6601701"/>
                  <a:pt x="507721" y="6601701"/>
                </a:cubicBezTo>
                <a:cubicBezTo>
                  <a:pt x="500043" y="6601701"/>
                  <a:pt x="492260" y="6599107"/>
                  <a:pt x="485619" y="6593815"/>
                </a:cubicBezTo>
                <a:lnTo>
                  <a:pt x="485619" y="6603569"/>
                </a:lnTo>
                <a:cubicBezTo>
                  <a:pt x="491742" y="6607720"/>
                  <a:pt x="499835" y="6610003"/>
                  <a:pt x="507721" y="6610003"/>
                </a:cubicBezTo>
                <a:cubicBezTo>
                  <a:pt x="524116" y="6610003"/>
                  <a:pt x="534285" y="6602117"/>
                  <a:pt x="534285" y="6589042"/>
                </a:cubicBezTo>
                <a:cubicBezTo>
                  <a:pt x="534285" y="6577732"/>
                  <a:pt x="527955" y="6570780"/>
                  <a:pt x="514466" y="6567771"/>
                </a:cubicBezTo>
                <a:lnTo>
                  <a:pt x="505853" y="6565799"/>
                </a:lnTo>
                <a:cubicBezTo>
                  <a:pt x="497345" y="6563828"/>
                  <a:pt x="493817" y="6560196"/>
                  <a:pt x="493817" y="6554178"/>
                </a:cubicBezTo>
                <a:cubicBezTo>
                  <a:pt x="493817" y="6547433"/>
                  <a:pt x="499731" y="6543179"/>
                  <a:pt x="509589" y="6543179"/>
                </a:cubicBezTo>
                <a:cubicBezTo>
                  <a:pt x="517164" y="6543179"/>
                  <a:pt x="524738" y="6545669"/>
                  <a:pt x="530964" y="6551065"/>
                </a:cubicBezTo>
                <a:lnTo>
                  <a:pt x="531068" y="6541311"/>
                </a:lnTo>
                <a:cubicBezTo>
                  <a:pt x="524635" y="6536849"/>
                  <a:pt x="516437" y="6534878"/>
                  <a:pt x="509589" y="6534878"/>
                </a:cubicBezTo>
                <a:close/>
                <a:moveTo>
                  <a:pt x="610059" y="6534151"/>
                </a:moveTo>
                <a:cubicBezTo>
                  <a:pt x="606635" y="6534151"/>
                  <a:pt x="604040" y="6536849"/>
                  <a:pt x="604040" y="6540170"/>
                </a:cubicBezTo>
                <a:cubicBezTo>
                  <a:pt x="604040" y="6543594"/>
                  <a:pt x="606635" y="6546188"/>
                  <a:pt x="610059" y="6546188"/>
                </a:cubicBezTo>
                <a:cubicBezTo>
                  <a:pt x="613483" y="6546188"/>
                  <a:pt x="616077" y="6543594"/>
                  <a:pt x="616077" y="6540170"/>
                </a:cubicBezTo>
                <a:cubicBezTo>
                  <a:pt x="616077" y="6536849"/>
                  <a:pt x="613483" y="6534151"/>
                  <a:pt x="610059" y="6534151"/>
                </a:cubicBezTo>
                <a:close/>
                <a:moveTo>
                  <a:pt x="500904" y="6461548"/>
                </a:moveTo>
                <a:lnTo>
                  <a:pt x="519458" y="6461548"/>
                </a:lnTo>
                <a:cubicBezTo>
                  <a:pt x="525408" y="6461548"/>
                  <a:pt x="528836" y="6464573"/>
                  <a:pt x="528836" y="6469515"/>
                </a:cubicBezTo>
                <a:cubicBezTo>
                  <a:pt x="528836" y="6474657"/>
                  <a:pt x="525408" y="6477582"/>
                  <a:pt x="519458" y="6477582"/>
                </a:cubicBezTo>
                <a:lnTo>
                  <a:pt x="500904" y="6477582"/>
                </a:lnTo>
                <a:close/>
                <a:moveTo>
                  <a:pt x="1062845" y="6451061"/>
                </a:moveTo>
                <a:cubicBezTo>
                  <a:pt x="1070509" y="6451061"/>
                  <a:pt x="1075953" y="6457010"/>
                  <a:pt x="1075953" y="6464876"/>
                </a:cubicBezTo>
                <a:cubicBezTo>
                  <a:pt x="1075953" y="6472741"/>
                  <a:pt x="1070509" y="6478691"/>
                  <a:pt x="1062845" y="6478691"/>
                </a:cubicBezTo>
                <a:cubicBezTo>
                  <a:pt x="1055282" y="6478691"/>
                  <a:pt x="1049836" y="6472741"/>
                  <a:pt x="1049836" y="6464876"/>
                </a:cubicBezTo>
                <a:cubicBezTo>
                  <a:pt x="1049836" y="6457010"/>
                  <a:pt x="1055282" y="6451061"/>
                  <a:pt x="1062845" y="6451061"/>
                </a:cubicBezTo>
                <a:close/>
                <a:moveTo>
                  <a:pt x="1225496" y="6450960"/>
                </a:moveTo>
                <a:cubicBezTo>
                  <a:pt x="1233059" y="6450960"/>
                  <a:pt x="1238605" y="6457010"/>
                  <a:pt x="1238605" y="6464876"/>
                </a:cubicBezTo>
                <a:cubicBezTo>
                  <a:pt x="1238605" y="6472741"/>
                  <a:pt x="1233059" y="6478792"/>
                  <a:pt x="1225496" y="6478792"/>
                </a:cubicBezTo>
                <a:cubicBezTo>
                  <a:pt x="1217933" y="6478792"/>
                  <a:pt x="1212387" y="6472741"/>
                  <a:pt x="1212387" y="6464876"/>
                </a:cubicBezTo>
                <a:cubicBezTo>
                  <a:pt x="1212387" y="6457010"/>
                  <a:pt x="1217933" y="6450960"/>
                  <a:pt x="1225496" y="6450960"/>
                </a:cubicBezTo>
                <a:close/>
                <a:moveTo>
                  <a:pt x="919962" y="6450960"/>
                </a:moveTo>
                <a:cubicBezTo>
                  <a:pt x="927525" y="6450960"/>
                  <a:pt x="933071" y="6457010"/>
                  <a:pt x="933071" y="6464876"/>
                </a:cubicBezTo>
                <a:cubicBezTo>
                  <a:pt x="933071" y="6472741"/>
                  <a:pt x="927525" y="6478792"/>
                  <a:pt x="919962" y="6478792"/>
                </a:cubicBezTo>
                <a:cubicBezTo>
                  <a:pt x="912398" y="6478792"/>
                  <a:pt x="906852" y="6472741"/>
                  <a:pt x="906852" y="6464876"/>
                </a:cubicBezTo>
                <a:cubicBezTo>
                  <a:pt x="906852" y="6457010"/>
                  <a:pt x="912398" y="6450960"/>
                  <a:pt x="919962" y="6450960"/>
                </a:cubicBezTo>
                <a:close/>
                <a:moveTo>
                  <a:pt x="581316" y="6450960"/>
                </a:moveTo>
                <a:cubicBezTo>
                  <a:pt x="588879" y="6450960"/>
                  <a:pt x="594425" y="6457010"/>
                  <a:pt x="594425" y="6464876"/>
                </a:cubicBezTo>
                <a:cubicBezTo>
                  <a:pt x="594425" y="6472741"/>
                  <a:pt x="588879" y="6478792"/>
                  <a:pt x="581316" y="6478792"/>
                </a:cubicBezTo>
                <a:cubicBezTo>
                  <a:pt x="573752" y="6478792"/>
                  <a:pt x="568206" y="6472741"/>
                  <a:pt x="568206" y="6464876"/>
                </a:cubicBezTo>
                <a:cubicBezTo>
                  <a:pt x="568206" y="6457010"/>
                  <a:pt x="573752" y="6450960"/>
                  <a:pt x="581316" y="6450960"/>
                </a:cubicBezTo>
                <a:close/>
                <a:moveTo>
                  <a:pt x="1288500" y="6450153"/>
                </a:moveTo>
                <a:cubicBezTo>
                  <a:pt x="1294046" y="6450153"/>
                  <a:pt x="1298383" y="6452977"/>
                  <a:pt x="1299896" y="6458926"/>
                </a:cubicBezTo>
                <a:lnTo>
                  <a:pt x="1277307" y="6458926"/>
                </a:lnTo>
                <a:cubicBezTo>
                  <a:pt x="1278819" y="6453380"/>
                  <a:pt x="1282853" y="6450153"/>
                  <a:pt x="1288500" y="6450153"/>
                </a:cubicBezTo>
                <a:close/>
                <a:moveTo>
                  <a:pt x="773758" y="6450153"/>
                </a:moveTo>
                <a:cubicBezTo>
                  <a:pt x="779304" y="6450153"/>
                  <a:pt x="783641" y="6452977"/>
                  <a:pt x="785154" y="6458926"/>
                </a:cubicBezTo>
                <a:lnTo>
                  <a:pt x="762565" y="6458926"/>
                </a:lnTo>
                <a:cubicBezTo>
                  <a:pt x="764078" y="6453380"/>
                  <a:pt x="768111" y="6450153"/>
                  <a:pt x="773758" y="6450153"/>
                </a:cubicBezTo>
                <a:close/>
                <a:moveTo>
                  <a:pt x="868063" y="6438859"/>
                </a:moveTo>
                <a:lnTo>
                  <a:pt x="868063" y="6490893"/>
                </a:lnTo>
                <a:lnTo>
                  <a:pt x="882080" y="6490893"/>
                </a:lnTo>
                <a:lnTo>
                  <a:pt x="882080" y="6438859"/>
                </a:lnTo>
                <a:close/>
                <a:moveTo>
                  <a:pt x="1351643" y="6437851"/>
                </a:moveTo>
                <a:cubicBezTo>
                  <a:pt x="1343072" y="6437851"/>
                  <a:pt x="1338332" y="6442288"/>
                  <a:pt x="1336617" y="6448136"/>
                </a:cubicBezTo>
                <a:lnTo>
                  <a:pt x="1336617" y="6438859"/>
                </a:lnTo>
                <a:lnTo>
                  <a:pt x="1322601" y="6438859"/>
                </a:lnTo>
                <a:lnTo>
                  <a:pt x="1322601" y="6490893"/>
                </a:lnTo>
                <a:lnTo>
                  <a:pt x="1336617" y="6490893"/>
                </a:lnTo>
                <a:lnTo>
                  <a:pt x="1336617" y="6462557"/>
                </a:lnTo>
                <a:cubicBezTo>
                  <a:pt x="1336617" y="6455599"/>
                  <a:pt x="1339543" y="6452674"/>
                  <a:pt x="1350030" y="6452674"/>
                </a:cubicBezTo>
                <a:lnTo>
                  <a:pt x="1352550" y="6452674"/>
                </a:lnTo>
                <a:lnTo>
                  <a:pt x="1352550" y="6437851"/>
                </a:lnTo>
                <a:close/>
                <a:moveTo>
                  <a:pt x="650270" y="6437851"/>
                </a:moveTo>
                <a:cubicBezTo>
                  <a:pt x="641699" y="6437851"/>
                  <a:pt x="636959" y="6442288"/>
                  <a:pt x="635245" y="6448136"/>
                </a:cubicBezTo>
                <a:lnTo>
                  <a:pt x="635245" y="6438859"/>
                </a:lnTo>
                <a:lnTo>
                  <a:pt x="621228" y="6438859"/>
                </a:lnTo>
                <a:lnTo>
                  <a:pt x="621228" y="6490893"/>
                </a:lnTo>
                <a:lnTo>
                  <a:pt x="635245" y="6490893"/>
                </a:lnTo>
                <a:lnTo>
                  <a:pt x="635245" y="6462557"/>
                </a:lnTo>
                <a:cubicBezTo>
                  <a:pt x="635245" y="6455599"/>
                  <a:pt x="638169" y="6452674"/>
                  <a:pt x="648657" y="6452674"/>
                </a:cubicBezTo>
                <a:lnTo>
                  <a:pt x="651178" y="6452674"/>
                </a:lnTo>
                <a:lnTo>
                  <a:pt x="651178" y="6437851"/>
                </a:lnTo>
                <a:close/>
                <a:moveTo>
                  <a:pt x="1288500" y="6437447"/>
                </a:moveTo>
                <a:cubicBezTo>
                  <a:pt x="1273475" y="6437447"/>
                  <a:pt x="1262584" y="6449044"/>
                  <a:pt x="1262584" y="6464876"/>
                </a:cubicBezTo>
                <a:cubicBezTo>
                  <a:pt x="1262584" y="6480708"/>
                  <a:pt x="1273979" y="6492405"/>
                  <a:pt x="1289709" y="6492405"/>
                </a:cubicBezTo>
                <a:cubicBezTo>
                  <a:pt x="1299089" y="6492405"/>
                  <a:pt x="1308467" y="6487565"/>
                  <a:pt x="1312702" y="6480607"/>
                </a:cubicBezTo>
                <a:lnTo>
                  <a:pt x="1303223" y="6472540"/>
                </a:lnTo>
                <a:cubicBezTo>
                  <a:pt x="1300601" y="6476977"/>
                  <a:pt x="1295356" y="6479699"/>
                  <a:pt x="1289709" y="6479699"/>
                </a:cubicBezTo>
                <a:cubicBezTo>
                  <a:pt x="1282752" y="6479699"/>
                  <a:pt x="1278416" y="6474960"/>
                  <a:pt x="1277105" y="6468909"/>
                </a:cubicBezTo>
                <a:lnTo>
                  <a:pt x="1314114" y="6468909"/>
                </a:lnTo>
                <a:cubicBezTo>
                  <a:pt x="1314316" y="6467498"/>
                  <a:pt x="1314517" y="6465783"/>
                  <a:pt x="1314517" y="6464271"/>
                </a:cubicBezTo>
                <a:cubicBezTo>
                  <a:pt x="1314517" y="6449548"/>
                  <a:pt x="1304534" y="6437447"/>
                  <a:pt x="1288500" y="6437447"/>
                </a:cubicBezTo>
                <a:close/>
                <a:moveTo>
                  <a:pt x="1222370" y="6437447"/>
                </a:moveTo>
                <a:cubicBezTo>
                  <a:pt x="1209159" y="6437447"/>
                  <a:pt x="1197864" y="6448943"/>
                  <a:pt x="1197864" y="6464876"/>
                </a:cubicBezTo>
                <a:cubicBezTo>
                  <a:pt x="1197864" y="6480909"/>
                  <a:pt x="1209159" y="6492405"/>
                  <a:pt x="1222370" y="6492405"/>
                </a:cubicBezTo>
                <a:cubicBezTo>
                  <a:pt x="1230034" y="6492405"/>
                  <a:pt x="1235378" y="6489178"/>
                  <a:pt x="1238605" y="6483430"/>
                </a:cubicBezTo>
                <a:lnTo>
                  <a:pt x="1238605" y="6490893"/>
                </a:lnTo>
                <a:lnTo>
                  <a:pt x="1252622" y="6490893"/>
                </a:lnTo>
                <a:lnTo>
                  <a:pt x="1252622" y="6438859"/>
                </a:lnTo>
                <a:lnTo>
                  <a:pt x="1238605" y="6438859"/>
                </a:lnTo>
                <a:lnTo>
                  <a:pt x="1238605" y="6446422"/>
                </a:lnTo>
                <a:cubicBezTo>
                  <a:pt x="1235378" y="6440674"/>
                  <a:pt x="1230034" y="6437447"/>
                  <a:pt x="1222370" y="6437447"/>
                </a:cubicBezTo>
                <a:close/>
                <a:moveTo>
                  <a:pt x="1062845" y="6437447"/>
                </a:moveTo>
                <a:cubicBezTo>
                  <a:pt x="1047213" y="6437447"/>
                  <a:pt x="1035315" y="6448943"/>
                  <a:pt x="1035315" y="6464876"/>
                </a:cubicBezTo>
                <a:cubicBezTo>
                  <a:pt x="1035315" y="6480809"/>
                  <a:pt x="1047213" y="6492304"/>
                  <a:pt x="1062845" y="6492304"/>
                </a:cubicBezTo>
                <a:cubicBezTo>
                  <a:pt x="1078576" y="6492304"/>
                  <a:pt x="1090475" y="6480809"/>
                  <a:pt x="1090475" y="6464876"/>
                </a:cubicBezTo>
                <a:cubicBezTo>
                  <a:pt x="1090475" y="6448943"/>
                  <a:pt x="1078576" y="6437447"/>
                  <a:pt x="1062845" y="6437447"/>
                </a:cubicBezTo>
                <a:close/>
                <a:moveTo>
                  <a:pt x="916836" y="6437447"/>
                </a:moveTo>
                <a:cubicBezTo>
                  <a:pt x="903626" y="6437447"/>
                  <a:pt x="892332" y="6448943"/>
                  <a:pt x="892332" y="6464876"/>
                </a:cubicBezTo>
                <a:cubicBezTo>
                  <a:pt x="892332" y="6480909"/>
                  <a:pt x="903626" y="6492405"/>
                  <a:pt x="916836" y="6492405"/>
                </a:cubicBezTo>
                <a:cubicBezTo>
                  <a:pt x="924500" y="6492405"/>
                  <a:pt x="929844" y="6489178"/>
                  <a:pt x="933071" y="6483430"/>
                </a:cubicBezTo>
                <a:lnTo>
                  <a:pt x="933071" y="6490893"/>
                </a:lnTo>
                <a:lnTo>
                  <a:pt x="947087" y="6490893"/>
                </a:lnTo>
                <a:lnTo>
                  <a:pt x="947087" y="6438859"/>
                </a:lnTo>
                <a:lnTo>
                  <a:pt x="933071" y="6438859"/>
                </a:lnTo>
                <a:lnTo>
                  <a:pt x="933071" y="6446422"/>
                </a:lnTo>
                <a:cubicBezTo>
                  <a:pt x="929844" y="6440674"/>
                  <a:pt x="924500" y="6437447"/>
                  <a:pt x="916836" y="6437447"/>
                </a:cubicBezTo>
                <a:close/>
                <a:moveTo>
                  <a:pt x="839011" y="6437447"/>
                </a:moveTo>
                <a:cubicBezTo>
                  <a:pt x="830843" y="6437447"/>
                  <a:pt x="825700" y="6441178"/>
                  <a:pt x="823382" y="6444809"/>
                </a:cubicBezTo>
                <a:lnTo>
                  <a:pt x="823382" y="6438859"/>
                </a:lnTo>
                <a:lnTo>
                  <a:pt x="809364" y="6438859"/>
                </a:lnTo>
                <a:lnTo>
                  <a:pt x="809364" y="6490893"/>
                </a:lnTo>
                <a:lnTo>
                  <a:pt x="823382" y="6490893"/>
                </a:lnTo>
                <a:lnTo>
                  <a:pt x="823382" y="6459733"/>
                </a:lnTo>
                <a:cubicBezTo>
                  <a:pt x="823382" y="6453077"/>
                  <a:pt x="827314" y="6449750"/>
                  <a:pt x="832961" y="6449750"/>
                </a:cubicBezTo>
                <a:cubicBezTo>
                  <a:pt x="838810" y="6449750"/>
                  <a:pt x="841936" y="6453582"/>
                  <a:pt x="841936" y="6459229"/>
                </a:cubicBezTo>
                <a:lnTo>
                  <a:pt x="841936" y="6490893"/>
                </a:lnTo>
                <a:lnTo>
                  <a:pt x="855953" y="6490893"/>
                </a:lnTo>
                <a:lnTo>
                  <a:pt x="855953" y="6456708"/>
                </a:lnTo>
                <a:cubicBezTo>
                  <a:pt x="855953" y="6443195"/>
                  <a:pt x="848390" y="6437447"/>
                  <a:pt x="839011" y="6437447"/>
                </a:cubicBezTo>
                <a:close/>
                <a:moveTo>
                  <a:pt x="773758" y="6437447"/>
                </a:moveTo>
                <a:cubicBezTo>
                  <a:pt x="758732" y="6437447"/>
                  <a:pt x="747843" y="6449044"/>
                  <a:pt x="747843" y="6464876"/>
                </a:cubicBezTo>
                <a:cubicBezTo>
                  <a:pt x="747843" y="6480708"/>
                  <a:pt x="759238" y="6492405"/>
                  <a:pt x="774969" y="6492405"/>
                </a:cubicBezTo>
                <a:cubicBezTo>
                  <a:pt x="784347" y="6492405"/>
                  <a:pt x="793725" y="6487565"/>
                  <a:pt x="797961" y="6480607"/>
                </a:cubicBezTo>
                <a:lnTo>
                  <a:pt x="788481" y="6472540"/>
                </a:lnTo>
                <a:cubicBezTo>
                  <a:pt x="785860" y="6476977"/>
                  <a:pt x="780616" y="6479699"/>
                  <a:pt x="774969" y="6479699"/>
                </a:cubicBezTo>
                <a:cubicBezTo>
                  <a:pt x="768011" y="6479699"/>
                  <a:pt x="763675" y="6474960"/>
                  <a:pt x="762364" y="6468909"/>
                </a:cubicBezTo>
                <a:lnTo>
                  <a:pt x="799372" y="6468909"/>
                </a:lnTo>
                <a:cubicBezTo>
                  <a:pt x="799574" y="6467498"/>
                  <a:pt x="799776" y="6465783"/>
                  <a:pt x="799776" y="6464271"/>
                </a:cubicBezTo>
                <a:cubicBezTo>
                  <a:pt x="799776" y="6449548"/>
                  <a:pt x="789793" y="6437447"/>
                  <a:pt x="773758" y="6437447"/>
                </a:cubicBezTo>
                <a:close/>
                <a:moveTo>
                  <a:pt x="689403" y="6437447"/>
                </a:moveTo>
                <a:cubicBezTo>
                  <a:pt x="681436" y="6437447"/>
                  <a:pt x="676798" y="6441078"/>
                  <a:pt x="674377" y="6444809"/>
                </a:cubicBezTo>
                <a:lnTo>
                  <a:pt x="674377" y="6438859"/>
                </a:lnTo>
                <a:lnTo>
                  <a:pt x="660361" y="6438859"/>
                </a:lnTo>
                <a:lnTo>
                  <a:pt x="660361" y="6490893"/>
                </a:lnTo>
                <a:lnTo>
                  <a:pt x="674377" y="6490893"/>
                </a:lnTo>
                <a:lnTo>
                  <a:pt x="674377" y="6460036"/>
                </a:lnTo>
                <a:cubicBezTo>
                  <a:pt x="674377" y="6453077"/>
                  <a:pt x="677907" y="6449750"/>
                  <a:pt x="683352" y="6449750"/>
                </a:cubicBezTo>
                <a:cubicBezTo>
                  <a:pt x="689100" y="6449750"/>
                  <a:pt x="691923" y="6453683"/>
                  <a:pt x="691923" y="6459632"/>
                </a:cubicBezTo>
                <a:lnTo>
                  <a:pt x="691923" y="6490893"/>
                </a:lnTo>
                <a:lnTo>
                  <a:pt x="705840" y="6490893"/>
                </a:lnTo>
                <a:lnTo>
                  <a:pt x="705840" y="6458523"/>
                </a:lnTo>
                <a:cubicBezTo>
                  <a:pt x="705840" y="6453178"/>
                  <a:pt x="709571" y="6449750"/>
                  <a:pt x="714916" y="6449750"/>
                </a:cubicBezTo>
                <a:cubicBezTo>
                  <a:pt x="720562" y="6449750"/>
                  <a:pt x="723487" y="6453582"/>
                  <a:pt x="723487" y="6459632"/>
                </a:cubicBezTo>
                <a:lnTo>
                  <a:pt x="723487" y="6490893"/>
                </a:lnTo>
                <a:lnTo>
                  <a:pt x="737504" y="6490893"/>
                </a:lnTo>
                <a:lnTo>
                  <a:pt x="737504" y="6457010"/>
                </a:lnTo>
                <a:cubicBezTo>
                  <a:pt x="737504" y="6443296"/>
                  <a:pt x="730143" y="6437447"/>
                  <a:pt x="719554" y="6437447"/>
                </a:cubicBezTo>
                <a:cubicBezTo>
                  <a:pt x="712798" y="6437447"/>
                  <a:pt x="707352" y="6439968"/>
                  <a:pt x="703521" y="6445716"/>
                </a:cubicBezTo>
                <a:cubicBezTo>
                  <a:pt x="700596" y="6439968"/>
                  <a:pt x="695351" y="6437447"/>
                  <a:pt x="689403" y="6437447"/>
                </a:cubicBezTo>
                <a:close/>
                <a:moveTo>
                  <a:pt x="578190" y="6437447"/>
                </a:moveTo>
                <a:cubicBezTo>
                  <a:pt x="564980" y="6437447"/>
                  <a:pt x="553686" y="6448943"/>
                  <a:pt x="553686" y="6464876"/>
                </a:cubicBezTo>
                <a:cubicBezTo>
                  <a:pt x="553686" y="6480909"/>
                  <a:pt x="564980" y="6492405"/>
                  <a:pt x="578190" y="6492405"/>
                </a:cubicBezTo>
                <a:cubicBezTo>
                  <a:pt x="585854" y="6492405"/>
                  <a:pt x="591198" y="6489178"/>
                  <a:pt x="594425" y="6483430"/>
                </a:cubicBezTo>
                <a:lnTo>
                  <a:pt x="594425" y="6490893"/>
                </a:lnTo>
                <a:lnTo>
                  <a:pt x="608442" y="6490893"/>
                </a:lnTo>
                <a:lnTo>
                  <a:pt x="608442" y="6438859"/>
                </a:lnTo>
                <a:lnTo>
                  <a:pt x="594425" y="6438859"/>
                </a:lnTo>
                <a:lnTo>
                  <a:pt x="594425" y="6446422"/>
                </a:lnTo>
                <a:cubicBezTo>
                  <a:pt x="591198" y="6440674"/>
                  <a:pt x="585854" y="6437447"/>
                  <a:pt x="578190" y="6437447"/>
                </a:cubicBezTo>
                <a:close/>
                <a:moveTo>
                  <a:pt x="500904" y="6433615"/>
                </a:moveTo>
                <a:lnTo>
                  <a:pt x="518450" y="6433615"/>
                </a:lnTo>
                <a:cubicBezTo>
                  <a:pt x="523996" y="6433615"/>
                  <a:pt x="527122" y="6436338"/>
                  <a:pt x="527122" y="6441078"/>
                </a:cubicBezTo>
                <a:cubicBezTo>
                  <a:pt x="527122" y="6445716"/>
                  <a:pt x="523996" y="6448439"/>
                  <a:pt x="518450" y="6448439"/>
                </a:cubicBezTo>
                <a:lnTo>
                  <a:pt x="500904" y="6448439"/>
                </a:lnTo>
                <a:close/>
                <a:moveTo>
                  <a:pt x="1120008" y="6423632"/>
                </a:moveTo>
                <a:lnTo>
                  <a:pt x="1105991" y="6427666"/>
                </a:lnTo>
                <a:lnTo>
                  <a:pt x="1105991" y="6438859"/>
                </a:lnTo>
                <a:lnTo>
                  <a:pt x="1097218" y="6438859"/>
                </a:lnTo>
                <a:lnTo>
                  <a:pt x="1097218" y="6450758"/>
                </a:lnTo>
                <a:lnTo>
                  <a:pt x="1105991" y="6450758"/>
                </a:lnTo>
                <a:lnTo>
                  <a:pt x="1105991" y="6472943"/>
                </a:lnTo>
                <a:cubicBezTo>
                  <a:pt x="1105991" y="6485246"/>
                  <a:pt x="1112647" y="6492103"/>
                  <a:pt x="1124042" y="6492103"/>
                </a:cubicBezTo>
                <a:cubicBezTo>
                  <a:pt x="1127168" y="6492103"/>
                  <a:pt x="1129891" y="6491800"/>
                  <a:pt x="1132008" y="6491195"/>
                </a:cubicBezTo>
                <a:lnTo>
                  <a:pt x="1132008" y="6479296"/>
                </a:lnTo>
                <a:cubicBezTo>
                  <a:pt x="1130697" y="6479498"/>
                  <a:pt x="1129185" y="6479699"/>
                  <a:pt x="1128076" y="6479699"/>
                </a:cubicBezTo>
                <a:cubicBezTo>
                  <a:pt x="1122529" y="6479699"/>
                  <a:pt x="1120008" y="6476876"/>
                  <a:pt x="1120008" y="6471733"/>
                </a:cubicBezTo>
                <a:lnTo>
                  <a:pt x="1120008" y="6450758"/>
                </a:lnTo>
                <a:lnTo>
                  <a:pt x="1132008" y="6450758"/>
                </a:lnTo>
                <a:lnTo>
                  <a:pt x="1132008" y="6438859"/>
                </a:lnTo>
                <a:lnTo>
                  <a:pt x="1120008" y="6438859"/>
                </a:lnTo>
                <a:close/>
                <a:moveTo>
                  <a:pt x="1141990" y="6420305"/>
                </a:moveTo>
                <a:lnTo>
                  <a:pt x="1141990" y="6490893"/>
                </a:lnTo>
                <a:lnTo>
                  <a:pt x="1156007" y="6490893"/>
                </a:lnTo>
                <a:lnTo>
                  <a:pt x="1156007" y="6459733"/>
                </a:lnTo>
                <a:cubicBezTo>
                  <a:pt x="1156007" y="6453077"/>
                  <a:pt x="1159940" y="6449750"/>
                  <a:pt x="1165587" y="6449750"/>
                </a:cubicBezTo>
                <a:cubicBezTo>
                  <a:pt x="1171436" y="6449750"/>
                  <a:pt x="1174562" y="6453582"/>
                  <a:pt x="1174562" y="6459229"/>
                </a:cubicBezTo>
                <a:lnTo>
                  <a:pt x="1174562" y="6490893"/>
                </a:lnTo>
                <a:lnTo>
                  <a:pt x="1188579" y="6490893"/>
                </a:lnTo>
                <a:lnTo>
                  <a:pt x="1188579" y="6456708"/>
                </a:lnTo>
                <a:cubicBezTo>
                  <a:pt x="1188579" y="6443195"/>
                  <a:pt x="1181115" y="6437447"/>
                  <a:pt x="1171637" y="6437447"/>
                </a:cubicBezTo>
                <a:cubicBezTo>
                  <a:pt x="1163469" y="6437447"/>
                  <a:pt x="1158326" y="6441178"/>
                  <a:pt x="1156007" y="6444809"/>
                </a:cubicBezTo>
                <a:lnTo>
                  <a:pt x="1156007" y="6420305"/>
                </a:lnTo>
                <a:close/>
                <a:moveTo>
                  <a:pt x="485777" y="6420305"/>
                </a:moveTo>
                <a:lnTo>
                  <a:pt x="485777" y="6490893"/>
                </a:lnTo>
                <a:lnTo>
                  <a:pt x="520668" y="6490893"/>
                </a:lnTo>
                <a:cubicBezTo>
                  <a:pt x="535694" y="6490893"/>
                  <a:pt x="544568" y="6483430"/>
                  <a:pt x="544568" y="6471229"/>
                </a:cubicBezTo>
                <a:cubicBezTo>
                  <a:pt x="544568" y="6463262"/>
                  <a:pt x="540231" y="6457414"/>
                  <a:pt x="532265" y="6454691"/>
                </a:cubicBezTo>
                <a:cubicBezTo>
                  <a:pt x="538719" y="6452170"/>
                  <a:pt x="542753" y="6446321"/>
                  <a:pt x="542753" y="6438960"/>
                </a:cubicBezTo>
                <a:cubicBezTo>
                  <a:pt x="542753" y="6427162"/>
                  <a:pt x="534484" y="6420305"/>
                  <a:pt x="520568" y="6420305"/>
                </a:cubicBezTo>
                <a:close/>
                <a:moveTo>
                  <a:pt x="994261" y="6419094"/>
                </a:moveTo>
                <a:cubicBezTo>
                  <a:pt x="973790" y="6419094"/>
                  <a:pt x="958361" y="6434523"/>
                  <a:pt x="958361" y="6455800"/>
                </a:cubicBezTo>
                <a:cubicBezTo>
                  <a:pt x="958361" y="6477077"/>
                  <a:pt x="973084" y="6492405"/>
                  <a:pt x="992042" y="6492405"/>
                </a:cubicBezTo>
                <a:cubicBezTo>
                  <a:pt x="1001017" y="6492405"/>
                  <a:pt x="1008278" y="6488674"/>
                  <a:pt x="1012614" y="6482624"/>
                </a:cubicBezTo>
                <a:lnTo>
                  <a:pt x="1012614" y="6490893"/>
                </a:lnTo>
                <a:lnTo>
                  <a:pt x="1026226" y="6490893"/>
                </a:lnTo>
                <a:lnTo>
                  <a:pt x="1026226" y="6452977"/>
                </a:lnTo>
                <a:lnTo>
                  <a:pt x="994563" y="6452977"/>
                </a:lnTo>
                <a:lnTo>
                  <a:pt x="994563" y="6466489"/>
                </a:lnTo>
                <a:lnTo>
                  <a:pt x="1011303" y="6466489"/>
                </a:lnTo>
                <a:cubicBezTo>
                  <a:pt x="1009285" y="6473246"/>
                  <a:pt x="1002631" y="6478086"/>
                  <a:pt x="994463" y="6478086"/>
                </a:cubicBezTo>
                <a:cubicBezTo>
                  <a:pt x="982866" y="6478086"/>
                  <a:pt x="974395" y="6468506"/>
                  <a:pt x="974395" y="6455800"/>
                </a:cubicBezTo>
                <a:cubicBezTo>
                  <a:pt x="974395" y="6442994"/>
                  <a:pt x="982764" y="6433414"/>
                  <a:pt x="994261" y="6433414"/>
                </a:cubicBezTo>
                <a:cubicBezTo>
                  <a:pt x="1002933" y="6433414"/>
                  <a:pt x="1008882" y="6437851"/>
                  <a:pt x="1012008" y="6443699"/>
                </a:cubicBezTo>
                <a:lnTo>
                  <a:pt x="1024715" y="6435229"/>
                </a:lnTo>
                <a:cubicBezTo>
                  <a:pt x="1019471" y="6424943"/>
                  <a:pt x="1007874" y="6419094"/>
                  <a:pt x="994261" y="6419094"/>
                </a:cubicBezTo>
                <a:close/>
                <a:moveTo>
                  <a:pt x="875121" y="6416674"/>
                </a:moveTo>
                <a:cubicBezTo>
                  <a:pt x="870482" y="6416674"/>
                  <a:pt x="866752" y="6420405"/>
                  <a:pt x="866752" y="6424943"/>
                </a:cubicBezTo>
                <a:cubicBezTo>
                  <a:pt x="866752" y="6429582"/>
                  <a:pt x="870482" y="6433313"/>
                  <a:pt x="875121" y="6433313"/>
                </a:cubicBezTo>
                <a:cubicBezTo>
                  <a:pt x="879761" y="6433313"/>
                  <a:pt x="883492" y="6429582"/>
                  <a:pt x="883492" y="6424943"/>
                </a:cubicBezTo>
                <a:cubicBezTo>
                  <a:pt x="883492" y="6420405"/>
                  <a:pt x="879761" y="6416674"/>
                  <a:pt x="875121" y="6416674"/>
                </a:cubicBezTo>
                <a:close/>
                <a:moveTo>
                  <a:pt x="11442400" y="652256"/>
                </a:moveTo>
                <a:cubicBezTo>
                  <a:pt x="11455703" y="652256"/>
                  <a:pt x="11465450" y="662768"/>
                  <a:pt x="11465450" y="677002"/>
                </a:cubicBezTo>
                <a:cubicBezTo>
                  <a:pt x="11465450" y="691236"/>
                  <a:pt x="11455703" y="701748"/>
                  <a:pt x="11442400" y="701748"/>
                </a:cubicBezTo>
                <a:cubicBezTo>
                  <a:pt x="11429097" y="701748"/>
                  <a:pt x="11419349" y="691236"/>
                  <a:pt x="11419349" y="677002"/>
                </a:cubicBezTo>
                <a:cubicBezTo>
                  <a:pt x="11419349" y="662768"/>
                  <a:pt x="11429097" y="652256"/>
                  <a:pt x="11442400" y="652256"/>
                </a:cubicBezTo>
                <a:close/>
                <a:moveTo>
                  <a:pt x="11217192" y="652256"/>
                </a:moveTo>
                <a:cubicBezTo>
                  <a:pt x="11230495" y="652256"/>
                  <a:pt x="11240242" y="662768"/>
                  <a:pt x="11240242" y="677002"/>
                </a:cubicBezTo>
                <a:cubicBezTo>
                  <a:pt x="11240242" y="691236"/>
                  <a:pt x="11230495" y="701748"/>
                  <a:pt x="11217192" y="701748"/>
                </a:cubicBezTo>
                <a:cubicBezTo>
                  <a:pt x="11203889" y="701748"/>
                  <a:pt x="11194142" y="691236"/>
                  <a:pt x="11194142" y="677002"/>
                </a:cubicBezTo>
                <a:cubicBezTo>
                  <a:pt x="11194142" y="662768"/>
                  <a:pt x="11203889" y="652256"/>
                  <a:pt x="11217192" y="652256"/>
                </a:cubicBezTo>
                <a:close/>
                <a:moveTo>
                  <a:pt x="11532427" y="651335"/>
                </a:moveTo>
                <a:cubicBezTo>
                  <a:pt x="11542327" y="651335"/>
                  <a:pt x="11550373" y="657218"/>
                  <a:pt x="11552688" y="668498"/>
                </a:cubicBezTo>
                <a:lnTo>
                  <a:pt x="11511858" y="668498"/>
                </a:lnTo>
                <a:cubicBezTo>
                  <a:pt x="11514327" y="657832"/>
                  <a:pt x="11521912" y="651335"/>
                  <a:pt x="11532427" y="651335"/>
                </a:cubicBezTo>
                <a:close/>
                <a:moveTo>
                  <a:pt x="11620279" y="636015"/>
                </a:moveTo>
                <a:cubicBezTo>
                  <a:pt x="11608677" y="636015"/>
                  <a:pt x="11601104" y="642511"/>
                  <a:pt x="11598623" y="651783"/>
                </a:cubicBezTo>
                <a:lnTo>
                  <a:pt x="11598623" y="637396"/>
                </a:lnTo>
                <a:lnTo>
                  <a:pt x="11580996" y="637396"/>
                </a:lnTo>
                <a:lnTo>
                  <a:pt x="11580996" y="716570"/>
                </a:lnTo>
                <a:lnTo>
                  <a:pt x="11580996" y="716595"/>
                </a:lnTo>
                <a:lnTo>
                  <a:pt x="11598623" y="716595"/>
                </a:lnTo>
                <a:lnTo>
                  <a:pt x="11598623" y="673447"/>
                </a:lnTo>
                <a:cubicBezTo>
                  <a:pt x="11598623" y="660300"/>
                  <a:pt x="11604187" y="654264"/>
                  <a:pt x="11618117" y="654264"/>
                </a:cubicBezTo>
                <a:lnTo>
                  <a:pt x="11621980" y="654264"/>
                </a:lnTo>
                <a:lnTo>
                  <a:pt x="11621980" y="636015"/>
                </a:lnTo>
                <a:close/>
                <a:moveTo>
                  <a:pt x="11438844" y="635260"/>
                </a:moveTo>
                <a:cubicBezTo>
                  <a:pt x="11418121" y="635260"/>
                  <a:pt x="11401109" y="652729"/>
                  <a:pt x="11401109" y="677015"/>
                </a:cubicBezTo>
                <a:cubicBezTo>
                  <a:pt x="11401109" y="701300"/>
                  <a:pt x="11418121" y="718769"/>
                  <a:pt x="11438844" y="718769"/>
                </a:cubicBezTo>
                <a:cubicBezTo>
                  <a:pt x="11451060" y="718769"/>
                  <a:pt x="11460193" y="713513"/>
                  <a:pt x="11465450" y="703461"/>
                </a:cubicBezTo>
                <a:lnTo>
                  <a:pt x="11465450" y="716608"/>
                </a:lnTo>
                <a:lnTo>
                  <a:pt x="11483090" y="716608"/>
                </a:lnTo>
                <a:lnTo>
                  <a:pt x="11483090" y="637434"/>
                </a:lnTo>
                <a:lnTo>
                  <a:pt x="11465450" y="637434"/>
                </a:lnTo>
                <a:lnTo>
                  <a:pt x="11465450" y="650568"/>
                </a:lnTo>
                <a:cubicBezTo>
                  <a:pt x="11460193" y="640516"/>
                  <a:pt x="11451060" y="635260"/>
                  <a:pt x="11438844" y="635260"/>
                </a:cubicBezTo>
                <a:close/>
                <a:moveTo>
                  <a:pt x="11217192" y="635248"/>
                </a:moveTo>
                <a:cubicBezTo>
                  <a:pt x="11193681" y="635248"/>
                  <a:pt x="11175888" y="652717"/>
                  <a:pt x="11175888" y="677002"/>
                </a:cubicBezTo>
                <a:cubicBezTo>
                  <a:pt x="11175888" y="701287"/>
                  <a:pt x="11193681" y="718756"/>
                  <a:pt x="11217192" y="718756"/>
                </a:cubicBezTo>
                <a:cubicBezTo>
                  <a:pt x="11240703" y="718756"/>
                  <a:pt x="11258496" y="701287"/>
                  <a:pt x="11258496" y="677002"/>
                </a:cubicBezTo>
                <a:cubicBezTo>
                  <a:pt x="11258496" y="652717"/>
                  <a:pt x="11240703" y="635248"/>
                  <a:pt x="11217192" y="635248"/>
                </a:cubicBezTo>
                <a:close/>
                <a:moveTo>
                  <a:pt x="11532439" y="635235"/>
                </a:moveTo>
                <a:cubicBezTo>
                  <a:pt x="11509236" y="635235"/>
                  <a:pt x="11493310" y="652870"/>
                  <a:pt x="11493310" y="676989"/>
                </a:cubicBezTo>
                <a:lnTo>
                  <a:pt x="11493297" y="677002"/>
                </a:lnTo>
                <a:cubicBezTo>
                  <a:pt x="11493297" y="701121"/>
                  <a:pt x="11510463" y="718756"/>
                  <a:pt x="11533821" y="718756"/>
                </a:cubicBezTo>
                <a:cubicBezTo>
                  <a:pt x="11548211" y="718756"/>
                  <a:pt x="11561821" y="711646"/>
                  <a:pt x="11568320" y="700968"/>
                </a:cubicBezTo>
                <a:lnTo>
                  <a:pt x="11556257" y="690762"/>
                </a:lnTo>
                <a:cubicBezTo>
                  <a:pt x="11551767" y="698193"/>
                  <a:pt x="11543414" y="702669"/>
                  <a:pt x="11533834" y="702669"/>
                </a:cubicBezTo>
                <a:cubicBezTo>
                  <a:pt x="11522232" y="702669"/>
                  <a:pt x="11513572" y="694778"/>
                  <a:pt x="11511410" y="682718"/>
                </a:cubicBezTo>
                <a:lnTo>
                  <a:pt x="11570648" y="682718"/>
                </a:lnTo>
                <a:cubicBezTo>
                  <a:pt x="11570955" y="680711"/>
                  <a:pt x="11571108" y="678383"/>
                  <a:pt x="11571108" y="676222"/>
                </a:cubicBezTo>
                <a:cubicBezTo>
                  <a:pt x="11571108" y="653484"/>
                  <a:pt x="11555643" y="635235"/>
                  <a:pt x="11532439" y="635235"/>
                </a:cubicBezTo>
                <a:close/>
                <a:moveTo>
                  <a:pt x="11293289" y="614517"/>
                </a:moveTo>
                <a:lnTo>
                  <a:pt x="11275649" y="619927"/>
                </a:lnTo>
                <a:lnTo>
                  <a:pt x="11275649" y="637396"/>
                </a:lnTo>
                <a:lnTo>
                  <a:pt x="11260338" y="637396"/>
                </a:lnTo>
                <a:lnTo>
                  <a:pt x="11260338" y="652551"/>
                </a:lnTo>
                <a:lnTo>
                  <a:pt x="11275649" y="652551"/>
                </a:lnTo>
                <a:lnTo>
                  <a:pt x="11275649" y="691363"/>
                </a:lnTo>
                <a:cubicBezTo>
                  <a:pt x="11275649" y="708526"/>
                  <a:pt x="11285089" y="718271"/>
                  <a:pt x="11301168" y="718271"/>
                </a:cubicBezTo>
                <a:cubicBezTo>
                  <a:pt x="11305658" y="718271"/>
                  <a:pt x="11309675" y="717810"/>
                  <a:pt x="11312617" y="716877"/>
                </a:cubicBezTo>
                <a:lnTo>
                  <a:pt x="11312630" y="716902"/>
                </a:lnTo>
                <a:lnTo>
                  <a:pt x="11312630" y="702055"/>
                </a:lnTo>
                <a:cubicBezTo>
                  <a:pt x="11310621" y="702362"/>
                  <a:pt x="11307833" y="702515"/>
                  <a:pt x="11305978" y="702515"/>
                </a:cubicBezTo>
                <a:cubicBezTo>
                  <a:pt x="11297318" y="702515"/>
                  <a:pt x="11293289" y="698026"/>
                  <a:pt x="11293289" y="689675"/>
                </a:cubicBezTo>
                <a:lnTo>
                  <a:pt x="11293289" y="652563"/>
                </a:lnTo>
                <a:lnTo>
                  <a:pt x="11312630" y="652563"/>
                </a:lnTo>
                <a:lnTo>
                  <a:pt x="11312630" y="637409"/>
                </a:lnTo>
                <a:lnTo>
                  <a:pt x="11293289" y="637409"/>
                </a:lnTo>
                <a:close/>
                <a:moveTo>
                  <a:pt x="11324398" y="608341"/>
                </a:moveTo>
                <a:lnTo>
                  <a:pt x="11324398" y="716595"/>
                </a:lnTo>
                <a:lnTo>
                  <a:pt x="11342012" y="716595"/>
                </a:lnTo>
                <a:lnTo>
                  <a:pt x="11342012" y="669585"/>
                </a:lnTo>
                <a:cubicBezTo>
                  <a:pt x="11342012" y="657372"/>
                  <a:pt x="11348510" y="650722"/>
                  <a:pt x="11358410" y="650722"/>
                </a:cubicBezTo>
                <a:cubicBezTo>
                  <a:pt x="11368311" y="650722"/>
                  <a:pt x="11373875" y="657372"/>
                  <a:pt x="11373875" y="668191"/>
                </a:cubicBezTo>
                <a:lnTo>
                  <a:pt x="11373875" y="716595"/>
                </a:lnTo>
                <a:lnTo>
                  <a:pt x="11391515" y="716595"/>
                </a:lnTo>
                <a:lnTo>
                  <a:pt x="11391515" y="665096"/>
                </a:lnTo>
                <a:cubicBezTo>
                  <a:pt x="11391515" y="644685"/>
                  <a:pt x="11380527" y="635248"/>
                  <a:pt x="11365689" y="635248"/>
                </a:cubicBezTo>
                <a:cubicBezTo>
                  <a:pt x="11353473" y="635248"/>
                  <a:pt x="11345427" y="641284"/>
                  <a:pt x="11342025" y="647934"/>
                </a:cubicBezTo>
                <a:lnTo>
                  <a:pt x="11342025" y="608341"/>
                </a:lnTo>
                <a:close/>
                <a:moveTo>
                  <a:pt x="11116651" y="606486"/>
                </a:moveTo>
                <a:cubicBezTo>
                  <a:pt x="11085554" y="606486"/>
                  <a:pt x="11062197" y="629992"/>
                  <a:pt x="11062197" y="662628"/>
                </a:cubicBezTo>
                <a:cubicBezTo>
                  <a:pt x="11062197" y="695264"/>
                  <a:pt x="11085554" y="718769"/>
                  <a:pt x="11114323" y="718769"/>
                </a:cubicBezTo>
                <a:cubicBezTo>
                  <a:pt x="11127626" y="718769"/>
                  <a:pt x="11140149" y="712580"/>
                  <a:pt x="11147427" y="702681"/>
                </a:cubicBezTo>
                <a:lnTo>
                  <a:pt x="11147427" y="716595"/>
                </a:lnTo>
                <a:lnTo>
                  <a:pt x="11165374" y="716595"/>
                </a:lnTo>
                <a:lnTo>
                  <a:pt x="11165374" y="659686"/>
                </a:lnTo>
                <a:lnTo>
                  <a:pt x="11118505" y="659686"/>
                </a:lnTo>
                <a:lnTo>
                  <a:pt x="11118505" y="677322"/>
                </a:lnTo>
                <a:lnTo>
                  <a:pt x="11145879" y="677322"/>
                </a:lnTo>
                <a:cubicBezTo>
                  <a:pt x="11143244" y="690622"/>
                  <a:pt x="11131489" y="699906"/>
                  <a:pt x="11116638" y="699906"/>
                </a:cubicBezTo>
                <a:cubicBezTo>
                  <a:pt x="11097143" y="699906"/>
                  <a:pt x="11083226" y="684138"/>
                  <a:pt x="11083226" y="662640"/>
                </a:cubicBezTo>
                <a:cubicBezTo>
                  <a:pt x="11083226" y="641143"/>
                  <a:pt x="11097143" y="625375"/>
                  <a:pt x="11116638" y="625375"/>
                </a:cubicBezTo>
                <a:cubicBezTo>
                  <a:pt x="11130555" y="625375"/>
                  <a:pt x="11140609" y="632332"/>
                  <a:pt x="11146033" y="642230"/>
                </a:cubicBezTo>
                <a:lnTo>
                  <a:pt x="11162738" y="631091"/>
                </a:lnTo>
                <a:cubicBezTo>
                  <a:pt x="11154539" y="615630"/>
                  <a:pt x="11137219" y="606499"/>
                  <a:pt x="11116638" y="606499"/>
                </a:cubicBezTo>
                <a:close/>
                <a:moveTo>
                  <a:pt x="10840737" y="601537"/>
                </a:moveTo>
                <a:lnTo>
                  <a:pt x="10840745" y="601542"/>
                </a:lnTo>
                <a:lnTo>
                  <a:pt x="10839292" y="602995"/>
                </a:lnTo>
                <a:cubicBezTo>
                  <a:pt x="10857034" y="630631"/>
                  <a:pt x="10880545" y="661873"/>
                  <a:pt x="10915734" y="697054"/>
                </a:cubicBezTo>
                <a:cubicBezTo>
                  <a:pt x="10941356" y="722670"/>
                  <a:pt x="10955158" y="732888"/>
                  <a:pt x="10962909" y="725125"/>
                </a:cubicBezTo>
                <a:cubicBezTo>
                  <a:pt x="10970661" y="717376"/>
                  <a:pt x="10960441" y="703577"/>
                  <a:pt x="10934819" y="677961"/>
                </a:cubicBezTo>
                <a:cubicBezTo>
                  <a:pt x="10917224" y="660371"/>
                  <a:pt x="10900615" y="645696"/>
                  <a:pt x="10884948" y="633203"/>
                </a:cubicBezTo>
                <a:lnTo>
                  <a:pt x="10840745" y="601542"/>
                </a:lnTo>
                <a:lnTo>
                  <a:pt x="10840750" y="601537"/>
                </a:lnTo>
                <a:close/>
                <a:moveTo>
                  <a:pt x="10736550" y="588557"/>
                </a:moveTo>
                <a:cubicBezTo>
                  <a:pt x="10714549" y="588557"/>
                  <a:pt x="10704226" y="590756"/>
                  <a:pt x="10704226" y="600258"/>
                </a:cubicBezTo>
                <a:cubicBezTo>
                  <a:pt x="10704226" y="609760"/>
                  <a:pt x="10714536" y="611960"/>
                  <a:pt x="10736550" y="611960"/>
                </a:cubicBezTo>
                <a:cubicBezTo>
                  <a:pt x="10761494" y="611960"/>
                  <a:pt x="10781871" y="608724"/>
                  <a:pt x="10799191" y="604184"/>
                </a:cubicBezTo>
                <a:cubicBezTo>
                  <a:pt x="10773326" y="621794"/>
                  <a:pt x="10744596" y="646783"/>
                  <a:pt x="10712029" y="678997"/>
                </a:cubicBezTo>
                <a:cubicBezTo>
                  <a:pt x="10686471" y="704280"/>
                  <a:pt x="10676213" y="717823"/>
                  <a:pt x="10683632" y="725164"/>
                </a:cubicBezTo>
                <a:cubicBezTo>
                  <a:pt x="10691051" y="732504"/>
                  <a:pt x="10704738" y="722350"/>
                  <a:pt x="10730295" y="697067"/>
                </a:cubicBezTo>
                <a:cubicBezTo>
                  <a:pt x="10762863" y="664840"/>
                  <a:pt x="10788113" y="636424"/>
                  <a:pt x="10805906" y="610834"/>
                </a:cubicBezTo>
                <a:cubicBezTo>
                  <a:pt x="10801365" y="628150"/>
                  <a:pt x="10798116" y="648535"/>
                  <a:pt x="10798116" y="673511"/>
                </a:cubicBezTo>
                <a:cubicBezTo>
                  <a:pt x="10798116" y="695507"/>
                  <a:pt x="10800316" y="705815"/>
                  <a:pt x="10809820" y="705815"/>
                </a:cubicBezTo>
                <a:cubicBezTo>
                  <a:pt x="10819324" y="705815"/>
                  <a:pt x="10821525" y="695507"/>
                  <a:pt x="10821525" y="673511"/>
                </a:cubicBezTo>
                <a:cubicBezTo>
                  <a:pt x="10821525" y="643291"/>
                  <a:pt x="10816792" y="619773"/>
                  <a:pt x="10810716" y="600297"/>
                </a:cubicBezTo>
                <a:cubicBezTo>
                  <a:pt x="10810639" y="600028"/>
                  <a:pt x="10810498" y="599836"/>
                  <a:pt x="10810332" y="599708"/>
                </a:cubicBezTo>
                <a:lnTo>
                  <a:pt x="10810319" y="599695"/>
                </a:lnTo>
                <a:cubicBezTo>
                  <a:pt x="10810191" y="599555"/>
                  <a:pt x="10810012" y="599440"/>
                  <a:pt x="10809782" y="599363"/>
                </a:cubicBezTo>
                <a:cubicBezTo>
                  <a:pt x="10790288" y="593301"/>
                  <a:pt x="10766777" y="588557"/>
                  <a:pt x="10736550" y="588557"/>
                </a:cubicBezTo>
                <a:close/>
                <a:moveTo>
                  <a:pt x="10923409" y="575551"/>
                </a:moveTo>
                <a:cubicBezTo>
                  <a:pt x="10890548" y="575551"/>
                  <a:pt x="10864977" y="580295"/>
                  <a:pt x="10843795" y="586357"/>
                </a:cubicBezTo>
                <a:cubicBezTo>
                  <a:pt x="10842682" y="586677"/>
                  <a:pt x="10842682" y="587828"/>
                  <a:pt x="10843795" y="588147"/>
                </a:cubicBezTo>
                <a:cubicBezTo>
                  <a:pt x="10864977" y="594209"/>
                  <a:pt x="10890561" y="598941"/>
                  <a:pt x="10923409" y="598941"/>
                </a:cubicBezTo>
                <a:cubicBezTo>
                  <a:pt x="10947329" y="598941"/>
                  <a:pt x="10958548" y="596741"/>
                  <a:pt x="10958548" y="587252"/>
                </a:cubicBezTo>
                <a:cubicBezTo>
                  <a:pt x="10958548" y="577763"/>
                  <a:pt x="10947329" y="575551"/>
                  <a:pt x="10923409" y="575551"/>
                </a:cubicBezTo>
                <a:close/>
                <a:moveTo>
                  <a:pt x="11089110" y="515163"/>
                </a:moveTo>
                <a:lnTo>
                  <a:pt x="11120053" y="515163"/>
                </a:lnTo>
                <a:cubicBezTo>
                  <a:pt x="11130721" y="515163"/>
                  <a:pt x="11136912" y="520419"/>
                  <a:pt x="11136912" y="529396"/>
                </a:cubicBezTo>
                <a:cubicBezTo>
                  <a:pt x="11136912" y="538374"/>
                  <a:pt x="11130721" y="543630"/>
                  <a:pt x="11120053" y="543630"/>
                </a:cubicBezTo>
                <a:lnTo>
                  <a:pt x="11120053" y="543617"/>
                </a:lnTo>
                <a:lnTo>
                  <a:pt x="11089110" y="543617"/>
                </a:lnTo>
                <a:close/>
                <a:moveTo>
                  <a:pt x="11670715" y="497527"/>
                </a:moveTo>
                <a:cubicBezTo>
                  <a:pt x="11684018" y="497527"/>
                  <a:pt x="11693765" y="508039"/>
                  <a:pt x="11693765" y="522273"/>
                </a:cubicBezTo>
                <a:cubicBezTo>
                  <a:pt x="11693765" y="536507"/>
                  <a:pt x="11684018" y="547019"/>
                  <a:pt x="11670715" y="547019"/>
                </a:cubicBezTo>
                <a:cubicBezTo>
                  <a:pt x="11657412" y="547019"/>
                  <a:pt x="11647665" y="536507"/>
                  <a:pt x="11647665" y="522273"/>
                </a:cubicBezTo>
                <a:cubicBezTo>
                  <a:pt x="11647665" y="508039"/>
                  <a:pt x="11657412" y="497527"/>
                  <a:pt x="11670715" y="497527"/>
                </a:cubicBezTo>
                <a:close/>
                <a:moveTo>
                  <a:pt x="11207918" y="497527"/>
                </a:moveTo>
                <a:cubicBezTo>
                  <a:pt x="11221221" y="497527"/>
                  <a:pt x="11230968" y="508039"/>
                  <a:pt x="11230968" y="522273"/>
                </a:cubicBezTo>
                <a:cubicBezTo>
                  <a:pt x="11230968" y="536507"/>
                  <a:pt x="11221221" y="547019"/>
                  <a:pt x="11207918" y="547019"/>
                </a:cubicBezTo>
                <a:cubicBezTo>
                  <a:pt x="11194615" y="547019"/>
                  <a:pt x="11184868" y="536507"/>
                  <a:pt x="11184868" y="522273"/>
                </a:cubicBezTo>
                <a:cubicBezTo>
                  <a:pt x="11184868" y="508039"/>
                  <a:pt x="11194615" y="497527"/>
                  <a:pt x="11207918" y="497527"/>
                </a:cubicBezTo>
                <a:close/>
                <a:moveTo>
                  <a:pt x="11472881" y="496606"/>
                </a:moveTo>
                <a:cubicBezTo>
                  <a:pt x="11482782" y="496606"/>
                  <a:pt x="11490828" y="502489"/>
                  <a:pt x="11493143" y="513769"/>
                </a:cubicBezTo>
                <a:lnTo>
                  <a:pt x="11452313" y="513769"/>
                </a:lnTo>
                <a:cubicBezTo>
                  <a:pt x="11454781" y="503103"/>
                  <a:pt x="11462367" y="496606"/>
                  <a:pt x="11472881" y="496606"/>
                </a:cubicBezTo>
                <a:close/>
                <a:moveTo>
                  <a:pt x="11601577" y="482693"/>
                </a:moveTo>
                <a:lnTo>
                  <a:pt x="11601577" y="561866"/>
                </a:lnTo>
                <a:lnTo>
                  <a:pt x="11619216" y="561866"/>
                </a:lnTo>
                <a:lnTo>
                  <a:pt x="11619216" y="482693"/>
                </a:lnTo>
                <a:close/>
                <a:moveTo>
                  <a:pt x="11301501" y="481299"/>
                </a:moveTo>
                <a:cubicBezTo>
                  <a:pt x="11289899" y="481299"/>
                  <a:pt x="11282326" y="487795"/>
                  <a:pt x="11279845" y="497080"/>
                </a:cubicBezTo>
                <a:lnTo>
                  <a:pt x="11279845" y="482693"/>
                </a:lnTo>
                <a:lnTo>
                  <a:pt x="11262205" y="482693"/>
                </a:lnTo>
                <a:lnTo>
                  <a:pt x="11262205" y="561866"/>
                </a:lnTo>
                <a:lnTo>
                  <a:pt x="11279845" y="561866"/>
                </a:lnTo>
                <a:lnTo>
                  <a:pt x="11279845" y="518718"/>
                </a:lnTo>
                <a:cubicBezTo>
                  <a:pt x="11279845" y="505571"/>
                  <a:pt x="11285409" y="499548"/>
                  <a:pt x="11299339" y="499548"/>
                </a:cubicBezTo>
                <a:lnTo>
                  <a:pt x="11303202" y="499548"/>
                </a:lnTo>
                <a:lnTo>
                  <a:pt x="11303202" y="481299"/>
                </a:lnTo>
                <a:close/>
                <a:moveTo>
                  <a:pt x="11667159" y="480531"/>
                </a:moveTo>
                <a:cubicBezTo>
                  <a:pt x="11646437" y="480531"/>
                  <a:pt x="11629411" y="498000"/>
                  <a:pt x="11629411" y="522286"/>
                </a:cubicBezTo>
                <a:cubicBezTo>
                  <a:pt x="11629411" y="546571"/>
                  <a:pt x="11646424" y="564040"/>
                  <a:pt x="11667159" y="564040"/>
                </a:cubicBezTo>
                <a:cubicBezTo>
                  <a:pt x="11679375" y="564040"/>
                  <a:pt x="11688508" y="558784"/>
                  <a:pt x="11693765" y="548732"/>
                </a:cubicBezTo>
                <a:lnTo>
                  <a:pt x="11693765" y="561879"/>
                </a:lnTo>
                <a:lnTo>
                  <a:pt x="11711392" y="561879"/>
                </a:lnTo>
                <a:lnTo>
                  <a:pt x="11711392" y="482705"/>
                </a:lnTo>
                <a:lnTo>
                  <a:pt x="11693765" y="482705"/>
                </a:lnTo>
                <a:lnTo>
                  <a:pt x="11693765" y="495839"/>
                </a:lnTo>
                <a:cubicBezTo>
                  <a:pt x="11688508" y="485787"/>
                  <a:pt x="11679375" y="480531"/>
                  <a:pt x="11667159" y="480531"/>
                </a:cubicBezTo>
                <a:close/>
                <a:moveTo>
                  <a:pt x="11204349" y="480531"/>
                </a:moveTo>
                <a:cubicBezTo>
                  <a:pt x="11183627" y="480531"/>
                  <a:pt x="11166601" y="498000"/>
                  <a:pt x="11166601" y="522286"/>
                </a:cubicBezTo>
                <a:cubicBezTo>
                  <a:pt x="11166601" y="546571"/>
                  <a:pt x="11183614" y="564040"/>
                  <a:pt x="11204349" y="564040"/>
                </a:cubicBezTo>
                <a:cubicBezTo>
                  <a:pt x="11216565" y="564040"/>
                  <a:pt x="11225698" y="558784"/>
                  <a:pt x="11230955" y="548732"/>
                </a:cubicBezTo>
                <a:lnTo>
                  <a:pt x="11230955" y="561879"/>
                </a:lnTo>
                <a:lnTo>
                  <a:pt x="11248582" y="561879"/>
                </a:lnTo>
                <a:lnTo>
                  <a:pt x="11248582" y="482705"/>
                </a:lnTo>
                <a:lnTo>
                  <a:pt x="11230955" y="482705"/>
                </a:lnTo>
                <a:lnTo>
                  <a:pt x="11230955" y="495839"/>
                </a:lnTo>
                <a:cubicBezTo>
                  <a:pt x="11225698" y="485787"/>
                  <a:pt x="11216565" y="480531"/>
                  <a:pt x="11204349" y="480531"/>
                </a:cubicBezTo>
                <a:close/>
                <a:moveTo>
                  <a:pt x="11562755" y="480518"/>
                </a:moveTo>
                <a:cubicBezTo>
                  <a:pt x="11550539" y="480518"/>
                  <a:pt x="11542493" y="486555"/>
                  <a:pt x="11539090" y="493205"/>
                </a:cubicBezTo>
                <a:lnTo>
                  <a:pt x="11539090" y="482693"/>
                </a:lnTo>
                <a:lnTo>
                  <a:pt x="11521464" y="482693"/>
                </a:lnTo>
                <a:lnTo>
                  <a:pt x="11521464" y="561866"/>
                </a:lnTo>
                <a:lnTo>
                  <a:pt x="11539078" y="561866"/>
                </a:lnTo>
                <a:lnTo>
                  <a:pt x="11539078" y="514856"/>
                </a:lnTo>
                <a:cubicBezTo>
                  <a:pt x="11539078" y="502643"/>
                  <a:pt x="11545576" y="495993"/>
                  <a:pt x="11555476" y="495993"/>
                </a:cubicBezTo>
                <a:cubicBezTo>
                  <a:pt x="11565377" y="495993"/>
                  <a:pt x="11570941" y="502643"/>
                  <a:pt x="11570941" y="513462"/>
                </a:cubicBezTo>
                <a:lnTo>
                  <a:pt x="11570941" y="561866"/>
                </a:lnTo>
                <a:lnTo>
                  <a:pt x="11588581" y="561866"/>
                </a:lnTo>
                <a:lnTo>
                  <a:pt x="11588581" y="510367"/>
                </a:lnTo>
                <a:cubicBezTo>
                  <a:pt x="11588581" y="489956"/>
                  <a:pt x="11577593" y="480518"/>
                  <a:pt x="11562755" y="480518"/>
                </a:cubicBezTo>
                <a:close/>
                <a:moveTo>
                  <a:pt x="11472894" y="480518"/>
                </a:moveTo>
                <a:cubicBezTo>
                  <a:pt x="11449690" y="480518"/>
                  <a:pt x="11433752" y="498141"/>
                  <a:pt x="11433752" y="522273"/>
                </a:cubicBezTo>
                <a:cubicBezTo>
                  <a:pt x="11433752" y="546392"/>
                  <a:pt x="11450918" y="564027"/>
                  <a:pt x="11474276" y="564027"/>
                </a:cubicBezTo>
                <a:cubicBezTo>
                  <a:pt x="11488666" y="564027"/>
                  <a:pt x="11502276" y="556917"/>
                  <a:pt x="11508775" y="546239"/>
                </a:cubicBezTo>
                <a:lnTo>
                  <a:pt x="11496712" y="536033"/>
                </a:lnTo>
                <a:cubicBezTo>
                  <a:pt x="11492222" y="543451"/>
                  <a:pt x="11483869" y="547939"/>
                  <a:pt x="11474289" y="547939"/>
                </a:cubicBezTo>
                <a:cubicBezTo>
                  <a:pt x="11462687" y="547939"/>
                  <a:pt x="11454027" y="540049"/>
                  <a:pt x="11451865" y="527989"/>
                </a:cubicBezTo>
                <a:lnTo>
                  <a:pt x="11511102" y="527989"/>
                </a:lnTo>
                <a:cubicBezTo>
                  <a:pt x="11511410" y="525982"/>
                  <a:pt x="11511563" y="523654"/>
                  <a:pt x="11511563" y="521493"/>
                </a:cubicBezTo>
                <a:cubicBezTo>
                  <a:pt x="11511563" y="498755"/>
                  <a:pt x="11496098" y="480518"/>
                  <a:pt x="11472894" y="480518"/>
                </a:cubicBezTo>
                <a:close/>
                <a:moveTo>
                  <a:pt x="11352552" y="480518"/>
                </a:moveTo>
                <a:cubicBezTo>
                  <a:pt x="11341103" y="480518"/>
                  <a:pt x="11333531" y="486555"/>
                  <a:pt x="11330128" y="493205"/>
                </a:cubicBezTo>
                <a:lnTo>
                  <a:pt x="11330128" y="482693"/>
                </a:lnTo>
                <a:lnTo>
                  <a:pt x="11312489" y="482693"/>
                </a:lnTo>
                <a:lnTo>
                  <a:pt x="11312489" y="561866"/>
                </a:lnTo>
                <a:lnTo>
                  <a:pt x="11330115" y="561866"/>
                </a:lnTo>
                <a:lnTo>
                  <a:pt x="11330115" y="514856"/>
                </a:lnTo>
                <a:cubicBezTo>
                  <a:pt x="11330115" y="502643"/>
                  <a:pt x="11336153" y="495993"/>
                  <a:pt x="11345273" y="495993"/>
                </a:cubicBezTo>
                <a:cubicBezTo>
                  <a:pt x="11354394" y="495993"/>
                  <a:pt x="11359510" y="502643"/>
                  <a:pt x="11359510" y="513462"/>
                </a:cubicBezTo>
                <a:lnTo>
                  <a:pt x="11359510" y="561866"/>
                </a:lnTo>
                <a:lnTo>
                  <a:pt x="11377137" y="561866"/>
                </a:lnTo>
                <a:lnTo>
                  <a:pt x="11377137" y="513155"/>
                </a:lnTo>
                <a:cubicBezTo>
                  <a:pt x="11377137" y="502643"/>
                  <a:pt x="11383175" y="495993"/>
                  <a:pt x="11392295" y="495993"/>
                </a:cubicBezTo>
                <a:cubicBezTo>
                  <a:pt x="11401415" y="495993"/>
                  <a:pt x="11406532" y="502643"/>
                  <a:pt x="11406532" y="513462"/>
                </a:cubicBezTo>
                <a:lnTo>
                  <a:pt x="11406532" y="561866"/>
                </a:lnTo>
                <a:lnTo>
                  <a:pt x="11424171" y="561866"/>
                </a:lnTo>
                <a:lnTo>
                  <a:pt x="11424171" y="510367"/>
                </a:lnTo>
                <a:cubicBezTo>
                  <a:pt x="11424171" y="489956"/>
                  <a:pt x="11413657" y="480518"/>
                  <a:pt x="11398025" y="480518"/>
                </a:cubicBezTo>
                <a:cubicBezTo>
                  <a:pt x="11387511" y="480518"/>
                  <a:pt x="11379311" y="485161"/>
                  <a:pt x="11374208" y="494125"/>
                </a:cubicBezTo>
                <a:cubicBezTo>
                  <a:pt x="11370038" y="484841"/>
                  <a:pt x="11362145" y="480518"/>
                  <a:pt x="11352552" y="480518"/>
                </a:cubicBezTo>
                <a:close/>
                <a:moveTo>
                  <a:pt x="11089110" y="471861"/>
                </a:moveTo>
                <a:lnTo>
                  <a:pt x="11119119" y="471861"/>
                </a:lnTo>
                <a:cubicBezTo>
                  <a:pt x="11128713" y="471861"/>
                  <a:pt x="11134277" y="476503"/>
                  <a:pt x="11134277" y="484381"/>
                </a:cubicBezTo>
                <a:cubicBezTo>
                  <a:pt x="11134277" y="492258"/>
                  <a:pt x="11128713" y="496913"/>
                  <a:pt x="11119119" y="496913"/>
                </a:cubicBezTo>
                <a:lnTo>
                  <a:pt x="11089110" y="496913"/>
                </a:lnTo>
                <a:close/>
                <a:moveTo>
                  <a:pt x="10824339" y="462794"/>
                </a:moveTo>
                <a:cubicBezTo>
                  <a:pt x="10814847" y="462794"/>
                  <a:pt x="10812647" y="472936"/>
                  <a:pt x="10812647" y="494561"/>
                </a:cubicBezTo>
                <a:cubicBezTo>
                  <a:pt x="10812647" y="524269"/>
                  <a:pt x="10817380" y="547390"/>
                  <a:pt x="10823456" y="566535"/>
                </a:cubicBezTo>
                <a:cubicBezTo>
                  <a:pt x="10823776" y="567545"/>
                  <a:pt x="10824914" y="567545"/>
                  <a:pt x="10825234" y="566535"/>
                </a:cubicBezTo>
                <a:cubicBezTo>
                  <a:pt x="10831297" y="547378"/>
                  <a:pt x="10836043" y="524269"/>
                  <a:pt x="10836043" y="494561"/>
                </a:cubicBezTo>
                <a:cubicBezTo>
                  <a:pt x="10836043" y="472936"/>
                  <a:pt x="10833843" y="462794"/>
                  <a:pt x="10824339" y="462794"/>
                </a:cubicBezTo>
                <a:close/>
                <a:moveTo>
                  <a:pt x="11069002" y="453624"/>
                </a:moveTo>
                <a:lnTo>
                  <a:pt x="11069002" y="561866"/>
                </a:lnTo>
                <a:lnTo>
                  <a:pt x="11122368" y="561866"/>
                </a:lnTo>
                <a:cubicBezTo>
                  <a:pt x="11144792" y="561866"/>
                  <a:pt x="11157941" y="550574"/>
                  <a:pt x="11157941" y="531404"/>
                </a:cubicBezTo>
                <a:cubicBezTo>
                  <a:pt x="11157941" y="518257"/>
                  <a:pt x="11150676" y="509446"/>
                  <a:pt x="11139074" y="505584"/>
                </a:cubicBezTo>
                <a:cubicBezTo>
                  <a:pt x="11149128" y="501722"/>
                  <a:pt x="11155319" y="492744"/>
                  <a:pt x="11155319" y="481772"/>
                </a:cubicBezTo>
                <a:cubicBezTo>
                  <a:pt x="11155319" y="464136"/>
                  <a:pt x="11142950" y="453624"/>
                  <a:pt x="11121908" y="453624"/>
                </a:cubicBezTo>
                <a:close/>
                <a:moveTo>
                  <a:pt x="11610390" y="450670"/>
                </a:moveTo>
                <a:cubicBezTo>
                  <a:pt x="11604353" y="450670"/>
                  <a:pt x="11599402" y="455619"/>
                  <a:pt x="11599402" y="461655"/>
                </a:cubicBezTo>
                <a:cubicBezTo>
                  <a:pt x="11599402" y="467692"/>
                  <a:pt x="11604353" y="472641"/>
                  <a:pt x="11610390" y="472641"/>
                </a:cubicBezTo>
                <a:cubicBezTo>
                  <a:pt x="11616428" y="472641"/>
                  <a:pt x="11621378" y="467692"/>
                  <a:pt x="11621378" y="461655"/>
                </a:cubicBezTo>
                <a:cubicBezTo>
                  <a:pt x="11621378" y="455619"/>
                  <a:pt x="11616428" y="450670"/>
                  <a:pt x="11610390" y="450670"/>
                </a:cubicBezTo>
                <a:close/>
                <a:moveTo>
                  <a:pt x="10963037" y="447346"/>
                </a:moveTo>
                <a:cubicBezTo>
                  <a:pt x="10955286" y="439596"/>
                  <a:pt x="10941484" y="449814"/>
                  <a:pt x="10915862" y="475417"/>
                </a:cubicBezTo>
                <a:cubicBezTo>
                  <a:pt x="10880673" y="510598"/>
                  <a:pt x="10857149" y="541840"/>
                  <a:pt x="10839420" y="569476"/>
                </a:cubicBezTo>
                <a:cubicBezTo>
                  <a:pt x="10838486" y="570934"/>
                  <a:pt x="10839420" y="571868"/>
                  <a:pt x="10840878" y="570934"/>
                </a:cubicBezTo>
                <a:cubicBezTo>
                  <a:pt x="10868521" y="553196"/>
                  <a:pt x="10899770" y="529691"/>
                  <a:pt x="10934960" y="494510"/>
                </a:cubicBezTo>
                <a:cubicBezTo>
                  <a:pt x="10960581" y="468894"/>
                  <a:pt x="10970802" y="455096"/>
                  <a:pt x="10963037" y="447346"/>
                </a:cubicBezTo>
                <a:close/>
                <a:moveTo>
                  <a:pt x="10684233" y="447282"/>
                </a:moveTo>
                <a:cubicBezTo>
                  <a:pt x="10676481" y="455032"/>
                  <a:pt x="10686702" y="468830"/>
                  <a:pt x="10712310" y="494446"/>
                </a:cubicBezTo>
                <a:cubicBezTo>
                  <a:pt x="10747500" y="529627"/>
                  <a:pt x="10778750" y="553145"/>
                  <a:pt x="10806392" y="570870"/>
                </a:cubicBezTo>
                <a:lnTo>
                  <a:pt x="10806392" y="570883"/>
                </a:lnTo>
                <a:cubicBezTo>
                  <a:pt x="10807850" y="571816"/>
                  <a:pt x="10808784" y="570883"/>
                  <a:pt x="10807850" y="569425"/>
                </a:cubicBezTo>
                <a:cubicBezTo>
                  <a:pt x="10790108" y="541789"/>
                  <a:pt x="10766598" y="510547"/>
                  <a:pt x="10731408" y="475365"/>
                </a:cubicBezTo>
                <a:cubicBezTo>
                  <a:pt x="10705799" y="449750"/>
                  <a:pt x="10691985" y="439532"/>
                  <a:pt x="10684233" y="447282"/>
                </a:cubicBezTo>
                <a:close/>
                <a:moveTo>
                  <a:pt x="0" y="0"/>
                </a:moveTo>
                <a:lnTo>
                  <a:pt x="12193199" y="0"/>
                </a:lnTo>
                <a:lnTo>
                  <a:pt x="12193199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000000">
                  <a:alpha val="64000"/>
                </a:srgbClr>
              </a:gs>
              <a:gs pos="39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E5C817-9893-B442-9A3F-CFB12E34517B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1999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D831C25A-9D7C-BEC6-C6D6-9B9DBB2D49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9425" y="2079638"/>
            <a:ext cx="5363998" cy="301769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263CACDA-8AB4-D59D-557F-612A1420A8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48000" y="2079638"/>
            <a:ext cx="5378063" cy="301769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24863" cy="1461759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05655-C0EC-6846-ACDD-4D89AA943090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F6D49196-B8B2-8F28-EB73-CD03DB7D94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064" y="5283386"/>
            <a:ext cx="5363999" cy="6665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C58B89A-074B-592A-CE90-AB3B804086D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23" y="5283386"/>
            <a:ext cx="5363999" cy="6665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4903E8A-C1CD-0A84-6BC0-9FF50583E2B8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1FE08F83-D353-3384-9205-080F961F2F54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DA8B0D13-9C9C-3D7B-59B5-8F4DC46C4F4D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97D9226D-636E-AC5D-983D-D43DD7451C0D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FD4F8531-6F02-06E2-6124-1B9E13F1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0481942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DF58-CEAA-DF01-9BDE-F4159E68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1461759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CE805-A5F6-640D-ABEC-1BB6589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21E09-5732-4141-B461-B96B6364632D}" type="datetime1"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819CB-6853-8D4C-5ADE-9CBC786B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73059-96FB-1895-0484-E6075F6D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D831C25A-9D7C-BEC6-C6D6-9B9DBB2D49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9423" y="2470566"/>
            <a:ext cx="3405600" cy="2626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3" name="Bildplatzhalter 16">
            <a:extLst>
              <a:ext uri="{FF2B5EF4-FFF2-40B4-BE49-F238E27FC236}">
                <a16:creationId xmlns:a16="http://schemas.microsoft.com/office/drawing/2014/main" id="{E12015D1-E9E7-E831-6277-608D32E5147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93198" y="2470566"/>
            <a:ext cx="3405600" cy="2626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16">
            <a:extLst>
              <a:ext uri="{FF2B5EF4-FFF2-40B4-BE49-F238E27FC236}">
                <a16:creationId xmlns:a16="http://schemas.microsoft.com/office/drawing/2014/main" id="{CE79B182-5F2A-908D-67D2-2C76D89298B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06974" y="2470566"/>
            <a:ext cx="3405600" cy="2626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6F511007-6EF0-6C40-E171-E952751F14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6974" y="5260769"/>
            <a:ext cx="3405600" cy="6891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3A0728CE-397B-46A2-13EF-BF0D46DD87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99754" y="5260769"/>
            <a:ext cx="3405600" cy="6891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1B5FD57E-669D-F1FC-B30C-2B72861D42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23" y="5260769"/>
            <a:ext cx="3405600" cy="6891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A9D08B-7230-1B36-DD0A-5F20B02F460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4" y="2034711"/>
            <a:ext cx="3405599" cy="250463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B382B25-DAD6-2011-ACEC-0D6AEEDE37C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4393199" y="2034711"/>
            <a:ext cx="3418710" cy="250463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86EABECA-9B64-6176-0122-A19CBE60495E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295097" y="2034711"/>
            <a:ext cx="3418710" cy="250463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1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A0413D-F00B-1D6D-2BB8-651F30109CAB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FCC252CC-B5B1-B875-D3BB-54E5FE225CC1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18510B5D-F5FE-457D-574D-1AF88EB7F6FC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8B688A61-8263-5275-1AF2-993C9A4C15BE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B3C09B4E-78CA-AC68-4713-559A4DECB6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8831796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Bild 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C8B70C6D-B3B6-D5D4-A9F9-4BFF51AE96F9}"/>
              </a:ext>
            </a:extLst>
          </p:cNvPr>
          <p:cNvSpPr/>
          <p:nvPr userDrawn="1"/>
        </p:nvSpPr>
        <p:spPr>
          <a:xfrm>
            <a:off x="10409035" y="0"/>
            <a:ext cx="1782965" cy="1127531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A35CC364-9337-60E2-1550-4A6330B3C045}"/>
              </a:ext>
            </a:extLst>
          </p:cNvPr>
          <p:cNvSpPr/>
          <p:nvPr userDrawn="1"/>
        </p:nvSpPr>
        <p:spPr>
          <a:xfrm rot="21421220">
            <a:off x="6021668" y="-168105"/>
            <a:ext cx="6312646" cy="5968515"/>
          </a:xfrm>
          <a:custGeom>
            <a:avLst/>
            <a:gdLst>
              <a:gd name="connsiteX0" fmla="*/ 5530154 w 6312646"/>
              <a:gd name="connsiteY0" fmla="*/ 940994 h 5968515"/>
              <a:gd name="connsiteX1" fmla="*/ 5551887 w 6312646"/>
              <a:gd name="connsiteY1" fmla="*/ 966905 h 5968515"/>
              <a:gd name="connsiteX2" fmla="*/ 5527582 w 6312646"/>
              <a:gd name="connsiteY2" fmla="*/ 990419 h 5968515"/>
              <a:gd name="connsiteX3" fmla="*/ 5505848 w 6312646"/>
              <a:gd name="connsiteY3" fmla="*/ 964508 h 5968515"/>
              <a:gd name="connsiteX4" fmla="*/ 5530154 w 6312646"/>
              <a:gd name="connsiteY4" fmla="*/ 940994 h 5968515"/>
              <a:gd name="connsiteX5" fmla="*/ 5305251 w 6312646"/>
              <a:gd name="connsiteY5" fmla="*/ 929288 h 5968515"/>
              <a:gd name="connsiteX6" fmla="*/ 5326983 w 6312646"/>
              <a:gd name="connsiteY6" fmla="*/ 955198 h 5968515"/>
              <a:gd name="connsiteX7" fmla="*/ 5302678 w 6312646"/>
              <a:gd name="connsiteY7" fmla="*/ 978712 h 5968515"/>
              <a:gd name="connsiteX8" fmla="*/ 5280946 w 6312646"/>
              <a:gd name="connsiteY8" fmla="*/ 952802 h 5968515"/>
              <a:gd name="connsiteX9" fmla="*/ 5305251 w 6312646"/>
              <a:gd name="connsiteY9" fmla="*/ 929288 h 5968515"/>
              <a:gd name="connsiteX10" fmla="*/ 5620107 w 6312646"/>
              <a:gd name="connsiteY10" fmla="*/ 944754 h 5968515"/>
              <a:gd name="connsiteX11" fmla="*/ 5639449 w 6312646"/>
              <a:gd name="connsiteY11" fmla="*/ 962947 h 5968515"/>
              <a:gd name="connsiteX12" fmla="*/ 5598674 w 6312646"/>
              <a:gd name="connsiteY12" fmla="*/ 960824 h 5968515"/>
              <a:gd name="connsiteX13" fmla="*/ 5620107 w 6312646"/>
              <a:gd name="connsiteY13" fmla="*/ 944754 h 5968515"/>
              <a:gd name="connsiteX14" fmla="*/ 5708637 w 6312646"/>
              <a:gd name="connsiteY14" fmla="*/ 934021 h 5968515"/>
              <a:gd name="connsiteX15" fmla="*/ 5686191 w 6312646"/>
              <a:gd name="connsiteY15" fmla="*/ 948643 h 5968515"/>
              <a:gd name="connsiteX16" fmla="*/ 5686939 w 6312646"/>
              <a:gd name="connsiteY16" fmla="*/ 934275 h 5968515"/>
              <a:gd name="connsiteX17" fmla="*/ 5669335 w 6312646"/>
              <a:gd name="connsiteY17" fmla="*/ 933359 h 5968515"/>
              <a:gd name="connsiteX18" fmla="*/ 5665220 w 6312646"/>
              <a:gd name="connsiteY18" fmla="*/ 1012425 h 5968515"/>
              <a:gd name="connsiteX19" fmla="*/ 5665219 w 6312646"/>
              <a:gd name="connsiteY19" fmla="*/ 1012451 h 5968515"/>
              <a:gd name="connsiteX20" fmla="*/ 5682822 w 6312646"/>
              <a:gd name="connsiteY20" fmla="*/ 1013367 h 5968515"/>
              <a:gd name="connsiteX21" fmla="*/ 5685065 w 6312646"/>
              <a:gd name="connsiteY21" fmla="*/ 970277 h 5968515"/>
              <a:gd name="connsiteX22" fmla="*/ 5705529 w 6312646"/>
              <a:gd name="connsiteY22" fmla="*/ 952133 h 5968515"/>
              <a:gd name="connsiteX23" fmla="*/ 5709387 w 6312646"/>
              <a:gd name="connsiteY23" fmla="*/ 952334 h 5968515"/>
              <a:gd name="connsiteX24" fmla="*/ 5710336 w 6312646"/>
              <a:gd name="connsiteY24" fmla="*/ 934110 h 5968515"/>
              <a:gd name="connsiteX25" fmla="*/ 5527487 w 6312646"/>
              <a:gd name="connsiteY25" fmla="*/ 923836 h 5968515"/>
              <a:gd name="connsiteX26" fmla="*/ 5487632 w 6312646"/>
              <a:gd name="connsiteY26" fmla="*/ 963573 h 5968515"/>
              <a:gd name="connsiteX27" fmla="*/ 5523146 w 6312646"/>
              <a:gd name="connsiteY27" fmla="*/ 1007232 h 5968515"/>
              <a:gd name="connsiteX28" fmla="*/ 5550511 w 6312646"/>
              <a:gd name="connsiteY28" fmla="*/ 993328 h 5968515"/>
              <a:gd name="connsiteX29" fmla="*/ 5549828 w 6312646"/>
              <a:gd name="connsiteY29" fmla="*/ 1006457 h 5968515"/>
              <a:gd name="connsiteX30" fmla="*/ 5567444 w 6312646"/>
              <a:gd name="connsiteY30" fmla="*/ 1007374 h 5968515"/>
              <a:gd name="connsiteX31" fmla="*/ 5571560 w 6312646"/>
              <a:gd name="connsiteY31" fmla="*/ 928308 h 5968515"/>
              <a:gd name="connsiteX32" fmla="*/ 5553944 w 6312646"/>
              <a:gd name="connsiteY32" fmla="*/ 927391 h 5968515"/>
              <a:gd name="connsiteX33" fmla="*/ 5553261 w 6312646"/>
              <a:gd name="connsiteY33" fmla="*/ 940507 h 5968515"/>
              <a:gd name="connsiteX34" fmla="*/ 5527487 w 6312646"/>
              <a:gd name="connsiteY34" fmla="*/ 923836 h 5968515"/>
              <a:gd name="connsiteX35" fmla="*/ 5306135 w 6312646"/>
              <a:gd name="connsiteY35" fmla="*/ 912302 h 5968515"/>
              <a:gd name="connsiteX36" fmla="*/ 5262716 w 6312646"/>
              <a:gd name="connsiteY36" fmla="*/ 951853 h 5968515"/>
              <a:gd name="connsiteX37" fmla="*/ 5301794 w 6312646"/>
              <a:gd name="connsiteY37" fmla="*/ 995698 h 5968515"/>
              <a:gd name="connsiteX38" fmla="*/ 5345213 w 6312646"/>
              <a:gd name="connsiteY38" fmla="*/ 956147 h 5968515"/>
              <a:gd name="connsiteX39" fmla="*/ 5306135 w 6312646"/>
              <a:gd name="connsiteY39" fmla="*/ 912302 h 5968515"/>
              <a:gd name="connsiteX40" fmla="*/ 5620956 w 6312646"/>
              <a:gd name="connsiteY40" fmla="*/ 928676 h 5968515"/>
              <a:gd name="connsiteX41" fmla="*/ 5579710 w 6312646"/>
              <a:gd name="connsiteY41" fmla="*/ 968340 h 5968515"/>
              <a:gd name="connsiteX42" fmla="*/ 5579696 w 6312646"/>
              <a:gd name="connsiteY42" fmla="*/ 968352 h 5968515"/>
              <a:gd name="connsiteX43" fmla="*/ 5617995 w 6312646"/>
              <a:gd name="connsiteY43" fmla="*/ 1012157 h 5968515"/>
              <a:gd name="connsiteX44" fmla="*/ 5653372 w 6312646"/>
              <a:gd name="connsiteY44" fmla="*/ 996185 h 5968515"/>
              <a:gd name="connsiteX45" fmla="*/ 5641856 w 6312646"/>
              <a:gd name="connsiteY45" fmla="*/ 985367 h 5968515"/>
              <a:gd name="connsiteX46" fmla="*/ 5618844 w 6312646"/>
              <a:gd name="connsiteY46" fmla="*/ 996091 h 5968515"/>
              <a:gd name="connsiteX47" fmla="*/ 5597488 w 6312646"/>
              <a:gd name="connsiteY47" fmla="*/ 975002 h 5968515"/>
              <a:gd name="connsiteX48" fmla="*/ 5656645 w 6312646"/>
              <a:gd name="connsiteY48" fmla="*/ 978082 h 5968515"/>
              <a:gd name="connsiteX49" fmla="*/ 5657443 w 6312646"/>
              <a:gd name="connsiteY49" fmla="*/ 971618 h 5968515"/>
              <a:gd name="connsiteX50" fmla="*/ 5620956 w 6312646"/>
              <a:gd name="connsiteY50" fmla="*/ 928676 h 5968515"/>
              <a:gd name="connsiteX51" fmla="*/ 5383207 w 6312646"/>
              <a:gd name="connsiteY51" fmla="*/ 895555 h 5968515"/>
              <a:gd name="connsiteX52" fmla="*/ 5365309 w 6312646"/>
              <a:gd name="connsiteY52" fmla="*/ 900041 h 5968515"/>
              <a:gd name="connsiteX53" fmla="*/ 5364401 w 6312646"/>
              <a:gd name="connsiteY53" fmla="*/ 917486 h 5968515"/>
              <a:gd name="connsiteX54" fmla="*/ 5349111 w 6312646"/>
              <a:gd name="connsiteY54" fmla="*/ 916690 h 5968515"/>
              <a:gd name="connsiteX55" fmla="*/ 5348323 w 6312646"/>
              <a:gd name="connsiteY55" fmla="*/ 931824 h 5968515"/>
              <a:gd name="connsiteX56" fmla="*/ 5363613 w 6312646"/>
              <a:gd name="connsiteY56" fmla="*/ 932620 h 5968515"/>
              <a:gd name="connsiteX57" fmla="*/ 5361596 w 6312646"/>
              <a:gd name="connsiteY57" fmla="*/ 971381 h 5968515"/>
              <a:gd name="connsiteX58" fmla="*/ 5385682 w 6312646"/>
              <a:gd name="connsiteY58" fmla="*/ 999578 h 5968515"/>
              <a:gd name="connsiteX59" fmla="*/ 5397188 w 6312646"/>
              <a:gd name="connsiteY59" fmla="*/ 998781 h 5968515"/>
              <a:gd name="connsiteX60" fmla="*/ 5397199 w 6312646"/>
              <a:gd name="connsiteY60" fmla="*/ 998807 h 5968515"/>
              <a:gd name="connsiteX61" fmla="*/ 5397971 w 6312646"/>
              <a:gd name="connsiteY61" fmla="*/ 983980 h 5968515"/>
              <a:gd name="connsiteX62" fmla="*/ 5391304 w 6312646"/>
              <a:gd name="connsiteY62" fmla="*/ 984094 h 5968515"/>
              <a:gd name="connsiteX63" fmla="*/ 5379300 w 6312646"/>
              <a:gd name="connsiteY63" fmla="*/ 970612 h 5968515"/>
              <a:gd name="connsiteX64" fmla="*/ 5381229 w 6312646"/>
              <a:gd name="connsiteY64" fmla="*/ 933550 h 5968515"/>
              <a:gd name="connsiteX65" fmla="*/ 5400544 w 6312646"/>
              <a:gd name="connsiteY65" fmla="*/ 934555 h 5968515"/>
              <a:gd name="connsiteX66" fmla="*/ 5401332 w 6312646"/>
              <a:gd name="connsiteY66" fmla="*/ 919421 h 5968515"/>
              <a:gd name="connsiteX67" fmla="*/ 5382017 w 6312646"/>
              <a:gd name="connsiteY67" fmla="*/ 918416 h 5968515"/>
              <a:gd name="connsiteX68" fmla="*/ 5414595 w 6312646"/>
              <a:gd name="connsiteY68" fmla="*/ 891004 h 5968515"/>
              <a:gd name="connsiteX69" fmla="*/ 5408967 w 6312646"/>
              <a:gd name="connsiteY69" fmla="*/ 999112 h 5968515"/>
              <a:gd name="connsiteX70" fmla="*/ 5426558 w 6312646"/>
              <a:gd name="connsiteY70" fmla="*/ 1000028 h 5968515"/>
              <a:gd name="connsiteX71" fmla="*/ 5429001 w 6312646"/>
              <a:gd name="connsiteY71" fmla="*/ 953081 h 5968515"/>
              <a:gd name="connsiteX72" fmla="*/ 5446358 w 6312646"/>
              <a:gd name="connsiteY72" fmla="*/ 935096 h 5968515"/>
              <a:gd name="connsiteX73" fmla="*/ 5460894 w 6312646"/>
              <a:gd name="connsiteY73" fmla="*/ 953345 h 5968515"/>
              <a:gd name="connsiteX74" fmla="*/ 5458378 w 6312646"/>
              <a:gd name="connsiteY74" fmla="*/ 1001684 h 5968515"/>
              <a:gd name="connsiteX75" fmla="*/ 5475994 w 6312646"/>
              <a:gd name="connsiteY75" fmla="*/ 1002601 h 5968515"/>
              <a:gd name="connsiteX76" fmla="*/ 5478671 w 6312646"/>
              <a:gd name="connsiteY76" fmla="*/ 951172 h 5968515"/>
              <a:gd name="connsiteX77" fmla="*/ 5454431 w 6312646"/>
              <a:gd name="connsiteY77" fmla="*/ 920021 h 5968515"/>
              <a:gd name="connsiteX78" fmla="*/ 5430140 w 6312646"/>
              <a:gd name="connsiteY78" fmla="*/ 931460 h 5968515"/>
              <a:gd name="connsiteX79" fmla="*/ 5432198 w 6312646"/>
              <a:gd name="connsiteY79" fmla="*/ 891920 h 5968515"/>
              <a:gd name="connsiteX80" fmla="*/ 5207225 w 6312646"/>
              <a:gd name="connsiteY80" fmla="*/ 878353 h 5968515"/>
              <a:gd name="connsiteX81" fmla="*/ 5149926 w 6312646"/>
              <a:gd name="connsiteY81" fmla="*/ 931588 h 5968515"/>
              <a:gd name="connsiteX82" fmla="*/ 5199063 w 6312646"/>
              <a:gd name="connsiteY82" fmla="*/ 990363 h 5968515"/>
              <a:gd name="connsiteX83" fmla="*/ 5232959 w 6312646"/>
              <a:gd name="connsiteY83" fmla="*/ 976018 h 5968515"/>
              <a:gd name="connsiteX84" fmla="*/ 5232236 w 6312646"/>
              <a:gd name="connsiteY84" fmla="*/ 989913 h 5968515"/>
              <a:gd name="connsiteX85" fmla="*/ 5250158 w 6312646"/>
              <a:gd name="connsiteY85" fmla="*/ 990846 h 5968515"/>
              <a:gd name="connsiteX86" fmla="*/ 5253117 w 6312646"/>
              <a:gd name="connsiteY86" fmla="*/ 934014 h 5968515"/>
              <a:gd name="connsiteX87" fmla="*/ 5206311 w 6312646"/>
              <a:gd name="connsiteY87" fmla="*/ 931578 h 5968515"/>
              <a:gd name="connsiteX88" fmla="*/ 5205394 w 6312646"/>
              <a:gd name="connsiteY88" fmla="*/ 949189 h 5968515"/>
              <a:gd name="connsiteX89" fmla="*/ 5232731 w 6312646"/>
              <a:gd name="connsiteY89" fmla="*/ 950612 h 5968515"/>
              <a:gd name="connsiteX90" fmla="*/ 5202356 w 6312646"/>
              <a:gd name="connsiteY90" fmla="*/ 971646 h 5968515"/>
              <a:gd name="connsiteX91" fmla="*/ 5170926 w 6312646"/>
              <a:gd name="connsiteY91" fmla="*/ 932694 h 5968515"/>
              <a:gd name="connsiteX92" fmla="*/ 5206230 w 6312646"/>
              <a:gd name="connsiteY92" fmla="*/ 897216 h 5968515"/>
              <a:gd name="connsiteX93" fmla="*/ 5234709 w 6312646"/>
              <a:gd name="connsiteY93" fmla="*/ 915576 h 5968515"/>
              <a:gd name="connsiteX94" fmla="*/ 5251971 w 6312646"/>
              <a:gd name="connsiteY94" fmla="*/ 905321 h 5968515"/>
              <a:gd name="connsiteX95" fmla="*/ 5207211 w 6312646"/>
              <a:gd name="connsiteY95" fmla="*/ 878365 h 5968515"/>
              <a:gd name="connsiteX96" fmla="*/ 4931941 w 6312646"/>
              <a:gd name="connsiteY96" fmla="*/ 859068 h 5968515"/>
              <a:gd name="connsiteX97" fmla="*/ 4931949 w 6312646"/>
              <a:gd name="connsiteY97" fmla="*/ 859074 h 5968515"/>
              <a:gd name="connsiteX98" fmla="*/ 4930422 w 6312646"/>
              <a:gd name="connsiteY98" fmla="*/ 860449 h 5968515"/>
              <a:gd name="connsiteX99" fmla="*/ 5001872 w 6312646"/>
              <a:gd name="connsiteY99" fmla="*/ 958355 h 5968515"/>
              <a:gd name="connsiteX100" fmla="*/ 5047524 w 6312646"/>
              <a:gd name="connsiteY100" fmla="*/ 988840 h 5968515"/>
              <a:gd name="connsiteX101" fmla="*/ 5021923 w 6312646"/>
              <a:gd name="connsiteY101" fmla="*/ 940280 h 5968515"/>
              <a:gd name="connsiteX102" fmla="*/ 4974446 w 6312646"/>
              <a:gd name="connsiteY102" fmla="*/ 892989 h 5968515"/>
              <a:gd name="connsiteX103" fmla="*/ 4931949 w 6312646"/>
              <a:gd name="connsiteY103" fmla="*/ 859074 h 5968515"/>
              <a:gd name="connsiteX104" fmla="*/ 4931954 w 6312646"/>
              <a:gd name="connsiteY104" fmla="*/ 859069 h 5968515"/>
              <a:gd name="connsiteX105" fmla="*/ 4828570 w 6312646"/>
              <a:gd name="connsiteY105" fmla="*/ 840690 h 5968515"/>
              <a:gd name="connsiteX106" fmla="*/ 4795681 w 6312646"/>
              <a:gd name="connsiteY106" fmla="*/ 850695 h 5968515"/>
              <a:gd name="connsiteX107" fmla="*/ 4827353 w 6312646"/>
              <a:gd name="connsiteY107" fmla="*/ 864061 h 5968515"/>
              <a:gd name="connsiteX108" fmla="*/ 4890314 w 6312646"/>
              <a:gd name="connsiteY108" fmla="*/ 859552 h 5968515"/>
              <a:gd name="connsiteX109" fmla="*/ 4799381 w 6312646"/>
              <a:gd name="connsiteY109" fmla="*/ 929733 h 5968515"/>
              <a:gd name="connsiteX110" fmla="*/ 4768622 w 6312646"/>
              <a:gd name="connsiteY110" fmla="*/ 974361 h 5968515"/>
              <a:gd name="connsiteX111" fmla="*/ 4816683 w 6312646"/>
              <a:gd name="connsiteY111" fmla="*/ 948728 h 5968515"/>
              <a:gd name="connsiteX112" fmla="*/ 4896674 w 6312646"/>
              <a:gd name="connsiteY112" fmla="*/ 866542 h 5968515"/>
              <a:gd name="connsiteX113" fmla="*/ 4885637 w 6312646"/>
              <a:gd name="connsiteY113" fmla="*/ 928729 h 5968515"/>
              <a:gd name="connsiteX114" fmla="*/ 4895645 w 6312646"/>
              <a:gd name="connsiteY114" fmla="*/ 961598 h 5968515"/>
              <a:gd name="connsiteX115" fmla="*/ 4909014 w 6312646"/>
              <a:gd name="connsiteY115" fmla="*/ 929946 h 5968515"/>
              <a:gd name="connsiteX116" fmla="*/ 4902025 w 6312646"/>
              <a:gd name="connsiteY116" fmla="*/ 856269 h 5968515"/>
              <a:gd name="connsiteX117" fmla="*/ 4901672 w 6312646"/>
              <a:gd name="connsiteY117" fmla="*/ 855661 h 5968515"/>
              <a:gd name="connsiteX118" fmla="*/ 4901660 w 6312646"/>
              <a:gd name="connsiteY118" fmla="*/ 855648 h 5968515"/>
              <a:gd name="connsiteX119" fmla="*/ 4901141 w 6312646"/>
              <a:gd name="connsiteY119" fmla="*/ 855288 h 5968515"/>
              <a:gd name="connsiteX120" fmla="*/ 4828570 w 6312646"/>
              <a:gd name="connsiteY120" fmla="*/ 840690 h 5968515"/>
              <a:gd name="connsiteX121" fmla="*/ 5015852 w 6312646"/>
              <a:gd name="connsiteY121" fmla="*/ 837414 h 5968515"/>
              <a:gd name="connsiteX122" fmla="*/ 4935784 w 6312646"/>
              <a:gd name="connsiteY122" fmla="*/ 844068 h 5968515"/>
              <a:gd name="connsiteX123" fmla="*/ 4935691 w 6312646"/>
              <a:gd name="connsiteY123" fmla="*/ 845856 h 5968515"/>
              <a:gd name="connsiteX124" fmla="*/ 5014636 w 6312646"/>
              <a:gd name="connsiteY124" fmla="*/ 860773 h 5968515"/>
              <a:gd name="connsiteX125" fmla="*/ 5050335 w 6312646"/>
              <a:gd name="connsiteY125" fmla="*/ 850927 h 5968515"/>
              <a:gd name="connsiteX126" fmla="*/ 5015852 w 6312646"/>
              <a:gd name="connsiteY126" fmla="*/ 837414 h 5968515"/>
              <a:gd name="connsiteX127" fmla="*/ 5184468 w 6312646"/>
              <a:gd name="connsiteY127" fmla="*/ 785721 h 5968515"/>
              <a:gd name="connsiteX128" fmla="*/ 5215369 w 6312646"/>
              <a:gd name="connsiteY128" fmla="*/ 787330 h 5968515"/>
              <a:gd name="connsiteX129" fmla="*/ 5231466 w 6312646"/>
              <a:gd name="connsiteY129" fmla="*/ 802421 h 5968515"/>
              <a:gd name="connsiteX130" fmla="*/ 5213890 w 6312646"/>
              <a:gd name="connsiteY130" fmla="*/ 815759 h 5968515"/>
              <a:gd name="connsiteX131" fmla="*/ 5213890 w 6312646"/>
              <a:gd name="connsiteY131" fmla="*/ 815746 h 5968515"/>
              <a:gd name="connsiteX132" fmla="*/ 5182989 w 6312646"/>
              <a:gd name="connsiteY132" fmla="*/ 814137 h 5968515"/>
              <a:gd name="connsiteX133" fmla="*/ 5766204 w 6312646"/>
              <a:gd name="connsiteY133" fmla="*/ 798343 h 5968515"/>
              <a:gd name="connsiteX134" fmla="*/ 5787936 w 6312646"/>
              <a:gd name="connsiteY134" fmla="*/ 824253 h 5968515"/>
              <a:gd name="connsiteX135" fmla="*/ 5763631 w 6312646"/>
              <a:gd name="connsiteY135" fmla="*/ 847767 h 5968515"/>
              <a:gd name="connsiteX136" fmla="*/ 5741899 w 6312646"/>
              <a:gd name="connsiteY136" fmla="*/ 821857 h 5968515"/>
              <a:gd name="connsiteX137" fmla="*/ 5766204 w 6312646"/>
              <a:gd name="connsiteY137" fmla="*/ 798343 h 5968515"/>
              <a:gd name="connsiteX138" fmla="*/ 5304032 w 6312646"/>
              <a:gd name="connsiteY138" fmla="*/ 774286 h 5968515"/>
              <a:gd name="connsiteX139" fmla="*/ 5325765 w 6312646"/>
              <a:gd name="connsiteY139" fmla="*/ 800196 h 5968515"/>
              <a:gd name="connsiteX140" fmla="*/ 5301460 w 6312646"/>
              <a:gd name="connsiteY140" fmla="*/ 823710 h 5968515"/>
              <a:gd name="connsiteX141" fmla="*/ 5279727 w 6312646"/>
              <a:gd name="connsiteY141" fmla="*/ 797800 h 5968515"/>
              <a:gd name="connsiteX142" fmla="*/ 5304032 w 6312646"/>
              <a:gd name="connsiteY142" fmla="*/ 774286 h 5968515"/>
              <a:gd name="connsiteX143" fmla="*/ 5568685 w 6312646"/>
              <a:gd name="connsiteY143" fmla="*/ 787139 h 5968515"/>
              <a:gd name="connsiteX144" fmla="*/ 5588028 w 6312646"/>
              <a:gd name="connsiteY144" fmla="*/ 805332 h 5968515"/>
              <a:gd name="connsiteX145" fmla="*/ 5547253 w 6312646"/>
              <a:gd name="connsiteY145" fmla="*/ 803209 h 5968515"/>
              <a:gd name="connsiteX146" fmla="*/ 5568685 w 6312646"/>
              <a:gd name="connsiteY146" fmla="*/ 787139 h 5968515"/>
              <a:gd name="connsiteX147" fmla="*/ 5697930 w 6312646"/>
              <a:gd name="connsiteY147" fmla="*/ 779934 h 5968515"/>
              <a:gd name="connsiteX148" fmla="*/ 5693815 w 6312646"/>
              <a:gd name="connsiteY148" fmla="*/ 859001 h 5968515"/>
              <a:gd name="connsiteX149" fmla="*/ 5711430 w 6312646"/>
              <a:gd name="connsiteY149" fmla="*/ 859918 h 5968515"/>
              <a:gd name="connsiteX150" fmla="*/ 5715545 w 6312646"/>
              <a:gd name="connsiteY150" fmla="*/ 780851 h 5968515"/>
              <a:gd name="connsiteX151" fmla="*/ 5398332 w 6312646"/>
              <a:gd name="connsiteY151" fmla="*/ 762944 h 5968515"/>
              <a:gd name="connsiteX152" fmla="*/ 5375885 w 6312646"/>
              <a:gd name="connsiteY152" fmla="*/ 777578 h 5968515"/>
              <a:gd name="connsiteX153" fmla="*/ 5376633 w 6312646"/>
              <a:gd name="connsiteY153" fmla="*/ 763210 h 5968515"/>
              <a:gd name="connsiteX154" fmla="*/ 5359017 w 6312646"/>
              <a:gd name="connsiteY154" fmla="*/ 762293 h 5968515"/>
              <a:gd name="connsiteX155" fmla="*/ 5354902 w 6312646"/>
              <a:gd name="connsiteY155" fmla="*/ 841360 h 5968515"/>
              <a:gd name="connsiteX156" fmla="*/ 5372518 w 6312646"/>
              <a:gd name="connsiteY156" fmla="*/ 842277 h 5968515"/>
              <a:gd name="connsiteX157" fmla="*/ 5374761 w 6312646"/>
              <a:gd name="connsiteY157" fmla="*/ 799186 h 5968515"/>
              <a:gd name="connsiteX158" fmla="*/ 5395225 w 6312646"/>
              <a:gd name="connsiteY158" fmla="*/ 781056 h 5968515"/>
              <a:gd name="connsiteX159" fmla="*/ 5399083 w 6312646"/>
              <a:gd name="connsiteY159" fmla="*/ 781256 h 5968515"/>
              <a:gd name="connsiteX160" fmla="*/ 5400031 w 6312646"/>
              <a:gd name="connsiteY160" fmla="*/ 763032 h 5968515"/>
              <a:gd name="connsiteX161" fmla="*/ 5763536 w 6312646"/>
              <a:gd name="connsiteY161" fmla="*/ 781185 h 5968515"/>
              <a:gd name="connsiteX162" fmla="*/ 5723669 w 6312646"/>
              <a:gd name="connsiteY162" fmla="*/ 820921 h 5968515"/>
              <a:gd name="connsiteX163" fmla="*/ 5759195 w 6312646"/>
              <a:gd name="connsiteY163" fmla="*/ 864581 h 5968515"/>
              <a:gd name="connsiteX164" fmla="*/ 5786561 w 6312646"/>
              <a:gd name="connsiteY164" fmla="*/ 850677 h 5968515"/>
              <a:gd name="connsiteX165" fmla="*/ 5785877 w 6312646"/>
              <a:gd name="connsiteY165" fmla="*/ 863806 h 5968515"/>
              <a:gd name="connsiteX166" fmla="*/ 5803481 w 6312646"/>
              <a:gd name="connsiteY166" fmla="*/ 864722 h 5968515"/>
              <a:gd name="connsiteX167" fmla="*/ 5807596 w 6312646"/>
              <a:gd name="connsiteY167" fmla="*/ 785655 h 5968515"/>
              <a:gd name="connsiteX168" fmla="*/ 5789993 w 6312646"/>
              <a:gd name="connsiteY168" fmla="*/ 784739 h 5968515"/>
              <a:gd name="connsiteX169" fmla="*/ 5789310 w 6312646"/>
              <a:gd name="connsiteY169" fmla="*/ 797855 h 5968515"/>
              <a:gd name="connsiteX170" fmla="*/ 5763536 w 6312646"/>
              <a:gd name="connsiteY170" fmla="*/ 781185 h 5968515"/>
              <a:gd name="connsiteX171" fmla="*/ 5301352 w 6312646"/>
              <a:gd name="connsiteY171" fmla="*/ 757127 h 5968515"/>
              <a:gd name="connsiteX172" fmla="*/ 5261484 w 6312646"/>
              <a:gd name="connsiteY172" fmla="*/ 796863 h 5968515"/>
              <a:gd name="connsiteX173" fmla="*/ 5297011 w 6312646"/>
              <a:gd name="connsiteY173" fmla="*/ 840523 h 5968515"/>
              <a:gd name="connsiteX174" fmla="*/ 5324377 w 6312646"/>
              <a:gd name="connsiteY174" fmla="*/ 826619 h 5968515"/>
              <a:gd name="connsiteX175" fmla="*/ 5323693 w 6312646"/>
              <a:gd name="connsiteY175" fmla="*/ 839748 h 5968515"/>
              <a:gd name="connsiteX176" fmla="*/ 5341296 w 6312646"/>
              <a:gd name="connsiteY176" fmla="*/ 840664 h 5968515"/>
              <a:gd name="connsiteX177" fmla="*/ 5345412 w 6312646"/>
              <a:gd name="connsiteY177" fmla="*/ 761598 h 5968515"/>
              <a:gd name="connsiteX178" fmla="*/ 5327809 w 6312646"/>
              <a:gd name="connsiteY178" fmla="*/ 760681 h 5968515"/>
              <a:gd name="connsiteX179" fmla="*/ 5327126 w 6312646"/>
              <a:gd name="connsiteY179" fmla="*/ 773797 h 5968515"/>
              <a:gd name="connsiteX180" fmla="*/ 5301352 w 6312646"/>
              <a:gd name="connsiteY180" fmla="*/ 757127 h 5968515"/>
              <a:gd name="connsiteX181" fmla="*/ 5659274 w 6312646"/>
              <a:gd name="connsiteY181" fmla="*/ 775745 h 5968515"/>
              <a:gd name="connsiteX182" fmla="*/ 5634981 w 6312646"/>
              <a:gd name="connsiteY182" fmla="*/ 787184 h 5968515"/>
              <a:gd name="connsiteX183" fmla="*/ 5635528 w 6312646"/>
              <a:gd name="connsiteY183" fmla="*/ 776686 h 5968515"/>
              <a:gd name="connsiteX184" fmla="*/ 5617926 w 6312646"/>
              <a:gd name="connsiteY184" fmla="*/ 775770 h 5968515"/>
              <a:gd name="connsiteX185" fmla="*/ 5613810 w 6312646"/>
              <a:gd name="connsiteY185" fmla="*/ 854836 h 5968515"/>
              <a:gd name="connsiteX186" fmla="*/ 5631400 w 6312646"/>
              <a:gd name="connsiteY186" fmla="*/ 855752 h 5968515"/>
              <a:gd name="connsiteX187" fmla="*/ 5633844 w 6312646"/>
              <a:gd name="connsiteY187" fmla="*/ 808805 h 5968515"/>
              <a:gd name="connsiteX188" fmla="*/ 5651200 w 6312646"/>
              <a:gd name="connsiteY188" fmla="*/ 790820 h 5968515"/>
              <a:gd name="connsiteX189" fmla="*/ 5665736 w 6312646"/>
              <a:gd name="connsiteY189" fmla="*/ 809069 h 5968515"/>
              <a:gd name="connsiteX190" fmla="*/ 5663220 w 6312646"/>
              <a:gd name="connsiteY190" fmla="*/ 857408 h 5968515"/>
              <a:gd name="connsiteX191" fmla="*/ 5680836 w 6312646"/>
              <a:gd name="connsiteY191" fmla="*/ 858325 h 5968515"/>
              <a:gd name="connsiteX192" fmla="*/ 5683513 w 6312646"/>
              <a:gd name="connsiteY192" fmla="*/ 806895 h 5968515"/>
              <a:gd name="connsiteX193" fmla="*/ 5659274 w 6312646"/>
              <a:gd name="connsiteY193" fmla="*/ 775745 h 5968515"/>
              <a:gd name="connsiteX194" fmla="*/ 5569534 w 6312646"/>
              <a:gd name="connsiteY194" fmla="*/ 771074 h 5968515"/>
              <a:gd name="connsiteX195" fmla="*/ 5528275 w 6312646"/>
              <a:gd name="connsiteY195" fmla="*/ 810737 h 5968515"/>
              <a:gd name="connsiteX196" fmla="*/ 5566573 w 6312646"/>
              <a:gd name="connsiteY196" fmla="*/ 854542 h 5968515"/>
              <a:gd name="connsiteX197" fmla="*/ 5601951 w 6312646"/>
              <a:gd name="connsiteY197" fmla="*/ 838570 h 5968515"/>
              <a:gd name="connsiteX198" fmla="*/ 5590434 w 6312646"/>
              <a:gd name="connsiteY198" fmla="*/ 827752 h 5968515"/>
              <a:gd name="connsiteX199" fmla="*/ 5567423 w 6312646"/>
              <a:gd name="connsiteY199" fmla="*/ 838476 h 5968515"/>
              <a:gd name="connsiteX200" fmla="*/ 5546066 w 6312646"/>
              <a:gd name="connsiteY200" fmla="*/ 817387 h 5968515"/>
              <a:gd name="connsiteX201" fmla="*/ 5605223 w 6312646"/>
              <a:gd name="connsiteY201" fmla="*/ 820467 h 5968515"/>
              <a:gd name="connsiteX202" fmla="*/ 5606021 w 6312646"/>
              <a:gd name="connsiteY202" fmla="*/ 814003 h 5968515"/>
              <a:gd name="connsiteX203" fmla="*/ 5569534 w 6312646"/>
              <a:gd name="connsiteY203" fmla="*/ 771074 h 5968515"/>
              <a:gd name="connsiteX204" fmla="*/ 5449355 w 6312646"/>
              <a:gd name="connsiteY204" fmla="*/ 764818 h 5968515"/>
              <a:gd name="connsiteX205" fmla="*/ 5426302 w 6312646"/>
              <a:gd name="connsiteY205" fmla="*/ 776322 h 5968515"/>
              <a:gd name="connsiteX206" fmla="*/ 5426848 w 6312646"/>
              <a:gd name="connsiteY206" fmla="*/ 765824 h 5968515"/>
              <a:gd name="connsiteX207" fmla="*/ 5409233 w 6312646"/>
              <a:gd name="connsiteY207" fmla="*/ 764907 h 5968515"/>
              <a:gd name="connsiteX208" fmla="*/ 5405118 w 6312646"/>
              <a:gd name="connsiteY208" fmla="*/ 843973 h 5968515"/>
              <a:gd name="connsiteX209" fmla="*/ 5422720 w 6312646"/>
              <a:gd name="connsiteY209" fmla="*/ 844890 h 5968515"/>
              <a:gd name="connsiteX210" fmla="*/ 5425163 w 6312646"/>
              <a:gd name="connsiteY210" fmla="*/ 797943 h 5968515"/>
              <a:gd name="connsiteX211" fmla="*/ 5441281 w 6312646"/>
              <a:gd name="connsiteY211" fmla="*/ 779893 h 5968515"/>
              <a:gd name="connsiteX212" fmla="*/ 5454591 w 6312646"/>
              <a:gd name="connsiteY212" fmla="*/ 798079 h 5968515"/>
              <a:gd name="connsiteX213" fmla="*/ 5452075 w 6312646"/>
              <a:gd name="connsiteY213" fmla="*/ 846418 h 5968515"/>
              <a:gd name="connsiteX214" fmla="*/ 5469678 w 6312646"/>
              <a:gd name="connsiteY214" fmla="*/ 847334 h 5968515"/>
              <a:gd name="connsiteX215" fmla="*/ 5472210 w 6312646"/>
              <a:gd name="connsiteY215" fmla="*/ 798688 h 5968515"/>
              <a:gd name="connsiteX216" fmla="*/ 5488240 w 6312646"/>
              <a:gd name="connsiteY216" fmla="*/ 782337 h 5968515"/>
              <a:gd name="connsiteX217" fmla="*/ 5501550 w 6312646"/>
              <a:gd name="connsiteY217" fmla="*/ 800523 h 5968515"/>
              <a:gd name="connsiteX218" fmla="*/ 5499033 w 6312646"/>
              <a:gd name="connsiteY218" fmla="*/ 848862 h 5968515"/>
              <a:gd name="connsiteX219" fmla="*/ 5516649 w 6312646"/>
              <a:gd name="connsiteY219" fmla="*/ 849779 h 5968515"/>
              <a:gd name="connsiteX220" fmla="*/ 5519326 w 6312646"/>
              <a:gd name="connsiteY220" fmla="*/ 798349 h 5968515"/>
              <a:gd name="connsiteX221" fmla="*/ 5494766 w 6312646"/>
              <a:gd name="connsiteY221" fmla="*/ 767182 h 5968515"/>
              <a:gd name="connsiteX222" fmla="*/ 5470274 w 6312646"/>
              <a:gd name="connsiteY222" fmla="*/ 779533 h 5968515"/>
              <a:gd name="connsiteX223" fmla="*/ 5449355 w 6312646"/>
              <a:gd name="connsiteY223" fmla="*/ 764818 h 5968515"/>
              <a:gd name="connsiteX224" fmla="*/ 5186719 w 6312646"/>
              <a:gd name="connsiteY224" fmla="*/ 742478 h 5968515"/>
              <a:gd name="connsiteX225" fmla="*/ 5216688 w 6312646"/>
              <a:gd name="connsiteY225" fmla="*/ 744038 h 5968515"/>
              <a:gd name="connsiteX226" fmla="*/ 5231174 w 6312646"/>
              <a:gd name="connsiteY226" fmla="*/ 757329 h 5968515"/>
              <a:gd name="connsiteX227" fmla="*/ 5215385 w 6312646"/>
              <a:gd name="connsiteY227" fmla="*/ 769057 h 5968515"/>
              <a:gd name="connsiteX228" fmla="*/ 5185417 w 6312646"/>
              <a:gd name="connsiteY228" fmla="*/ 767497 h 5968515"/>
              <a:gd name="connsiteX229" fmla="*/ 4922777 w 6312646"/>
              <a:gd name="connsiteY229" fmla="*/ 719661 h 5968515"/>
              <a:gd name="connsiteX230" fmla="*/ 4909450 w 6312646"/>
              <a:gd name="connsiteY230" fmla="*/ 750777 h 5968515"/>
              <a:gd name="connsiteX231" fmla="*/ 4916503 w 6312646"/>
              <a:gd name="connsiteY231" fmla="*/ 823215 h 5968515"/>
              <a:gd name="connsiteX232" fmla="*/ 4918279 w 6312646"/>
              <a:gd name="connsiteY232" fmla="*/ 823307 h 5968515"/>
              <a:gd name="connsiteX233" fmla="*/ 4932814 w 6312646"/>
              <a:gd name="connsiteY233" fmla="*/ 751993 h 5968515"/>
              <a:gd name="connsiteX234" fmla="*/ 4922777 w 6312646"/>
              <a:gd name="connsiteY234" fmla="*/ 719661 h 5968515"/>
              <a:gd name="connsiteX235" fmla="*/ 5167586 w 6312646"/>
              <a:gd name="connsiteY235" fmla="*/ 723221 h 5968515"/>
              <a:gd name="connsiteX236" fmla="*/ 5161960 w 6312646"/>
              <a:gd name="connsiteY236" fmla="*/ 831317 h 5968515"/>
              <a:gd name="connsiteX237" fmla="*/ 5215254 w 6312646"/>
              <a:gd name="connsiteY237" fmla="*/ 834091 h 5968515"/>
              <a:gd name="connsiteX238" fmla="*/ 5252362 w 6312646"/>
              <a:gd name="connsiteY238" fmla="*/ 805519 h 5968515"/>
              <a:gd name="connsiteX239" fmla="*/ 5234863 w 6312646"/>
              <a:gd name="connsiteY239" fmla="*/ 778753 h 5968515"/>
              <a:gd name="connsiteX240" fmla="*/ 5252323 w 6312646"/>
              <a:gd name="connsiteY240" fmla="*/ 755817 h 5968515"/>
              <a:gd name="connsiteX241" fmla="*/ 5220421 w 6312646"/>
              <a:gd name="connsiteY241" fmla="*/ 725971 h 5968515"/>
              <a:gd name="connsiteX242" fmla="*/ 5708396 w 6312646"/>
              <a:gd name="connsiteY242" fmla="*/ 748413 h 5968515"/>
              <a:gd name="connsiteX243" fmla="*/ 5696852 w 6312646"/>
              <a:gd name="connsiteY243" fmla="*/ 758812 h 5968515"/>
              <a:gd name="connsiteX244" fmla="*/ 5707254 w 6312646"/>
              <a:gd name="connsiteY244" fmla="*/ 770354 h 5968515"/>
              <a:gd name="connsiteX245" fmla="*/ 5718798 w 6312646"/>
              <a:gd name="connsiteY245" fmla="*/ 759955 h 5968515"/>
              <a:gd name="connsiteX246" fmla="*/ 5708396 w 6312646"/>
              <a:gd name="connsiteY246" fmla="*/ 748413 h 5968515"/>
              <a:gd name="connsiteX247" fmla="*/ 5062091 w 6312646"/>
              <a:gd name="connsiteY247" fmla="*/ 711443 h 5968515"/>
              <a:gd name="connsiteX248" fmla="*/ 5013521 w 6312646"/>
              <a:gd name="connsiteY248" fmla="*/ 737023 h 5968515"/>
              <a:gd name="connsiteX249" fmla="*/ 4932293 w 6312646"/>
              <a:gd name="connsiteY249" fmla="*/ 826982 h 5968515"/>
              <a:gd name="connsiteX250" fmla="*/ 4933673 w 6312646"/>
              <a:gd name="connsiteY250" fmla="*/ 828514 h 5968515"/>
              <a:gd name="connsiteX251" fmla="*/ 5031600 w 6312646"/>
              <a:gd name="connsiteY251" fmla="*/ 757083 h 5968515"/>
              <a:gd name="connsiteX252" fmla="*/ 5062091 w 6312646"/>
              <a:gd name="connsiteY252" fmla="*/ 711443 h 5968515"/>
              <a:gd name="connsiteX253" fmla="*/ 4783667 w 6312646"/>
              <a:gd name="connsiteY253" fmla="*/ 696886 h 5968515"/>
              <a:gd name="connsiteX254" fmla="*/ 4809255 w 6312646"/>
              <a:gd name="connsiteY254" fmla="*/ 745446 h 5968515"/>
              <a:gd name="connsiteX255" fmla="*/ 4899237 w 6312646"/>
              <a:gd name="connsiteY255" fmla="*/ 826657 h 5968515"/>
              <a:gd name="connsiteX256" fmla="*/ 4899236 w 6312646"/>
              <a:gd name="connsiteY256" fmla="*/ 826670 h 5968515"/>
              <a:gd name="connsiteX257" fmla="*/ 4900768 w 6312646"/>
              <a:gd name="connsiteY257" fmla="*/ 825290 h 5968515"/>
              <a:gd name="connsiteX258" fmla="*/ 4829319 w 6312646"/>
              <a:gd name="connsiteY258" fmla="*/ 727384 h 5968515"/>
              <a:gd name="connsiteX259" fmla="*/ 4783667 w 6312646"/>
              <a:gd name="connsiteY259" fmla="*/ 696886 h 5968515"/>
              <a:gd name="connsiteX260" fmla="*/ 6312646 w 6312646"/>
              <a:gd name="connsiteY260" fmla="*/ 328585 h 5968515"/>
              <a:gd name="connsiteX261" fmla="*/ 6019077 w 6312646"/>
              <a:gd name="connsiteY261" fmla="*/ 5968515 h 5968515"/>
              <a:gd name="connsiteX262" fmla="*/ 273146 w 6312646"/>
              <a:gd name="connsiteY262" fmla="*/ 5968515 h 5968515"/>
              <a:gd name="connsiteX263" fmla="*/ 0 w 6312646"/>
              <a:gd name="connsiteY263" fmla="*/ 5695369 h 5968515"/>
              <a:gd name="connsiteX264" fmla="*/ 0 w 6312646"/>
              <a:gd name="connsiteY264" fmla="*/ 0 h 5968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6312646" h="5968515">
                <a:moveTo>
                  <a:pt x="5530154" y="940994"/>
                </a:moveTo>
                <a:cubicBezTo>
                  <a:pt x="5543439" y="941686"/>
                  <a:pt x="5552627" y="952690"/>
                  <a:pt x="5551887" y="966905"/>
                </a:cubicBezTo>
                <a:cubicBezTo>
                  <a:pt x="5551147" y="981119"/>
                  <a:pt x="5540867" y="991110"/>
                  <a:pt x="5527582" y="990419"/>
                </a:cubicBezTo>
                <a:cubicBezTo>
                  <a:pt x="5514297" y="989727"/>
                  <a:pt x="5505108" y="978723"/>
                  <a:pt x="5505848" y="964508"/>
                </a:cubicBezTo>
                <a:cubicBezTo>
                  <a:pt x="5506588" y="950294"/>
                  <a:pt x="5516869" y="940303"/>
                  <a:pt x="5530154" y="940994"/>
                </a:cubicBezTo>
                <a:close/>
                <a:moveTo>
                  <a:pt x="5305251" y="929288"/>
                </a:moveTo>
                <a:cubicBezTo>
                  <a:pt x="5318536" y="929979"/>
                  <a:pt x="5327723" y="940984"/>
                  <a:pt x="5326983" y="955198"/>
                </a:cubicBezTo>
                <a:cubicBezTo>
                  <a:pt x="5326243" y="969412"/>
                  <a:pt x="5315963" y="979404"/>
                  <a:pt x="5302678" y="978712"/>
                </a:cubicBezTo>
                <a:cubicBezTo>
                  <a:pt x="5289393" y="978021"/>
                  <a:pt x="5280206" y="967016"/>
                  <a:pt x="5280946" y="952802"/>
                </a:cubicBezTo>
                <a:cubicBezTo>
                  <a:pt x="5281686" y="938587"/>
                  <a:pt x="5291966" y="928596"/>
                  <a:pt x="5305251" y="929288"/>
                </a:cubicBezTo>
                <a:close/>
                <a:moveTo>
                  <a:pt x="5620107" y="944754"/>
                </a:moveTo>
                <a:cubicBezTo>
                  <a:pt x="5629994" y="945269"/>
                  <a:pt x="5637723" y="951562"/>
                  <a:pt x="5639449" y="962947"/>
                </a:cubicBezTo>
                <a:lnTo>
                  <a:pt x="5598674" y="960824"/>
                </a:lnTo>
                <a:cubicBezTo>
                  <a:pt x="5601694" y="950301"/>
                  <a:pt x="5609607" y="944208"/>
                  <a:pt x="5620107" y="944754"/>
                </a:cubicBezTo>
                <a:close/>
                <a:moveTo>
                  <a:pt x="5708637" y="934021"/>
                </a:moveTo>
                <a:cubicBezTo>
                  <a:pt x="5697051" y="933418"/>
                  <a:pt x="5689150" y="939512"/>
                  <a:pt x="5686191" y="948643"/>
                </a:cubicBezTo>
                <a:lnTo>
                  <a:pt x="5686939" y="934275"/>
                </a:lnTo>
                <a:lnTo>
                  <a:pt x="5669335" y="933359"/>
                </a:lnTo>
                <a:lnTo>
                  <a:pt x="5665220" y="1012425"/>
                </a:lnTo>
                <a:lnTo>
                  <a:pt x="5665219" y="1012451"/>
                </a:lnTo>
                <a:lnTo>
                  <a:pt x="5682822" y="1013367"/>
                </a:lnTo>
                <a:lnTo>
                  <a:pt x="5685065" y="970277"/>
                </a:lnTo>
                <a:cubicBezTo>
                  <a:pt x="5685748" y="957148"/>
                  <a:pt x="5691618" y="951409"/>
                  <a:pt x="5705529" y="952133"/>
                </a:cubicBezTo>
                <a:lnTo>
                  <a:pt x="5709387" y="952334"/>
                </a:lnTo>
                <a:lnTo>
                  <a:pt x="5710336" y="934110"/>
                </a:lnTo>
                <a:close/>
                <a:moveTo>
                  <a:pt x="5527487" y="923836"/>
                </a:moveTo>
                <a:cubicBezTo>
                  <a:pt x="5506792" y="922759"/>
                  <a:pt x="5488895" y="939320"/>
                  <a:pt x="5487632" y="963573"/>
                </a:cubicBezTo>
                <a:cubicBezTo>
                  <a:pt x="5486370" y="987825"/>
                  <a:pt x="5502451" y="1006155"/>
                  <a:pt x="5523146" y="1007232"/>
                </a:cubicBezTo>
                <a:cubicBezTo>
                  <a:pt x="5535345" y="1007867"/>
                  <a:pt x="5544739" y="1003093"/>
                  <a:pt x="5550511" y="993328"/>
                </a:cubicBezTo>
                <a:lnTo>
                  <a:pt x="5549828" y="1006457"/>
                </a:lnTo>
                <a:lnTo>
                  <a:pt x="5567444" y="1007374"/>
                </a:lnTo>
                <a:lnTo>
                  <a:pt x="5571560" y="928308"/>
                </a:lnTo>
                <a:lnTo>
                  <a:pt x="5553944" y="927391"/>
                </a:lnTo>
                <a:lnTo>
                  <a:pt x="5553261" y="940507"/>
                </a:lnTo>
                <a:cubicBezTo>
                  <a:pt x="5548534" y="930195"/>
                  <a:pt x="5539686" y="924471"/>
                  <a:pt x="5527487" y="923836"/>
                </a:cubicBezTo>
                <a:close/>
                <a:moveTo>
                  <a:pt x="5306135" y="912302"/>
                </a:moveTo>
                <a:cubicBezTo>
                  <a:pt x="5282656" y="911080"/>
                  <a:pt x="5263979" y="927600"/>
                  <a:pt x="5262716" y="951853"/>
                </a:cubicBezTo>
                <a:cubicBezTo>
                  <a:pt x="5261454" y="976105"/>
                  <a:pt x="5278315" y="994476"/>
                  <a:pt x="5301794" y="995698"/>
                </a:cubicBezTo>
                <a:cubicBezTo>
                  <a:pt x="5325273" y="996920"/>
                  <a:pt x="5343950" y="980399"/>
                  <a:pt x="5345213" y="956147"/>
                </a:cubicBezTo>
                <a:cubicBezTo>
                  <a:pt x="5346475" y="931894"/>
                  <a:pt x="5329614" y="913524"/>
                  <a:pt x="5306135" y="912302"/>
                </a:cubicBezTo>
                <a:close/>
                <a:moveTo>
                  <a:pt x="5620956" y="928676"/>
                </a:moveTo>
                <a:cubicBezTo>
                  <a:pt x="5597785" y="927470"/>
                  <a:pt x="5580964" y="944254"/>
                  <a:pt x="5579710" y="968340"/>
                </a:cubicBezTo>
                <a:lnTo>
                  <a:pt x="5579696" y="968352"/>
                </a:lnTo>
                <a:cubicBezTo>
                  <a:pt x="5578442" y="992439"/>
                  <a:pt x="5594669" y="1010943"/>
                  <a:pt x="5617995" y="1012157"/>
                </a:cubicBezTo>
                <a:cubicBezTo>
                  <a:pt x="5632365" y="1012905"/>
                  <a:pt x="5646327" y="1006511"/>
                  <a:pt x="5653372" y="996185"/>
                </a:cubicBezTo>
                <a:lnTo>
                  <a:pt x="5641856" y="985367"/>
                </a:lnTo>
                <a:cubicBezTo>
                  <a:pt x="5636986" y="992553"/>
                  <a:pt x="5628411" y="996589"/>
                  <a:pt x="5618844" y="996091"/>
                </a:cubicBezTo>
                <a:cubicBezTo>
                  <a:pt x="5607258" y="995488"/>
                  <a:pt x="5599020" y="987158"/>
                  <a:pt x="5597488" y="975002"/>
                </a:cubicBezTo>
                <a:lnTo>
                  <a:pt x="5656645" y="978082"/>
                </a:lnTo>
                <a:cubicBezTo>
                  <a:pt x="5657056" y="976093"/>
                  <a:pt x="5657330" y="973776"/>
                  <a:pt x="5657443" y="971618"/>
                </a:cubicBezTo>
                <a:cubicBezTo>
                  <a:pt x="5658624" y="948911"/>
                  <a:pt x="5644129" y="929882"/>
                  <a:pt x="5620956" y="928676"/>
                </a:cubicBezTo>
                <a:close/>
                <a:moveTo>
                  <a:pt x="5383207" y="895555"/>
                </a:moveTo>
                <a:lnTo>
                  <a:pt x="5365309" y="900041"/>
                </a:lnTo>
                <a:lnTo>
                  <a:pt x="5364401" y="917486"/>
                </a:lnTo>
                <a:lnTo>
                  <a:pt x="5349111" y="916690"/>
                </a:lnTo>
                <a:lnTo>
                  <a:pt x="5348323" y="931824"/>
                </a:lnTo>
                <a:lnTo>
                  <a:pt x="5363613" y="932620"/>
                </a:lnTo>
                <a:lnTo>
                  <a:pt x="5361596" y="971381"/>
                </a:lnTo>
                <a:cubicBezTo>
                  <a:pt x="5360704" y="988520"/>
                  <a:pt x="5369624" y="998742"/>
                  <a:pt x="5385682" y="999578"/>
                </a:cubicBezTo>
                <a:cubicBezTo>
                  <a:pt x="5390166" y="999811"/>
                  <a:pt x="5394201" y="999560"/>
                  <a:pt x="5397188" y="998781"/>
                </a:cubicBezTo>
                <a:lnTo>
                  <a:pt x="5397199" y="998807"/>
                </a:lnTo>
                <a:lnTo>
                  <a:pt x="5397971" y="983980"/>
                </a:lnTo>
                <a:cubicBezTo>
                  <a:pt x="5395949" y="984182"/>
                  <a:pt x="5393157" y="984190"/>
                  <a:pt x="5391304" y="984094"/>
                </a:cubicBezTo>
                <a:cubicBezTo>
                  <a:pt x="5382656" y="983644"/>
                  <a:pt x="5378866" y="978951"/>
                  <a:pt x="5379300" y="970612"/>
                </a:cubicBezTo>
                <a:lnTo>
                  <a:pt x="5381229" y="933550"/>
                </a:lnTo>
                <a:lnTo>
                  <a:pt x="5400544" y="934555"/>
                </a:lnTo>
                <a:lnTo>
                  <a:pt x="5401332" y="919421"/>
                </a:lnTo>
                <a:lnTo>
                  <a:pt x="5382017" y="918416"/>
                </a:lnTo>
                <a:close/>
                <a:moveTo>
                  <a:pt x="5414595" y="891004"/>
                </a:moveTo>
                <a:lnTo>
                  <a:pt x="5408967" y="999112"/>
                </a:lnTo>
                <a:lnTo>
                  <a:pt x="5426558" y="1000028"/>
                </a:lnTo>
                <a:lnTo>
                  <a:pt x="5429001" y="953081"/>
                </a:lnTo>
                <a:cubicBezTo>
                  <a:pt x="5429636" y="940884"/>
                  <a:pt x="5436471" y="934581"/>
                  <a:pt x="5446358" y="935096"/>
                </a:cubicBezTo>
                <a:cubicBezTo>
                  <a:pt x="5456245" y="935610"/>
                  <a:pt x="5461456" y="942541"/>
                  <a:pt x="5460894" y="953345"/>
                </a:cubicBezTo>
                <a:lnTo>
                  <a:pt x="5458378" y="1001684"/>
                </a:lnTo>
                <a:lnTo>
                  <a:pt x="5475994" y="1002601"/>
                </a:lnTo>
                <a:lnTo>
                  <a:pt x="5478671" y="951172"/>
                </a:lnTo>
                <a:cubicBezTo>
                  <a:pt x="5479732" y="930789"/>
                  <a:pt x="5469249" y="920792"/>
                  <a:pt x="5454431" y="920021"/>
                </a:cubicBezTo>
                <a:cubicBezTo>
                  <a:pt x="5442232" y="919386"/>
                  <a:pt x="5433883" y="924996"/>
                  <a:pt x="5430140" y="931460"/>
                </a:cubicBezTo>
                <a:lnTo>
                  <a:pt x="5432198" y="891920"/>
                </a:lnTo>
                <a:close/>
                <a:moveTo>
                  <a:pt x="5207225" y="878353"/>
                </a:moveTo>
                <a:cubicBezTo>
                  <a:pt x="5176170" y="876737"/>
                  <a:pt x="5151623" y="898996"/>
                  <a:pt x="5149926" y="931588"/>
                </a:cubicBezTo>
                <a:cubicBezTo>
                  <a:pt x="5148230" y="964180"/>
                  <a:pt x="5170333" y="988868"/>
                  <a:pt x="5199063" y="990363"/>
                </a:cubicBezTo>
                <a:cubicBezTo>
                  <a:pt x="5212348" y="991055"/>
                  <a:pt x="5225176" y="985525"/>
                  <a:pt x="5232959" y="976018"/>
                </a:cubicBezTo>
                <a:lnTo>
                  <a:pt x="5232236" y="989913"/>
                </a:lnTo>
                <a:lnTo>
                  <a:pt x="5250158" y="990846"/>
                </a:lnTo>
                <a:lnTo>
                  <a:pt x="5253117" y="934014"/>
                </a:lnTo>
                <a:lnTo>
                  <a:pt x="5206311" y="931578"/>
                </a:lnTo>
                <a:lnTo>
                  <a:pt x="5205394" y="949189"/>
                </a:lnTo>
                <a:lnTo>
                  <a:pt x="5232731" y="950612"/>
                </a:lnTo>
                <a:cubicBezTo>
                  <a:pt x="5229408" y="963757"/>
                  <a:pt x="5217187" y="972418"/>
                  <a:pt x="5202356" y="971646"/>
                </a:cubicBezTo>
                <a:cubicBezTo>
                  <a:pt x="5182887" y="970633"/>
                  <a:pt x="5169809" y="954162"/>
                  <a:pt x="5170926" y="932694"/>
                </a:cubicBezTo>
                <a:cubicBezTo>
                  <a:pt x="5172044" y="911226"/>
                  <a:pt x="5186761" y="896202"/>
                  <a:pt x="5206230" y="897216"/>
                </a:cubicBezTo>
                <a:cubicBezTo>
                  <a:pt x="5220128" y="897939"/>
                  <a:pt x="5229807" y="905409"/>
                  <a:pt x="5234709" y="915576"/>
                </a:cubicBezTo>
                <a:lnTo>
                  <a:pt x="5251971" y="905321"/>
                </a:lnTo>
                <a:cubicBezTo>
                  <a:pt x="5244586" y="889454"/>
                  <a:pt x="5227764" y="879435"/>
                  <a:pt x="5207211" y="878365"/>
                </a:cubicBezTo>
                <a:close/>
                <a:moveTo>
                  <a:pt x="4931941" y="859068"/>
                </a:moveTo>
                <a:lnTo>
                  <a:pt x="4931949" y="859074"/>
                </a:lnTo>
                <a:lnTo>
                  <a:pt x="4930422" y="860449"/>
                </a:lnTo>
                <a:cubicBezTo>
                  <a:pt x="4946704" y="888970"/>
                  <a:pt x="4968559" y="921392"/>
                  <a:pt x="5001872" y="958355"/>
                </a:cubicBezTo>
                <a:cubicBezTo>
                  <a:pt x="5026127" y="985268"/>
                  <a:pt x="5039380" y="996189"/>
                  <a:pt x="5047524" y="988840"/>
                </a:cubicBezTo>
                <a:cubicBezTo>
                  <a:pt x="5055668" y="981504"/>
                  <a:pt x="5046179" y="967192"/>
                  <a:pt x="5021923" y="940280"/>
                </a:cubicBezTo>
                <a:cubicBezTo>
                  <a:pt x="5005267" y="921798"/>
                  <a:pt x="4989443" y="906280"/>
                  <a:pt x="4974446" y="892989"/>
                </a:cubicBezTo>
                <a:lnTo>
                  <a:pt x="4931949" y="859074"/>
                </a:lnTo>
                <a:lnTo>
                  <a:pt x="4931954" y="859069"/>
                </a:lnTo>
                <a:close/>
                <a:moveTo>
                  <a:pt x="4828570" y="840690"/>
                </a:moveTo>
                <a:cubicBezTo>
                  <a:pt x="4806599" y="839546"/>
                  <a:pt x="4796175" y="841206"/>
                  <a:pt x="4795681" y="850695"/>
                </a:cubicBezTo>
                <a:cubicBezTo>
                  <a:pt x="4795187" y="860184"/>
                  <a:pt x="4805369" y="862917"/>
                  <a:pt x="4827353" y="864061"/>
                </a:cubicBezTo>
                <a:cubicBezTo>
                  <a:pt x="4852264" y="865357"/>
                  <a:pt x="4872781" y="863186"/>
                  <a:pt x="4890314" y="859552"/>
                </a:cubicBezTo>
                <a:cubicBezTo>
                  <a:pt x="4863568" y="875794"/>
                  <a:pt x="4833578" y="899255"/>
                  <a:pt x="4799381" y="929733"/>
                </a:cubicBezTo>
                <a:cubicBezTo>
                  <a:pt x="4772543" y="953653"/>
                  <a:pt x="4761595" y="966645"/>
                  <a:pt x="4768622" y="974361"/>
                </a:cubicBezTo>
                <a:cubicBezTo>
                  <a:pt x="4775650" y="982077"/>
                  <a:pt x="4789846" y="972649"/>
                  <a:pt x="4816683" y="948728"/>
                </a:cubicBezTo>
                <a:cubicBezTo>
                  <a:pt x="4850882" y="918238"/>
                  <a:pt x="4877575" y="891173"/>
                  <a:pt x="4896674" y="866542"/>
                </a:cubicBezTo>
                <a:cubicBezTo>
                  <a:pt x="4891239" y="883598"/>
                  <a:pt x="4886935" y="903787"/>
                  <a:pt x="4885637" y="928729"/>
                </a:cubicBezTo>
                <a:cubicBezTo>
                  <a:pt x="4884493" y="950696"/>
                  <a:pt x="4886154" y="961104"/>
                  <a:pt x="4895645" y="961598"/>
                </a:cubicBezTo>
                <a:cubicBezTo>
                  <a:pt x="4905137" y="962092"/>
                  <a:pt x="4907870" y="951913"/>
                  <a:pt x="4909014" y="929946"/>
                </a:cubicBezTo>
                <a:cubicBezTo>
                  <a:pt x="4910585" y="899767"/>
                  <a:pt x="4907081" y="876035"/>
                  <a:pt x="4902025" y="856269"/>
                </a:cubicBezTo>
                <a:cubicBezTo>
                  <a:pt x="4901962" y="855997"/>
                  <a:pt x="4901831" y="855798"/>
                  <a:pt x="4901672" y="855661"/>
                </a:cubicBezTo>
                <a:lnTo>
                  <a:pt x="4901660" y="855648"/>
                </a:lnTo>
                <a:cubicBezTo>
                  <a:pt x="4901540" y="855501"/>
                  <a:pt x="4901367" y="855376"/>
                  <a:pt x="4901141" y="855288"/>
                </a:cubicBezTo>
                <a:cubicBezTo>
                  <a:pt x="4881989" y="848221"/>
                  <a:pt x="4858756" y="842261"/>
                  <a:pt x="4828570" y="840690"/>
                </a:cubicBezTo>
                <a:close/>
                <a:moveTo>
                  <a:pt x="5015852" y="837414"/>
                </a:moveTo>
                <a:cubicBezTo>
                  <a:pt x="4983036" y="835706"/>
                  <a:pt x="4957253" y="839115"/>
                  <a:pt x="4935784" y="844068"/>
                </a:cubicBezTo>
                <a:cubicBezTo>
                  <a:pt x="4934656" y="844329"/>
                  <a:pt x="4934596" y="845478"/>
                  <a:pt x="4935691" y="845856"/>
                </a:cubicBezTo>
                <a:cubicBezTo>
                  <a:pt x="4956529" y="853010"/>
                  <a:pt x="4981833" y="859065"/>
                  <a:pt x="5014636" y="860773"/>
                </a:cubicBezTo>
                <a:cubicBezTo>
                  <a:pt x="5038524" y="862016"/>
                  <a:pt x="5049842" y="860403"/>
                  <a:pt x="5050335" y="850927"/>
                </a:cubicBezTo>
                <a:cubicBezTo>
                  <a:pt x="5050829" y="841450"/>
                  <a:pt x="5039740" y="838658"/>
                  <a:pt x="5015852" y="837414"/>
                </a:cubicBezTo>
                <a:close/>
                <a:moveTo>
                  <a:pt x="5184468" y="785721"/>
                </a:moveTo>
                <a:lnTo>
                  <a:pt x="5215369" y="787330"/>
                </a:lnTo>
                <a:cubicBezTo>
                  <a:pt x="5226023" y="787884"/>
                  <a:pt x="5231932" y="793455"/>
                  <a:pt x="5231466" y="802421"/>
                </a:cubicBezTo>
                <a:cubicBezTo>
                  <a:pt x="5230999" y="811386"/>
                  <a:pt x="5224543" y="816313"/>
                  <a:pt x="5213890" y="815759"/>
                </a:cubicBezTo>
                <a:lnTo>
                  <a:pt x="5213890" y="815746"/>
                </a:lnTo>
                <a:lnTo>
                  <a:pt x="5182989" y="814137"/>
                </a:lnTo>
                <a:close/>
                <a:moveTo>
                  <a:pt x="5766204" y="798343"/>
                </a:moveTo>
                <a:cubicBezTo>
                  <a:pt x="5779489" y="799034"/>
                  <a:pt x="5788676" y="810039"/>
                  <a:pt x="5787936" y="824253"/>
                </a:cubicBezTo>
                <a:cubicBezTo>
                  <a:pt x="5787196" y="838467"/>
                  <a:pt x="5776916" y="848459"/>
                  <a:pt x="5763631" y="847767"/>
                </a:cubicBezTo>
                <a:cubicBezTo>
                  <a:pt x="5750346" y="847076"/>
                  <a:pt x="5741159" y="836071"/>
                  <a:pt x="5741899" y="821857"/>
                </a:cubicBezTo>
                <a:cubicBezTo>
                  <a:pt x="5742638" y="807642"/>
                  <a:pt x="5752919" y="797651"/>
                  <a:pt x="5766204" y="798343"/>
                </a:cubicBezTo>
                <a:close/>
                <a:moveTo>
                  <a:pt x="5304032" y="774286"/>
                </a:moveTo>
                <a:cubicBezTo>
                  <a:pt x="5317317" y="774977"/>
                  <a:pt x="5326505" y="785982"/>
                  <a:pt x="5325765" y="800196"/>
                </a:cubicBezTo>
                <a:cubicBezTo>
                  <a:pt x="5325025" y="814410"/>
                  <a:pt x="5314745" y="824402"/>
                  <a:pt x="5301460" y="823710"/>
                </a:cubicBezTo>
                <a:cubicBezTo>
                  <a:pt x="5288175" y="823019"/>
                  <a:pt x="5278987" y="812014"/>
                  <a:pt x="5279727" y="797800"/>
                </a:cubicBezTo>
                <a:cubicBezTo>
                  <a:pt x="5280467" y="783585"/>
                  <a:pt x="5290747" y="773594"/>
                  <a:pt x="5304032" y="774286"/>
                </a:cubicBezTo>
                <a:close/>
                <a:moveTo>
                  <a:pt x="5568685" y="787139"/>
                </a:moveTo>
                <a:cubicBezTo>
                  <a:pt x="5578573" y="787654"/>
                  <a:pt x="5586302" y="793947"/>
                  <a:pt x="5588028" y="805332"/>
                </a:cubicBezTo>
                <a:lnTo>
                  <a:pt x="5547253" y="803209"/>
                </a:lnTo>
                <a:cubicBezTo>
                  <a:pt x="5550272" y="792686"/>
                  <a:pt x="5558185" y="786593"/>
                  <a:pt x="5568685" y="787139"/>
                </a:cubicBezTo>
                <a:close/>
                <a:moveTo>
                  <a:pt x="5697930" y="779934"/>
                </a:moveTo>
                <a:lnTo>
                  <a:pt x="5693815" y="859001"/>
                </a:lnTo>
                <a:lnTo>
                  <a:pt x="5711430" y="859918"/>
                </a:lnTo>
                <a:lnTo>
                  <a:pt x="5715545" y="780851"/>
                </a:lnTo>
                <a:close/>
                <a:moveTo>
                  <a:pt x="5398332" y="762944"/>
                </a:moveTo>
                <a:cubicBezTo>
                  <a:pt x="5386746" y="762341"/>
                  <a:pt x="5378846" y="768435"/>
                  <a:pt x="5375885" y="777578"/>
                </a:cubicBezTo>
                <a:lnTo>
                  <a:pt x="5376633" y="763210"/>
                </a:lnTo>
                <a:lnTo>
                  <a:pt x="5359017" y="762293"/>
                </a:lnTo>
                <a:lnTo>
                  <a:pt x="5354902" y="841360"/>
                </a:lnTo>
                <a:lnTo>
                  <a:pt x="5372518" y="842277"/>
                </a:lnTo>
                <a:lnTo>
                  <a:pt x="5374761" y="799186"/>
                </a:lnTo>
                <a:cubicBezTo>
                  <a:pt x="5375444" y="786058"/>
                  <a:pt x="5381314" y="780332"/>
                  <a:pt x="5395225" y="781056"/>
                </a:cubicBezTo>
                <a:lnTo>
                  <a:pt x="5399083" y="781256"/>
                </a:lnTo>
                <a:lnTo>
                  <a:pt x="5400031" y="763032"/>
                </a:lnTo>
                <a:close/>
                <a:moveTo>
                  <a:pt x="5763536" y="781185"/>
                </a:moveTo>
                <a:cubicBezTo>
                  <a:pt x="5742842" y="780108"/>
                  <a:pt x="5724931" y="796668"/>
                  <a:pt x="5723669" y="820921"/>
                </a:cubicBezTo>
                <a:cubicBezTo>
                  <a:pt x="5722406" y="845173"/>
                  <a:pt x="5738488" y="863503"/>
                  <a:pt x="5759195" y="864581"/>
                </a:cubicBezTo>
                <a:cubicBezTo>
                  <a:pt x="5771395" y="865216"/>
                  <a:pt x="5780788" y="860442"/>
                  <a:pt x="5786561" y="850677"/>
                </a:cubicBezTo>
                <a:lnTo>
                  <a:pt x="5785877" y="863806"/>
                </a:lnTo>
                <a:lnTo>
                  <a:pt x="5803481" y="864722"/>
                </a:lnTo>
                <a:lnTo>
                  <a:pt x="5807596" y="785655"/>
                </a:lnTo>
                <a:lnTo>
                  <a:pt x="5789993" y="784739"/>
                </a:lnTo>
                <a:lnTo>
                  <a:pt x="5789310" y="797855"/>
                </a:lnTo>
                <a:cubicBezTo>
                  <a:pt x="5784583" y="787543"/>
                  <a:pt x="5775735" y="781820"/>
                  <a:pt x="5763536" y="781185"/>
                </a:cubicBezTo>
                <a:close/>
                <a:moveTo>
                  <a:pt x="5301352" y="757127"/>
                </a:moveTo>
                <a:cubicBezTo>
                  <a:pt x="5280658" y="756050"/>
                  <a:pt x="5262747" y="772611"/>
                  <a:pt x="5261484" y="796863"/>
                </a:cubicBezTo>
                <a:cubicBezTo>
                  <a:pt x="5260222" y="821116"/>
                  <a:pt x="5276304" y="839445"/>
                  <a:pt x="5297011" y="840523"/>
                </a:cubicBezTo>
                <a:cubicBezTo>
                  <a:pt x="5309210" y="841158"/>
                  <a:pt x="5318604" y="836384"/>
                  <a:pt x="5324377" y="826619"/>
                </a:cubicBezTo>
                <a:lnTo>
                  <a:pt x="5323693" y="839748"/>
                </a:lnTo>
                <a:lnTo>
                  <a:pt x="5341296" y="840664"/>
                </a:lnTo>
                <a:lnTo>
                  <a:pt x="5345412" y="761598"/>
                </a:lnTo>
                <a:lnTo>
                  <a:pt x="5327809" y="760681"/>
                </a:lnTo>
                <a:lnTo>
                  <a:pt x="5327126" y="773797"/>
                </a:lnTo>
                <a:cubicBezTo>
                  <a:pt x="5322399" y="763486"/>
                  <a:pt x="5313551" y="757762"/>
                  <a:pt x="5301352" y="757127"/>
                </a:cubicBezTo>
                <a:close/>
                <a:moveTo>
                  <a:pt x="5659274" y="775745"/>
                </a:moveTo>
                <a:cubicBezTo>
                  <a:pt x="5647074" y="775110"/>
                  <a:pt x="5638725" y="780720"/>
                  <a:pt x="5634981" y="787184"/>
                </a:cubicBezTo>
                <a:lnTo>
                  <a:pt x="5635528" y="776686"/>
                </a:lnTo>
                <a:lnTo>
                  <a:pt x="5617926" y="775770"/>
                </a:lnTo>
                <a:lnTo>
                  <a:pt x="5613810" y="854836"/>
                </a:lnTo>
                <a:lnTo>
                  <a:pt x="5631400" y="855752"/>
                </a:lnTo>
                <a:lnTo>
                  <a:pt x="5633844" y="808805"/>
                </a:lnTo>
                <a:cubicBezTo>
                  <a:pt x="5634479" y="796608"/>
                  <a:pt x="5641314" y="790305"/>
                  <a:pt x="5651200" y="790820"/>
                </a:cubicBezTo>
                <a:cubicBezTo>
                  <a:pt x="5661088" y="791334"/>
                  <a:pt x="5666299" y="798265"/>
                  <a:pt x="5665736" y="809069"/>
                </a:cubicBezTo>
                <a:lnTo>
                  <a:pt x="5663220" y="857408"/>
                </a:lnTo>
                <a:lnTo>
                  <a:pt x="5680836" y="858325"/>
                </a:lnTo>
                <a:lnTo>
                  <a:pt x="5683513" y="806895"/>
                </a:lnTo>
                <a:cubicBezTo>
                  <a:pt x="5684574" y="786513"/>
                  <a:pt x="5674092" y="776516"/>
                  <a:pt x="5659274" y="775745"/>
                </a:cubicBezTo>
                <a:close/>
                <a:moveTo>
                  <a:pt x="5569534" y="771074"/>
                </a:moveTo>
                <a:cubicBezTo>
                  <a:pt x="5546362" y="769868"/>
                  <a:pt x="5529529" y="786638"/>
                  <a:pt x="5528275" y="810737"/>
                </a:cubicBezTo>
                <a:cubicBezTo>
                  <a:pt x="5527021" y="834824"/>
                  <a:pt x="5543247" y="853328"/>
                  <a:pt x="5566573" y="854542"/>
                </a:cubicBezTo>
                <a:cubicBezTo>
                  <a:pt x="5580944" y="855290"/>
                  <a:pt x="5594905" y="848896"/>
                  <a:pt x="5601951" y="838570"/>
                </a:cubicBezTo>
                <a:lnTo>
                  <a:pt x="5590434" y="827752"/>
                </a:lnTo>
                <a:cubicBezTo>
                  <a:pt x="5585565" y="834926"/>
                  <a:pt x="5576990" y="838974"/>
                  <a:pt x="5567423" y="838476"/>
                </a:cubicBezTo>
                <a:cubicBezTo>
                  <a:pt x="5555836" y="837873"/>
                  <a:pt x="5547598" y="829543"/>
                  <a:pt x="5546066" y="817387"/>
                </a:cubicBezTo>
                <a:lnTo>
                  <a:pt x="5605223" y="820467"/>
                </a:lnTo>
                <a:cubicBezTo>
                  <a:pt x="5605635" y="818478"/>
                  <a:pt x="5605909" y="816161"/>
                  <a:pt x="5606021" y="814003"/>
                </a:cubicBezTo>
                <a:cubicBezTo>
                  <a:pt x="5607203" y="791296"/>
                  <a:pt x="5592707" y="772280"/>
                  <a:pt x="5569534" y="771074"/>
                </a:cubicBezTo>
                <a:close/>
                <a:moveTo>
                  <a:pt x="5449355" y="764818"/>
                </a:moveTo>
                <a:cubicBezTo>
                  <a:pt x="5437921" y="764223"/>
                  <a:pt x="5430046" y="769857"/>
                  <a:pt x="5426302" y="776322"/>
                </a:cubicBezTo>
                <a:lnTo>
                  <a:pt x="5426848" y="765824"/>
                </a:lnTo>
                <a:lnTo>
                  <a:pt x="5409233" y="764907"/>
                </a:lnTo>
                <a:lnTo>
                  <a:pt x="5405118" y="843973"/>
                </a:lnTo>
                <a:lnTo>
                  <a:pt x="5422720" y="844890"/>
                </a:lnTo>
                <a:lnTo>
                  <a:pt x="5425163" y="797943"/>
                </a:lnTo>
                <a:cubicBezTo>
                  <a:pt x="5425798" y="785746"/>
                  <a:pt x="5432174" y="779419"/>
                  <a:pt x="5441281" y="779893"/>
                </a:cubicBezTo>
                <a:cubicBezTo>
                  <a:pt x="5450390" y="780367"/>
                  <a:pt x="5455154" y="787274"/>
                  <a:pt x="5454591" y="798079"/>
                </a:cubicBezTo>
                <a:lnTo>
                  <a:pt x="5452075" y="846418"/>
                </a:lnTo>
                <a:lnTo>
                  <a:pt x="5469678" y="847334"/>
                </a:lnTo>
                <a:lnTo>
                  <a:pt x="5472210" y="798688"/>
                </a:lnTo>
                <a:cubicBezTo>
                  <a:pt x="5472757" y="788190"/>
                  <a:pt x="5479132" y="781863"/>
                  <a:pt x="5488240" y="782337"/>
                </a:cubicBezTo>
                <a:cubicBezTo>
                  <a:pt x="5497348" y="782811"/>
                  <a:pt x="5502112" y="789718"/>
                  <a:pt x="5501550" y="800523"/>
                </a:cubicBezTo>
                <a:lnTo>
                  <a:pt x="5499033" y="848862"/>
                </a:lnTo>
                <a:lnTo>
                  <a:pt x="5516649" y="849779"/>
                </a:lnTo>
                <a:lnTo>
                  <a:pt x="5519326" y="798349"/>
                </a:lnTo>
                <a:cubicBezTo>
                  <a:pt x="5520387" y="777966"/>
                  <a:pt x="5510377" y="767995"/>
                  <a:pt x="5494766" y="767182"/>
                </a:cubicBezTo>
                <a:cubicBezTo>
                  <a:pt x="5484267" y="766636"/>
                  <a:pt x="5475836" y="770845"/>
                  <a:pt x="5470274" y="779533"/>
                </a:cubicBezTo>
                <a:cubicBezTo>
                  <a:pt x="5466593" y="770044"/>
                  <a:pt x="5458935" y="765317"/>
                  <a:pt x="5449355" y="764818"/>
                </a:cubicBezTo>
                <a:close/>
                <a:moveTo>
                  <a:pt x="5186719" y="742478"/>
                </a:moveTo>
                <a:lnTo>
                  <a:pt x="5216688" y="744038"/>
                </a:lnTo>
                <a:cubicBezTo>
                  <a:pt x="5226269" y="744537"/>
                  <a:pt x="5231584" y="749462"/>
                  <a:pt x="5231174" y="757329"/>
                </a:cubicBezTo>
                <a:cubicBezTo>
                  <a:pt x="5230765" y="765196"/>
                  <a:pt x="5224966" y="769555"/>
                  <a:pt x="5215385" y="769057"/>
                </a:cubicBezTo>
                <a:lnTo>
                  <a:pt x="5185417" y="767497"/>
                </a:lnTo>
                <a:close/>
                <a:moveTo>
                  <a:pt x="4922777" y="719661"/>
                </a:moveTo>
                <a:cubicBezTo>
                  <a:pt x="4913298" y="719167"/>
                  <a:pt x="4910574" y="729180"/>
                  <a:pt x="4909450" y="750777"/>
                </a:cubicBezTo>
                <a:cubicBezTo>
                  <a:pt x="4907906" y="780444"/>
                  <a:pt x="4911430" y="803780"/>
                  <a:pt x="4916503" y="823215"/>
                </a:cubicBezTo>
                <a:cubicBezTo>
                  <a:pt x="4916770" y="824241"/>
                  <a:pt x="4917907" y="824300"/>
                  <a:pt x="4918279" y="823307"/>
                </a:cubicBezTo>
                <a:cubicBezTo>
                  <a:pt x="4925329" y="804491"/>
                  <a:pt x="4931270" y="781660"/>
                  <a:pt x="4932814" y="751993"/>
                </a:cubicBezTo>
                <a:cubicBezTo>
                  <a:pt x="4933938" y="730397"/>
                  <a:pt x="4932269" y="720155"/>
                  <a:pt x="4922777" y="719661"/>
                </a:cubicBezTo>
                <a:close/>
                <a:moveTo>
                  <a:pt x="5167586" y="723221"/>
                </a:moveTo>
                <a:lnTo>
                  <a:pt x="5161960" y="831317"/>
                </a:lnTo>
                <a:lnTo>
                  <a:pt x="5215254" y="834091"/>
                </a:lnTo>
                <a:cubicBezTo>
                  <a:pt x="5237647" y="835256"/>
                  <a:pt x="5251366" y="824663"/>
                  <a:pt x="5252362" y="805519"/>
                </a:cubicBezTo>
                <a:cubicBezTo>
                  <a:pt x="5253045" y="792390"/>
                  <a:pt x="5246248" y="783213"/>
                  <a:pt x="5234863" y="778753"/>
                </a:cubicBezTo>
                <a:cubicBezTo>
                  <a:pt x="5245104" y="775419"/>
                  <a:pt x="5251753" y="766775"/>
                  <a:pt x="5252323" y="755817"/>
                </a:cubicBezTo>
                <a:cubicBezTo>
                  <a:pt x="5253240" y="738206"/>
                  <a:pt x="5241434" y="727065"/>
                  <a:pt x="5220421" y="725971"/>
                </a:cubicBezTo>
                <a:close/>
                <a:moveTo>
                  <a:pt x="5708396" y="748413"/>
                </a:moveTo>
                <a:cubicBezTo>
                  <a:pt x="5702367" y="748099"/>
                  <a:pt x="5697166" y="752784"/>
                  <a:pt x="5696852" y="758812"/>
                </a:cubicBezTo>
                <a:cubicBezTo>
                  <a:pt x="5696538" y="764840"/>
                  <a:pt x="5701225" y="770040"/>
                  <a:pt x="5707254" y="770354"/>
                </a:cubicBezTo>
                <a:cubicBezTo>
                  <a:pt x="5713284" y="770668"/>
                  <a:pt x="5718484" y="765983"/>
                  <a:pt x="5718798" y="759955"/>
                </a:cubicBezTo>
                <a:cubicBezTo>
                  <a:pt x="5719112" y="753927"/>
                  <a:pt x="5714426" y="748727"/>
                  <a:pt x="5708396" y="748413"/>
                </a:cubicBezTo>
                <a:close/>
                <a:moveTo>
                  <a:pt x="5062091" y="711443"/>
                </a:moveTo>
                <a:cubicBezTo>
                  <a:pt x="5054753" y="703300"/>
                  <a:pt x="5040439" y="712787"/>
                  <a:pt x="5013521" y="737023"/>
                </a:cubicBezTo>
                <a:cubicBezTo>
                  <a:pt x="4976550" y="770328"/>
                  <a:pt x="4951434" y="800305"/>
                  <a:pt x="4932293" y="826982"/>
                </a:cubicBezTo>
                <a:cubicBezTo>
                  <a:pt x="4931284" y="828390"/>
                  <a:pt x="4932168" y="829370"/>
                  <a:pt x="4933673" y="828514"/>
                </a:cubicBezTo>
                <a:cubicBezTo>
                  <a:pt x="4962200" y="812237"/>
                  <a:pt x="4994629" y="790388"/>
                  <a:pt x="5031600" y="757083"/>
                </a:cubicBezTo>
                <a:cubicBezTo>
                  <a:pt x="5058518" y="732835"/>
                  <a:pt x="5069443" y="719586"/>
                  <a:pt x="5062091" y="711443"/>
                </a:cubicBezTo>
                <a:close/>
                <a:moveTo>
                  <a:pt x="4783667" y="696886"/>
                </a:moveTo>
                <a:cubicBezTo>
                  <a:pt x="4775523" y="704223"/>
                  <a:pt x="4785013" y="718534"/>
                  <a:pt x="4809255" y="745446"/>
                </a:cubicBezTo>
                <a:cubicBezTo>
                  <a:pt x="4842568" y="782409"/>
                  <a:pt x="4872553" y="807520"/>
                  <a:pt x="4899237" y="826657"/>
                </a:cubicBezTo>
                <a:lnTo>
                  <a:pt x="4899236" y="826670"/>
                </a:lnTo>
                <a:cubicBezTo>
                  <a:pt x="4900644" y="827678"/>
                  <a:pt x="4901625" y="826794"/>
                  <a:pt x="4900768" y="825290"/>
                </a:cubicBezTo>
                <a:cubicBezTo>
                  <a:pt x="4884486" y="796769"/>
                  <a:pt x="4862632" y="764347"/>
                  <a:pt x="4829319" y="727384"/>
                </a:cubicBezTo>
                <a:cubicBezTo>
                  <a:pt x="4805076" y="700472"/>
                  <a:pt x="4791812" y="689550"/>
                  <a:pt x="4783667" y="696886"/>
                </a:cubicBezTo>
                <a:close/>
                <a:moveTo>
                  <a:pt x="6312646" y="328585"/>
                </a:moveTo>
                <a:lnTo>
                  <a:pt x="6019077" y="5968515"/>
                </a:lnTo>
                <a:lnTo>
                  <a:pt x="273146" y="5968515"/>
                </a:lnTo>
                <a:cubicBezTo>
                  <a:pt x="122291" y="5968515"/>
                  <a:pt x="0" y="5846224"/>
                  <a:pt x="0" y="569536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635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>
              <a:solidFill>
                <a:schemeClr val="accent2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01948D-EE55-A777-DF7E-0C28A848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E66CE5-6E4E-254F-BACD-C75F7D6843BB}" type="datetime1"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FD7DB9-9267-EDBC-EB1C-5F7A525B2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D207B8-0A3D-ECE3-7B59-A6218679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3652864-A7F6-3A7E-5C2E-CAE4529350E2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F15C8C-0F79-3FB9-1CF1-70496DFF955A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50CF61FC-C4AD-976D-15C7-C4B2B6EFEDE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25" y="2668888"/>
            <a:ext cx="4763135" cy="2847675"/>
          </a:xfrm>
        </p:spPr>
        <p:txBody>
          <a:bodyPr anchor="ctr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marL="171450" indent="-171450" algn="l">
              <a:buFont typeface="BarmeniaGothaer Offc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504000" indent="-252000" algn="l"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2"/>
              </a:buBlip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CFC5E4D-93BC-B92A-7F05-4279ADB6EB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44536" y="1"/>
            <a:ext cx="7047465" cy="5940347"/>
          </a:xfrm>
          <a:custGeom>
            <a:avLst/>
            <a:gdLst>
              <a:gd name="connsiteX0" fmla="*/ 6297865 w 7047465"/>
              <a:gd name="connsiteY0" fmla="*/ 652255 h 5940347"/>
              <a:gd name="connsiteX1" fmla="*/ 6320915 w 7047465"/>
              <a:gd name="connsiteY1" fmla="*/ 677001 h 5940347"/>
              <a:gd name="connsiteX2" fmla="*/ 6297865 w 7047465"/>
              <a:gd name="connsiteY2" fmla="*/ 701747 h 5940347"/>
              <a:gd name="connsiteX3" fmla="*/ 6274814 w 7047465"/>
              <a:gd name="connsiteY3" fmla="*/ 677001 h 5940347"/>
              <a:gd name="connsiteX4" fmla="*/ 6297865 w 7047465"/>
              <a:gd name="connsiteY4" fmla="*/ 652255 h 5940347"/>
              <a:gd name="connsiteX5" fmla="*/ 6072657 w 7047465"/>
              <a:gd name="connsiteY5" fmla="*/ 652255 h 5940347"/>
              <a:gd name="connsiteX6" fmla="*/ 6095707 w 7047465"/>
              <a:gd name="connsiteY6" fmla="*/ 677001 h 5940347"/>
              <a:gd name="connsiteX7" fmla="*/ 6072657 w 7047465"/>
              <a:gd name="connsiteY7" fmla="*/ 701747 h 5940347"/>
              <a:gd name="connsiteX8" fmla="*/ 6049607 w 7047465"/>
              <a:gd name="connsiteY8" fmla="*/ 677001 h 5940347"/>
              <a:gd name="connsiteX9" fmla="*/ 6072657 w 7047465"/>
              <a:gd name="connsiteY9" fmla="*/ 652255 h 5940347"/>
              <a:gd name="connsiteX10" fmla="*/ 6387892 w 7047465"/>
              <a:gd name="connsiteY10" fmla="*/ 651334 h 5940347"/>
              <a:gd name="connsiteX11" fmla="*/ 6408153 w 7047465"/>
              <a:gd name="connsiteY11" fmla="*/ 668497 h 5940347"/>
              <a:gd name="connsiteX12" fmla="*/ 6367323 w 7047465"/>
              <a:gd name="connsiteY12" fmla="*/ 668497 h 5940347"/>
              <a:gd name="connsiteX13" fmla="*/ 6387892 w 7047465"/>
              <a:gd name="connsiteY13" fmla="*/ 651334 h 5940347"/>
              <a:gd name="connsiteX14" fmla="*/ 6475744 w 7047465"/>
              <a:gd name="connsiteY14" fmla="*/ 636014 h 5940347"/>
              <a:gd name="connsiteX15" fmla="*/ 6454088 w 7047465"/>
              <a:gd name="connsiteY15" fmla="*/ 651782 h 5940347"/>
              <a:gd name="connsiteX16" fmla="*/ 6454088 w 7047465"/>
              <a:gd name="connsiteY16" fmla="*/ 637395 h 5940347"/>
              <a:gd name="connsiteX17" fmla="*/ 6436461 w 7047465"/>
              <a:gd name="connsiteY17" fmla="*/ 637395 h 5940347"/>
              <a:gd name="connsiteX18" fmla="*/ 6436461 w 7047465"/>
              <a:gd name="connsiteY18" fmla="*/ 716569 h 5940347"/>
              <a:gd name="connsiteX19" fmla="*/ 6436461 w 7047465"/>
              <a:gd name="connsiteY19" fmla="*/ 716594 h 5940347"/>
              <a:gd name="connsiteX20" fmla="*/ 6454088 w 7047465"/>
              <a:gd name="connsiteY20" fmla="*/ 716594 h 5940347"/>
              <a:gd name="connsiteX21" fmla="*/ 6454088 w 7047465"/>
              <a:gd name="connsiteY21" fmla="*/ 673446 h 5940347"/>
              <a:gd name="connsiteX22" fmla="*/ 6473582 w 7047465"/>
              <a:gd name="connsiteY22" fmla="*/ 654263 h 5940347"/>
              <a:gd name="connsiteX23" fmla="*/ 6477445 w 7047465"/>
              <a:gd name="connsiteY23" fmla="*/ 654263 h 5940347"/>
              <a:gd name="connsiteX24" fmla="*/ 6477445 w 7047465"/>
              <a:gd name="connsiteY24" fmla="*/ 636014 h 5940347"/>
              <a:gd name="connsiteX25" fmla="*/ 6294309 w 7047465"/>
              <a:gd name="connsiteY25" fmla="*/ 635259 h 5940347"/>
              <a:gd name="connsiteX26" fmla="*/ 6256574 w 7047465"/>
              <a:gd name="connsiteY26" fmla="*/ 677014 h 5940347"/>
              <a:gd name="connsiteX27" fmla="*/ 6294309 w 7047465"/>
              <a:gd name="connsiteY27" fmla="*/ 718768 h 5940347"/>
              <a:gd name="connsiteX28" fmla="*/ 6320915 w 7047465"/>
              <a:gd name="connsiteY28" fmla="*/ 703460 h 5940347"/>
              <a:gd name="connsiteX29" fmla="*/ 6320915 w 7047465"/>
              <a:gd name="connsiteY29" fmla="*/ 716607 h 5940347"/>
              <a:gd name="connsiteX30" fmla="*/ 6338555 w 7047465"/>
              <a:gd name="connsiteY30" fmla="*/ 716607 h 5940347"/>
              <a:gd name="connsiteX31" fmla="*/ 6338555 w 7047465"/>
              <a:gd name="connsiteY31" fmla="*/ 637433 h 5940347"/>
              <a:gd name="connsiteX32" fmla="*/ 6320915 w 7047465"/>
              <a:gd name="connsiteY32" fmla="*/ 637433 h 5940347"/>
              <a:gd name="connsiteX33" fmla="*/ 6320915 w 7047465"/>
              <a:gd name="connsiteY33" fmla="*/ 650567 h 5940347"/>
              <a:gd name="connsiteX34" fmla="*/ 6294309 w 7047465"/>
              <a:gd name="connsiteY34" fmla="*/ 635259 h 5940347"/>
              <a:gd name="connsiteX35" fmla="*/ 6072657 w 7047465"/>
              <a:gd name="connsiteY35" fmla="*/ 635247 h 5940347"/>
              <a:gd name="connsiteX36" fmla="*/ 6031353 w 7047465"/>
              <a:gd name="connsiteY36" fmla="*/ 677001 h 5940347"/>
              <a:gd name="connsiteX37" fmla="*/ 6072657 w 7047465"/>
              <a:gd name="connsiteY37" fmla="*/ 718755 h 5940347"/>
              <a:gd name="connsiteX38" fmla="*/ 6113961 w 7047465"/>
              <a:gd name="connsiteY38" fmla="*/ 677001 h 5940347"/>
              <a:gd name="connsiteX39" fmla="*/ 6072657 w 7047465"/>
              <a:gd name="connsiteY39" fmla="*/ 635247 h 5940347"/>
              <a:gd name="connsiteX40" fmla="*/ 6387904 w 7047465"/>
              <a:gd name="connsiteY40" fmla="*/ 635234 h 5940347"/>
              <a:gd name="connsiteX41" fmla="*/ 6348775 w 7047465"/>
              <a:gd name="connsiteY41" fmla="*/ 676988 h 5940347"/>
              <a:gd name="connsiteX42" fmla="*/ 6348762 w 7047465"/>
              <a:gd name="connsiteY42" fmla="*/ 677001 h 5940347"/>
              <a:gd name="connsiteX43" fmla="*/ 6389286 w 7047465"/>
              <a:gd name="connsiteY43" fmla="*/ 718755 h 5940347"/>
              <a:gd name="connsiteX44" fmla="*/ 6423785 w 7047465"/>
              <a:gd name="connsiteY44" fmla="*/ 700967 h 5940347"/>
              <a:gd name="connsiteX45" fmla="*/ 6411722 w 7047465"/>
              <a:gd name="connsiteY45" fmla="*/ 690761 h 5940347"/>
              <a:gd name="connsiteX46" fmla="*/ 6389299 w 7047465"/>
              <a:gd name="connsiteY46" fmla="*/ 702667 h 5940347"/>
              <a:gd name="connsiteX47" fmla="*/ 6366875 w 7047465"/>
              <a:gd name="connsiteY47" fmla="*/ 682717 h 5940347"/>
              <a:gd name="connsiteX48" fmla="*/ 6426113 w 7047465"/>
              <a:gd name="connsiteY48" fmla="*/ 682717 h 5940347"/>
              <a:gd name="connsiteX49" fmla="*/ 6426573 w 7047465"/>
              <a:gd name="connsiteY49" fmla="*/ 676221 h 5940347"/>
              <a:gd name="connsiteX50" fmla="*/ 6387904 w 7047465"/>
              <a:gd name="connsiteY50" fmla="*/ 635234 h 5940347"/>
              <a:gd name="connsiteX51" fmla="*/ 6148754 w 7047465"/>
              <a:gd name="connsiteY51" fmla="*/ 614516 h 5940347"/>
              <a:gd name="connsiteX52" fmla="*/ 6131114 w 7047465"/>
              <a:gd name="connsiteY52" fmla="*/ 619926 h 5940347"/>
              <a:gd name="connsiteX53" fmla="*/ 6131114 w 7047465"/>
              <a:gd name="connsiteY53" fmla="*/ 637395 h 5940347"/>
              <a:gd name="connsiteX54" fmla="*/ 6115803 w 7047465"/>
              <a:gd name="connsiteY54" fmla="*/ 637395 h 5940347"/>
              <a:gd name="connsiteX55" fmla="*/ 6115803 w 7047465"/>
              <a:gd name="connsiteY55" fmla="*/ 652549 h 5940347"/>
              <a:gd name="connsiteX56" fmla="*/ 6131114 w 7047465"/>
              <a:gd name="connsiteY56" fmla="*/ 652549 h 5940347"/>
              <a:gd name="connsiteX57" fmla="*/ 6131114 w 7047465"/>
              <a:gd name="connsiteY57" fmla="*/ 691362 h 5940347"/>
              <a:gd name="connsiteX58" fmla="*/ 6156633 w 7047465"/>
              <a:gd name="connsiteY58" fmla="*/ 718269 h 5940347"/>
              <a:gd name="connsiteX59" fmla="*/ 6168082 w 7047465"/>
              <a:gd name="connsiteY59" fmla="*/ 716875 h 5940347"/>
              <a:gd name="connsiteX60" fmla="*/ 6168095 w 7047465"/>
              <a:gd name="connsiteY60" fmla="*/ 716901 h 5940347"/>
              <a:gd name="connsiteX61" fmla="*/ 6168095 w 7047465"/>
              <a:gd name="connsiteY61" fmla="*/ 702054 h 5940347"/>
              <a:gd name="connsiteX62" fmla="*/ 6161443 w 7047465"/>
              <a:gd name="connsiteY62" fmla="*/ 702514 h 5940347"/>
              <a:gd name="connsiteX63" fmla="*/ 6148754 w 7047465"/>
              <a:gd name="connsiteY63" fmla="*/ 689674 h 5940347"/>
              <a:gd name="connsiteX64" fmla="*/ 6148754 w 7047465"/>
              <a:gd name="connsiteY64" fmla="*/ 652562 h 5940347"/>
              <a:gd name="connsiteX65" fmla="*/ 6168095 w 7047465"/>
              <a:gd name="connsiteY65" fmla="*/ 652562 h 5940347"/>
              <a:gd name="connsiteX66" fmla="*/ 6168095 w 7047465"/>
              <a:gd name="connsiteY66" fmla="*/ 637408 h 5940347"/>
              <a:gd name="connsiteX67" fmla="*/ 6148754 w 7047465"/>
              <a:gd name="connsiteY67" fmla="*/ 637408 h 5940347"/>
              <a:gd name="connsiteX68" fmla="*/ 6179863 w 7047465"/>
              <a:gd name="connsiteY68" fmla="*/ 608340 h 5940347"/>
              <a:gd name="connsiteX69" fmla="*/ 6179863 w 7047465"/>
              <a:gd name="connsiteY69" fmla="*/ 716594 h 5940347"/>
              <a:gd name="connsiteX70" fmla="*/ 6197477 w 7047465"/>
              <a:gd name="connsiteY70" fmla="*/ 716594 h 5940347"/>
              <a:gd name="connsiteX71" fmla="*/ 6197477 w 7047465"/>
              <a:gd name="connsiteY71" fmla="*/ 669584 h 5940347"/>
              <a:gd name="connsiteX72" fmla="*/ 6213875 w 7047465"/>
              <a:gd name="connsiteY72" fmla="*/ 650721 h 5940347"/>
              <a:gd name="connsiteX73" fmla="*/ 6229340 w 7047465"/>
              <a:gd name="connsiteY73" fmla="*/ 668190 h 5940347"/>
              <a:gd name="connsiteX74" fmla="*/ 6229340 w 7047465"/>
              <a:gd name="connsiteY74" fmla="*/ 716594 h 5940347"/>
              <a:gd name="connsiteX75" fmla="*/ 6246980 w 7047465"/>
              <a:gd name="connsiteY75" fmla="*/ 716594 h 5940347"/>
              <a:gd name="connsiteX76" fmla="*/ 6246980 w 7047465"/>
              <a:gd name="connsiteY76" fmla="*/ 665095 h 5940347"/>
              <a:gd name="connsiteX77" fmla="*/ 6221154 w 7047465"/>
              <a:gd name="connsiteY77" fmla="*/ 635247 h 5940347"/>
              <a:gd name="connsiteX78" fmla="*/ 6197490 w 7047465"/>
              <a:gd name="connsiteY78" fmla="*/ 647933 h 5940347"/>
              <a:gd name="connsiteX79" fmla="*/ 6197490 w 7047465"/>
              <a:gd name="connsiteY79" fmla="*/ 608340 h 5940347"/>
              <a:gd name="connsiteX80" fmla="*/ 5972116 w 7047465"/>
              <a:gd name="connsiteY80" fmla="*/ 606485 h 5940347"/>
              <a:gd name="connsiteX81" fmla="*/ 5917662 w 7047465"/>
              <a:gd name="connsiteY81" fmla="*/ 662627 h 5940347"/>
              <a:gd name="connsiteX82" fmla="*/ 5969788 w 7047465"/>
              <a:gd name="connsiteY82" fmla="*/ 718768 h 5940347"/>
              <a:gd name="connsiteX83" fmla="*/ 6002892 w 7047465"/>
              <a:gd name="connsiteY83" fmla="*/ 702680 h 5940347"/>
              <a:gd name="connsiteX84" fmla="*/ 6002892 w 7047465"/>
              <a:gd name="connsiteY84" fmla="*/ 716594 h 5940347"/>
              <a:gd name="connsiteX85" fmla="*/ 6020839 w 7047465"/>
              <a:gd name="connsiteY85" fmla="*/ 716594 h 5940347"/>
              <a:gd name="connsiteX86" fmla="*/ 6020839 w 7047465"/>
              <a:gd name="connsiteY86" fmla="*/ 659685 h 5940347"/>
              <a:gd name="connsiteX87" fmla="*/ 5973970 w 7047465"/>
              <a:gd name="connsiteY87" fmla="*/ 659685 h 5940347"/>
              <a:gd name="connsiteX88" fmla="*/ 5973970 w 7047465"/>
              <a:gd name="connsiteY88" fmla="*/ 677321 h 5940347"/>
              <a:gd name="connsiteX89" fmla="*/ 6001344 w 7047465"/>
              <a:gd name="connsiteY89" fmla="*/ 677321 h 5940347"/>
              <a:gd name="connsiteX90" fmla="*/ 5972103 w 7047465"/>
              <a:gd name="connsiteY90" fmla="*/ 699905 h 5940347"/>
              <a:gd name="connsiteX91" fmla="*/ 5938691 w 7047465"/>
              <a:gd name="connsiteY91" fmla="*/ 662639 h 5940347"/>
              <a:gd name="connsiteX92" fmla="*/ 5972103 w 7047465"/>
              <a:gd name="connsiteY92" fmla="*/ 625374 h 5940347"/>
              <a:gd name="connsiteX93" fmla="*/ 6001498 w 7047465"/>
              <a:gd name="connsiteY93" fmla="*/ 642229 h 5940347"/>
              <a:gd name="connsiteX94" fmla="*/ 6018203 w 7047465"/>
              <a:gd name="connsiteY94" fmla="*/ 631090 h 5940347"/>
              <a:gd name="connsiteX95" fmla="*/ 5972103 w 7047465"/>
              <a:gd name="connsiteY95" fmla="*/ 606498 h 5940347"/>
              <a:gd name="connsiteX96" fmla="*/ 5696202 w 7047465"/>
              <a:gd name="connsiteY96" fmla="*/ 601536 h 5940347"/>
              <a:gd name="connsiteX97" fmla="*/ 5696210 w 7047465"/>
              <a:gd name="connsiteY97" fmla="*/ 601541 h 5940347"/>
              <a:gd name="connsiteX98" fmla="*/ 5694757 w 7047465"/>
              <a:gd name="connsiteY98" fmla="*/ 602994 h 5940347"/>
              <a:gd name="connsiteX99" fmla="*/ 5771199 w 7047465"/>
              <a:gd name="connsiteY99" fmla="*/ 697053 h 5940347"/>
              <a:gd name="connsiteX100" fmla="*/ 5818374 w 7047465"/>
              <a:gd name="connsiteY100" fmla="*/ 725124 h 5940347"/>
              <a:gd name="connsiteX101" fmla="*/ 5790284 w 7047465"/>
              <a:gd name="connsiteY101" fmla="*/ 677960 h 5940347"/>
              <a:gd name="connsiteX102" fmla="*/ 5740413 w 7047465"/>
              <a:gd name="connsiteY102" fmla="*/ 633202 h 5940347"/>
              <a:gd name="connsiteX103" fmla="*/ 5696210 w 7047465"/>
              <a:gd name="connsiteY103" fmla="*/ 601541 h 5940347"/>
              <a:gd name="connsiteX104" fmla="*/ 5696215 w 7047465"/>
              <a:gd name="connsiteY104" fmla="*/ 601536 h 5940347"/>
              <a:gd name="connsiteX105" fmla="*/ 5592015 w 7047465"/>
              <a:gd name="connsiteY105" fmla="*/ 588556 h 5940347"/>
              <a:gd name="connsiteX106" fmla="*/ 5559691 w 7047465"/>
              <a:gd name="connsiteY106" fmla="*/ 600257 h 5940347"/>
              <a:gd name="connsiteX107" fmla="*/ 5592015 w 7047465"/>
              <a:gd name="connsiteY107" fmla="*/ 611958 h 5940347"/>
              <a:gd name="connsiteX108" fmla="*/ 5654656 w 7047465"/>
              <a:gd name="connsiteY108" fmla="*/ 604183 h 5940347"/>
              <a:gd name="connsiteX109" fmla="*/ 5567494 w 7047465"/>
              <a:gd name="connsiteY109" fmla="*/ 678996 h 5940347"/>
              <a:gd name="connsiteX110" fmla="*/ 5539097 w 7047465"/>
              <a:gd name="connsiteY110" fmla="*/ 725163 h 5940347"/>
              <a:gd name="connsiteX111" fmla="*/ 5585760 w 7047465"/>
              <a:gd name="connsiteY111" fmla="*/ 697066 h 5940347"/>
              <a:gd name="connsiteX112" fmla="*/ 5661371 w 7047465"/>
              <a:gd name="connsiteY112" fmla="*/ 610833 h 5940347"/>
              <a:gd name="connsiteX113" fmla="*/ 5653581 w 7047465"/>
              <a:gd name="connsiteY113" fmla="*/ 673510 h 5940347"/>
              <a:gd name="connsiteX114" fmla="*/ 5665285 w 7047465"/>
              <a:gd name="connsiteY114" fmla="*/ 705814 h 5940347"/>
              <a:gd name="connsiteX115" fmla="*/ 5676990 w 7047465"/>
              <a:gd name="connsiteY115" fmla="*/ 673510 h 5940347"/>
              <a:gd name="connsiteX116" fmla="*/ 5666181 w 7047465"/>
              <a:gd name="connsiteY116" fmla="*/ 600295 h 5940347"/>
              <a:gd name="connsiteX117" fmla="*/ 5665797 w 7047465"/>
              <a:gd name="connsiteY117" fmla="*/ 599707 h 5940347"/>
              <a:gd name="connsiteX118" fmla="*/ 5665784 w 7047465"/>
              <a:gd name="connsiteY118" fmla="*/ 599694 h 5940347"/>
              <a:gd name="connsiteX119" fmla="*/ 5665247 w 7047465"/>
              <a:gd name="connsiteY119" fmla="*/ 599362 h 5940347"/>
              <a:gd name="connsiteX120" fmla="*/ 5592015 w 7047465"/>
              <a:gd name="connsiteY120" fmla="*/ 588556 h 5940347"/>
              <a:gd name="connsiteX121" fmla="*/ 5778874 w 7047465"/>
              <a:gd name="connsiteY121" fmla="*/ 575550 h 5940347"/>
              <a:gd name="connsiteX122" fmla="*/ 5699260 w 7047465"/>
              <a:gd name="connsiteY122" fmla="*/ 586356 h 5940347"/>
              <a:gd name="connsiteX123" fmla="*/ 5699260 w 7047465"/>
              <a:gd name="connsiteY123" fmla="*/ 588146 h 5940347"/>
              <a:gd name="connsiteX124" fmla="*/ 5778874 w 7047465"/>
              <a:gd name="connsiteY124" fmla="*/ 598940 h 5940347"/>
              <a:gd name="connsiteX125" fmla="*/ 5814013 w 7047465"/>
              <a:gd name="connsiteY125" fmla="*/ 587251 h 5940347"/>
              <a:gd name="connsiteX126" fmla="*/ 5778874 w 7047465"/>
              <a:gd name="connsiteY126" fmla="*/ 575550 h 5940347"/>
              <a:gd name="connsiteX127" fmla="*/ 5944575 w 7047465"/>
              <a:gd name="connsiteY127" fmla="*/ 515162 h 5940347"/>
              <a:gd name="connsiteX128" fmla="*/ 5975518 w 7047465"/>
              <a:gd name="connsiteY128" fmla="*/ 515162 h 5940347"/>
              <a:gd name="connsiteX129" fmla="*/ 5992377 w 7047465"/>
              <a:gd name="connsiteY129" fmla="*/ 529395 h 5940347"/>
              <a:gd name="connsiteX130" fmla="*/ 5975518 w 7047465"/>
              <a:gd name="connsiteY130" fmla="*/ 543629 h 5940347"/>
              <a:gd name="connsiteX131" fmla="*/ 5975518 w 7047465"/>
              <a:gd name="connsiteY131" fmla="*/ 543616 h 5940347"/>
              <a:gd name="connsiteX132" fmla="*/ 5944575 w 7047465"/>
              <a:gd name="connsiteY132" fmla="*/ 543616 h 5940347"/>
              <a:gd name="connsiteX133" fmla="*/ 6526180 w 7047465"/>
              <a:gd name="connsiteY133" fmla="*/ 497526 h 5940347"/>
              <a:gd name="connsiteX134" fmla="*/ 6549230 w 7047465"/>
              <a:gd name="connsiteY134" fmla="*/ 522272 h 5940347"/>
              <a:gd name="connsiteX135" fmla="*/ 6526180 w 7047465"/>
              <a:gd name="connsiteY135" fmla="*/ 547018 h 5940347"/>
              <a:gd name="connsiteX136" fmla="*/ 6503130 w 7047465"/>
              <a:gd name="connsiteY136" fmla="*/ 522272 h 5940347"/>
              <a:gd name="connsiteX137" fmla="*/ 6526180 w 7047465"/>
              <a:gd name="connsiteY137" fmla="*/ 497526 h 5940347"/>
              <a:gd name="connsiteX138" fmla="*/ 6063383 w 7047465"/>
              <a:gd name="connsiteY138" fmla="*/ 497526 h 5940347"/>
              <a:gd name="connsiteX139" fmla="*/ 6086433 w 7047465"/>
              <a:gd name="connsiteY139" fmla="*/ 522272 h 5940347"/>
              <a:gd name="connsiteX140" fmla="*/ 6063383 w 7047465"/>
              <a:gd name="connsiteY140" fmla="*/ 547018 h 5940347"/>
              <a:gd name="connsiteX141" fmla="*/ 6040333 w 7047465"/>
              <a:gd name="connsiteY141" fmla="*/ 522272 h 5940347"/>
              <a:gd name="connsiteX142" fmla="*/ 6063383 w 7047465"/>
              <a:gd name="connsiteY142" fmla="*/ 497526 h 5940347"/>
              <a:gd name="connsiteX143" fmla="*/ 6328346 w 7047465"/>
              <a:gd name="connsiteY143" fmla="*/ 496606 h 5940347"/>
              <a:gd name="connsiteX144" fmla="*/ 6348608 w 7047465"/>
              <a:gd name="connsiteY144" fmla="*/ 513768 h 5940347"/>
              <a:gd name="connsiteX145" fmla="*/ 6307778 w 7047465"/>
              <a:gd name="connsiteY145" fmla="*/ 513768 h 5940347"/>
              <a:gd name="connsiteX146" fmla="*/ 6328346 w 7047465"/>
              <a:gd name="connsiteY146" fmla="*/ 496606 h 5940347"/>
              <a:gd name="connsiteX147" fmla="*/ 6457042 w 7047465"/>
              <a:gd name="connsiteY147" fmla="*/ 482692 h 5940347"/>
              <a:gd name="connsiteX148" fmla="*/ 6457042 w 7047465"/>
              <a:gd name="connsiteY148" fmla="*/ 561865 h 5940347"/>
              <a:gd name="connsiteX149" fmla="*/ 6474681 w 7047465"/>
              <a:gd name="connsiteY149" fmla="*/ 561865 h 5940347"/>
              <a:gd name="connsiteX150" fmla="*/ 6474681 w 7047465"/>
              <a:gd name="connsiteY150" fmla="*/ 482692 h 5940347"/>
              <a:gd name="connsiteX151" fmla="*/ 6156966 w 7047465"/>
              <a:gd name="connsiteY151" fmla="*/ 481298 h 5940347"/>
              <a:gd name="connsiteX152" fmla="*/ 6135310 w 7047465"/>
              <a:gd name="connsiteY152" fmla="*/ 497079 h 5940347"/>
              <a:gd name="connsiteX153" fmla="*/ 6135310 w 7047465"/>
              <a:gd name="connsiteY153" fmla="*/ 482692 h 5940347"/>
              <a:gd name="connsiteX154" fmla="*/ 6117670 w 7047465"/>
              <a:gd name="connsiteY154" fmla="*/ 482692 h 5940347"/>
              <a:gd name="connsiteX155" fmla="*/ 6117670 w 7047465"/>
              <a:gd name="connsiteY155" fmla="*/ 561865 h 5940347"/>
              <a:gd name="connsiteX156" fmla="*/ 6135310 w 7047465"/>
              <a:gd name="connsiteY156" fmla="*/ 561865 h 5940347"/>
              <a:gd name="connsiteX157" fmla="*/ 6135310 w 7047465"/>
              <a:gd name="connsiteY157" fmla="*/ 518717 h 5940347"/>
              <a:gd name="connsiteX158" fmla="*/ 6154804 w 7047465"/>
              <a:gd name="connsiteY158" fmla="*/ 499547 h 5940347"/>
              <a:gd name="connsiteX159" fmla="*/ 6158667 w 7047465"/>
              <a:gd name="connsiteY159" fmla="*/ 499547 h 5940347"/>
              <a:gd name="connsiteX160" fmla="*/ 6158667 w 7047465"/>
              <a:gd name="connsiteY160" fmla="*/ 481298 h 5940347"/>
              <a:gd name="connsiteX161" fmla="*/ 6522624 w 7047465"/>
              <a:gd name="connsiteY161" fmla="*/ 480530 h 5940347"/>
              <a:gd name="connsiteX162" fmla="*/ 6484876 w 7047465"/>
              <a:gd name="connsiteY162" fmla="*/ 522285 h 5940347"/>
              <a:gd name="connsiteX163" fmla="*/ 6522624 w 7047465"/>
              <a:gd name="connsiteY163" fmla="*/ 564039 h 5940347"/>
              <a:gd name="connsiteX164" fmla="*/ 6549230 w 7047465"/>
              <a:gd name="connsiteY164" fmla="*/ 548732 h 5940347"/>
              <a:gd name="connsiteX165" fmla="*/ 6549230 w 7047465"/>
              <a:gd name="connsiteY165" fmla="*/ 561878 h 5940347"/>
              <a:gd name="connsiteX166" fmla="*/ 6566857 w 7047465"/>
              <a:gd name="connsiteY166" fmla="*/ 561878 h 5940347"/>
              <a:gd name="connsiteX167" fmla="*/ 6566857 w 7047465"/>
              <a:gd name="connsiteY167" fmla="*/ 482704 h 5940347"/>
              <a:gd name="connsiteX168" fmla="*/ 6549230 w 7047465"/>
              <a:gd name="connsiteY168" fmla="*/ 482704 h 5940347"/>
              <a:gd name="connsiteX169" fmla="*/ 6549230 w 7047465"/>
              <a:gd name="connsiteY169" fmla="*/ 495838 h 5940347"/>
              <a:gd name="connsiteX170" fmla="*/ 6522624 w 7047465"/>
              <a:gd name="connsiteY170" fmla="*/ 480530 h 5940347"/>
              <a:gd name="connsiteX171" fmla="*/ 6059814 w 7047465"/>
              <a:gd name="connsiteY171" fmla="*/ 480530 h 5940347"/>
              <a:gd name="connsiteX172" fmla="*/ 6022066 w 7047465"/>
              <a:gd name="connsiteY172" fmla="*/ 522285 h 5940347"/>
              <a:gd name="connsiteX173" fmla="*/ 6059814 w 7047465"/>
              <a:gd name="connsiteY173" fmla="*/ 564039 h 5940347"/>
              <a:gd name="connsiteX174" fmla="*/ 6086420 w 7047465"/>
              <a:gd name="connsiteY174" fmla="*/ 548732 h 5940347"/>
              <a:gd name="connsiteX175" fmla="*/ 6086420 w 7047465"/>
              <a:gd name="connsiteY175" fmla="*/ 561878 h 5940347"/>
              <a:gd name="connsiteX176" fmla="*/ 6104047 w 7047465"/>
              <a:gd name="connsiteY176" fmla="*/ 561878 h 5940347"/>
              <a:gd name="connsiteX177" fmla="*/ 6104047 w 7047465"/>
              <a:gd name="connsiteY177" fmla="*/ 482704 h 5940347"/>
              <a:gd name="connsiteX178" fmla="*/ 6086420 w 7047465"/>
              <a:gd name="connsiteY178" fmla="*/ 482704 h 5940347"/>
              <a:gd name="connsiteX179" fmla="*/ 6086420 w 7047465"/>
              <a:gd name="connsiteY179" fmla="*/ 495838 h 5940347"/>
              <a:gd name="connsiteX180" fmla="*/ 6059814 w 7047465"/>
              <a:gd name="connsiteY180" fmla="*/ 480530 h 5940347"/>
              <a:gd name="connsiteX181" fmla="*/ 6418220 w 7047465"/>
              <a:gd name="connsiteY181" fmla="*/ 480518 h 5940347"/>
              <a:gd name="connsiteX182" fmla="*/ 6394555 w 7047465"/>
              <a:gd name="connsiteY182" fmla="*/ 493204 h 5940347"/>
              <a:gd name="connsiteX183" fmla="*/ 6394555 w 7047465"/>
              <a:gd name="connsiteY183" fmla="*/ 482692 h 5940347"/>
              <a:gd name="connsiteX184" fmla="*/ 6376929 w 7047465"/>
              <a:gd name="connsiteY184" fmla="*/ 482692 h 5940347"/>
              <a:gd name="connsiteX185" fmla="*/ 6376929 w 7047465"/>
              <a:gd name="connsiteY185" fmla="*/ 561865 h 5940347"/>
              <a:gd name="connsiteX186" fmla="*/ 6394543 w 7047465"/>
              <a:gd name="connsiteY186" fmla="*/ 561865 h 5940347"/>
              <a:gd name="connsiteX187" fmla="*/ 6394543 w 7047465"/>
              <a:gd name="connsiteY187" fmla="*/ 514855 h 5940347"/>
              <a:gd name="connsiteX188" fmla="*/ 6410941 w 7047465"/>
              <a:gd name="connsiteY188" fmla="*/ 495992 h 5940347"/>
              <a:gd name="connsiteX189" fmla="*/ 6426406 w 7047465"/>
              <a:gd name="connsiteY189" fmla="*/ 513461 h 5940347"/>
              <a:gd name="connsiteX190" fmla="*/ 6426406 w 7047465"/>
              <a:gd name="connsiteY190" fmla="*/ 561865 h 5940347"/>
              <a:gd name="connsiteX191" fmla="*/ 6444046 w 7047465"/>
              <a:gd name="connsiteY191" fmla="*/ 561865 h 5940347"/>
              <a:gd name="connsiteX192" fmla="*/ 6444046 w 7047465"/>
              <a:gd name="connsiteY192" fmla="*/ 510366 h 5940347"/>
              <a:gd name="connsiteX193" fmla="*/ 6418220 w 7047465"/>
              <a:gd name="connsiteY193" fmla="*/ 480518 h 5940347"/>
              <a:gd name="connsiteX194" fmla="*/ 6328359 w 7047465"/>
              <a:gd name="connsiteY194" fmla="*/ 480518 h 5940347"/>
              <a:gd name="connsiteX195" fmla="*/ 6289217 w 7047465"/>
              <a:gd name="connsiteY195" fmla="*/ 522272 h 5940347"/>
              <a:gd name="connsiteX196" fmla="*/ 6329741 w 7047465"/>
              <a:gd name="connsiteY196" fmla="*/ 564026 h 5940347"/>
              <a:gd name="connsiteX197" fmla="*/ 6364240 w 7047465"/>
              <a:gd name="connsiteY197" fmla="*/ 546238 h 5940347"/>
              <a:gd name="connsiteX198" fmla="*/ 6352177 w 7047465"/>
              <a:gd name="connsiteY198" fmla="*/ 536032 h 5940347"/>
              <a:gd name="connsiteX199" fmla="*/ 6329754 w 7047465"/>
              <a:gd name="connsiteY199" fmla="*/ 547939 h 5940347"/>
              <a:gd name="connsiteX200" fmla="*/ 6307330 w 7047465"/>
              <a:gd name="connsiteY200" fmla="*/ 527988 h 5940347"/>
              <a:gd name="connsiteX201" fmla="*/ 6366567 w 7047465"/>
              <a:gd name="connsiteY201" fmla="*/ 527988 h 5940347"/>
              <a:gd name="connsiteX202" fmla="*/ 6367028 w 7047465"/>
              <a:gd name="connsiteY202" fmla="*/ 521492 h 5940347"/>
              <a:gd name="connsiteX203" fmla="*/ 6328359 w 7047465"/>
              <a:gd name="connsiteY203" fmla="*/ 480518 h 5940347"/>
              <a:gd name="connsiteX204" fmla="*/ 6208017 w 7047465"/>
              <a:gd name="connsiteY204" fmla="*/ 480518 h 5940347"/>
              <a:gd name="connsiteX205" fmla="*/ 6185593 w 7047465"/>
              <a:gd name="connsiteY205" fmla="*/ 493204 h 5940347"/>
              <a:gd name="connsiteX206" fmla="*/ 6185593 w 7047465"/>
              <a:gd name="connsiteY206" fmla="*/ 482692 h 5940347"/>
              <a:gd name="connsiteX207" fmla="*/ 6167954 w 7047465"/>
              <a:gd name="connsiteY207" fmla="*/ 482692 h 5940347"/>
              <a:gd name="connsiteX208" fmla="*/ 6167954 w 7047465"/>
              <a:gd name="connsiteY208" fmla="*/ 561865 h 5940347"/>
              <a:gd name="connsiteX209" fmla="*/ 6185580 w 7047465"/>
              <a:gd name="connsiteY209" fmla="*/ 561865 h 5940347"/>
              <a:gd name="connsiteX210" fmla="*/ 6185580 w 7047465"/>
              <a:gd name="connsiteY210" fmla="*/ 514855 h 5940347"/>
              <a:gd name="connsiteX211" fmla="*/ 6200738 w 7047465"/>
              <a:gd name="connsiteY211" fmla="*/ 495992 h 5940347"/>
              <a:gd name="connsiteX212" fmla="*/ 6214975 w 7047465"/>
              <a:gd name="connsiteY212" fmla="*/ 513461 h 5940347"/>
              <a:gd name="connsiteX213" fmla="*/ 6214975 w 7047465"/>
              <a:gd name="connsiteY213" fmla="*/ 561865 h 5940347"/>
              <a:gd name="connsiteX214" fmla="*/ 6232602 w 7047465"/>
              <a:gd name="connsiteY214" fmla="*/ 561865 h 5940347"/>
              <a:gd name="connsiteX215" fmla="*/ 6232602 w 7047465"/>
              <a:gd name="connsiteY215" fmla="*/ 513154 h 5940347"/>
              <a:gd name="connsiteX216" fmla="*/ 6247760 w 7047465"/>
              <a:gd name="connsiteY216" fmla="*/ 495992 h 5940347"/>
              <a:gd name="connsiteX217" fmla="*/ 6261997 w 7047465"/>
              <a:gd name="connsiteY217" fmla="*/ 513461 h 5940347"/>
              <a:gd name="connsiteX218" fmla="*/ 6261997 w 7047465"/>
              <a:gd name="connsiteY218" fmla="*/ 561865 h 5940347"/>
              <a:gd name="connsiteX219" fmla="*/ 6279636 w 7047465"/>
              <a:gd name="connsiteY219" fmla="*/ 561865 h 5940347"/>
              <a:gd name="connsiteX220" fmla="*/ 6279636 w 7047465"/>
              <a:gd name="connsiteY220" fmla="*/ 510366 h 5940347"/>
              <a:gd name="connsiteX221" fmla="*/ 6253490 w 7047465"/>
              <a:gd name="connsiteY221" fmla="*/ 480518 h 5940347"/>
              <a:gd name="connsiteX222" fmla="*/ 6229673 w 7047465"/>
              <a:gd name="connsiteY222" fmla="*/ 494125 h 5940347"/>
              <a:gd name="connsiteX223" fmla="*/ 6208017 w 7047465"/>
              <a:gd name="connsiteY223" fmla="*/ 480518 h 5940347"/>
              <a:gd name="connsiteX224" fmla="*/ 5944575 w 7047465"/>
              <a:gd name="connsiteY224" fmla="*/ 471860 h 5940347"/>
              <a:gd name="connsiteX225" fmla="*/ 5974584 w 7047465"/>
              <a:gd name="connsiteY225" fmla="*/ 471860 h 5940347"/>
              <a:gd name="connsiteX226" fmla="*/ 5989742 w 7047465"/>
              <a:gd name="connsiteY226" fmla="*/ 484380 h 5940347"/>
              <a:gd name="connsiteX227" fmla="*/ 5974584 w 7047465"/>
              <a:gd name="connsiteY227" fmla="*/ 496912 h 5940347"/>
              <a:gd name="connsiteX228" fmla="*/ 5944575 w 7047465"/>
              <a:gd name="connsiteY228" fmla="*/ 496912 h 5940347"/>
              <a:gd name="connsiteX229" fmla="*/ 5679804 w 7047465"/>
              <a:gd name="connsiteY229" fmla="*/ 462793 h 5940347"/>
              <a:gd name="connsiteX230" fmla="*/ 5668112 w 7047465"/>
              <a:gd name="connsiteY230" fmla="*/ 494560 h 5940347"/>
              <a:gd name="connsiteX231" fmla="*/ 5678921 w 7047465"/>
              <a:gd name="connsiteY231" fmla="*/ 566534 h 5940347"/>
              <a:gd name="connsiteX232" fmla="*/ 5680699 w 7047465"/>
              <a:gd name="connsiteY232" fmla="*/ 566534 h 5940347"/>
              <a:gd name="connsiteX233" fmla="*/ 5691508 w 7047465"/>
              <a:gd name="connsiteY233" fmla="*/ 494560 h 5940347"/>
              <a:gd name="connsiteX234" fmla="*/ 5679804 w 7047465"/>
              <a:gd name="connsiteY234" fmla="*/ 462793 h 5940347"/>
              <a:gd name="connsiteX235" fmla="*/ 5924467 w 7047465"/>
              <a:gd name="connsiteY235" fmla="*/ 453623 h 5940347"/>
              <a:gd name="connsiteX236" fmla="*/ 5924467 w 7047465"/>
              <a:gd name="connsiteY236" fmla="*/ 561865 h 5940347"/>
              <a:gd name="connsiteX237" fmla="*/ 5977833 w 7047465"/>
              <a:gd name="connsiteY237" fmla="*/ 561865 h 5940347"/>
              <a:gd name="connsiteX238" fmla="*/ 6013406 w 7047465"/>
              <a:gd name="connsiteY238" fmla="*/ 531403 h 5940347"/>
              <a:gd name="connsiteX239" fmla="*/ 5994539 w 7047465"/>
              <a:gd name="connsiteY239" fmla="*/ 505583 h 5940347"/>
              <a:gd name="connsiteX240" fmla="*/ 6010784 w 7047465"/>
              <a:gd name="connsiteY240" fmla="*/ 481771 h 5940347"/>
              <a:gd name="connsiteX241" fmla="*/ 5977373 w 7047465"/>
              <a:gd name="connsiteY241" fmla="*/ 453623 h 5940347"/>
              <a:gd name="connsiteX242" fmla="*/ 6465855 w 7047465"/>
              <a:gd name="connsiteY242" fmla="*/ 450669 h 5940347"/>
              <a:gd name="connsiteX243" fmla="*/ 6454867 w 7047465"/>
              <a:gd name="connsiteY243" fmla="*/ 461654 h 5940347"/>
              <a:gd name="connsiteX244" fmla="*/ 6465855 w 7047465"/>
              <a:gd name="connsiteY244" fmla="*/ 472640 h 5940347"/>
              <a:gd name="connsiteX245" fmla="*/ 6476843 w 7047465"/>
              <a:gd name="connsiteY245" fmla="*/ 461654 h 5940347"/>
              <a:gd name="connsiteX246" fmla="*/ 6465855 w 7047465"/>
              <a:gd name="connsiteY246" fmla="*/ 450669 h 5940347"/>
              <a:gd name="connsiteX247" fmla="*/ 5818502 w 7047465"/>
              <a:gd name="connsiteY247" fmla="*/ 447345 h 5940347"/>
              <a:gd name="connsiteX248" fmla="*/ 5771327 w 7047465"/>
              <a:gd name="connsiteY248" fmla="*/ 475415 h 5940347"/>
              <a:gd name="connsiteX249" fmla="*/ 5694885 w 7047465"/>
              <a:gd name="connsiteY249" fmla="*/ 569475 h 5940347"/>
              <a:gd name="connsiteX250" fmla="*/ 5696343 w 7047465"/>
              <a:gd name="connsiteY250" fmla="*/ 570933 h 5940347"/>
              <a:gd name="connsiteX251" fmla="*/ 5790425 w 7047465"/>
              <a:gd name="connsiteY251" fmla="*/ 494509 h 5940347"/>
              <a:gd name="connsiteX252" fmla="*/ 5818502 w 7047465"/>
              <a:gd name="connsiteY252" fmla="*/ 447345 h 5940347"/>
              <a:gd name="connsiteX253" fmla="*/ 5539698 w 7047465"/>
              <a:gd name="connsiteY253" fmla="*/ 447281 h 5940347"/>
              <a:gd name="connsiteX254" fmla="*/ 5567775 w 7047465"/>
              <a:gd name="connsiteY254" fmla="*/ 494445 h 5940347"/>
              <a:gd name="connsiteX255" fmla="*/ 5661857 w 7047465"/>
              <a:gd name="connsiteY255" fmla="*/ 570869 h 5940347"/>
              <a:gd name="connsiteX256" fmla="*/ 5661857 w 7047465"/>
              <a:gd name="connsiteY256" fmla="*/ 570882 h 5940347"/>
              <a:gd name="connsiteX257" fmla="*/ 5663315 w 7047465"/>
              <a:gd name="connsiteY257" fmla="*/ 569424 h 5940347"/>
              <a:gd name="connsiteX258" fmla="*/ 5586873 w 7047465"/>
              <a:gd name="connsiteY258" fmla="*/ 475364 h 5940347"/>
              <a:gd name="connsiteX259" fmla="*/ 5539698 w 7047465"/>
              <a:gd name="connsiteY259" fmla="*/ 447281 h 5940347"/>
              <a:gd name="connsiteX260" fmla="*/ 0 w 7047465"/>
              <a:gd name="connsiteY260" fmla="*/ 0 h 5940347"/>
              <a:gd name="connsiteX261" fmla="*/ 7047465 w 7047465"/>
              <a:gd name="connsiteY261" fmla="*/ 0 h 5940347"/>
              <a:gd name="connsiteX262" fmla="*/ 7047465 w 7047465"/>
              <a:gd name="connsiteY262" fmla="*/ 4925436 h 5940347"/>
              <a:gd name="connsiteX263" fmla="*/ 1325965 w 7047465"/>
              <a:gd name="connsiteY263" fmla="*/ 5936138 h 5940347"/>
              <a:gd name="connsiteX264" fmla="*/ 1009499 w 7047465"/>
              <a:gd name="connsiteY264" fmla="*/ 5714695 h 594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7047465" h="5940347">
                <a:moveTo>
                  <a:pt x="6297865" y="652255"/>
                </a:moveTo>
                <a:cubicBezTo>
                  <a:pt x="6311168" y="652255"/>
                  <a:pt x="6320915" y="662767"/>
                  <a:pt x="6320915" y="677001"/>
                </a:cubicBezTo>
                <a:cubicBezTo>
                  <a:pt x="6320915" y="691235"/>
                  <a:pt x="6311168" y="701747"/>
                  <a:pt x="6297865" y="701747"/>
                </a:cubicBezTo>
                <a:cubicBezTo>
                  <a:pt x="6284562" y="701747"/>
                  <a:pt x="6274814" y="691235"/>
                  <a:pt x="6274814" y="677001"/>
                </a:cubicBezTo>
                <a:cubicBezTo>
                  <a:pt x="6274814" y="662767"/>
                  <a:pt x="6284562" y="652255"/>
                  <a:pt x="6297865" y="652255"/>
                </a:cubicBezTo>
                <a:close/>
                <a:moveTo>
                  <a:pt x="6072657" y="652255"/>
                </a:moveTo>
                <a:cubicBezTo>
                  <a:pt x="6085960" y="652255"/>
                  <a:pt x="6095707" y="662767"/>
                  <a:pt x="6095707" y="677001"/>
                </a:cubicBezTo>
                <a:cubicBezTo>
                  <a:pt x="6095707" y="691235"/>
                  <a:pt x="6085960" y="701747"/>
                  <a:pt x="6072657" y="701747"/>
                </a:cubicBezTo>
                <a:cubicBezTo>
                  <a:pt x="6059354" y="701747"/>
                  <a:pt x="6049607" y="691235"/>
                  <a:pt x="6049607" y="677001"/>
                </a:cubicBezTo>
                <a:cubicBezTo>
                  <a:pt x="6049607" y="662767"/>
                  <a:pt x="6059354" y="652255"/>
                  <a:pt x="6072657" y="652255"/>
                </a:cubicBezTo>
                <a:close/>
                <a:moveTo>
                  <a:pt x="6387892" y="651334"/>
                </a:moveTo>
                <a:cubicBezTo>
                  <a:pt x="6397792" y="651334"/>
                  <a:pt x="6405838" y="657217"/>
                  <a:pt x="6408153" y="668497"/>
                </a:cubicBezTo>
                <a:lnTo>
                  <a:pt x="6367323" y="668497"/>
                </a:lnTo>
                <a:cubicBezTo>
                  <a:pt x="6369792" y="657831"/>
                  <a:pt x="6377377" y="651334"/>
                  <a:pt x="6387892" y="651334"/>
                </a:cubicBezTo>
                <a:close/>
                <a:moveTo>
                  <a:pt x="6475744" y="636014"/>
                </a:moveTo>
                <a:cubicBezTo>
                  <a:pt x="6464142" y="636014"/>
                  <a:pt x="6456569" y="642510"/>
                  <a:pt x="6454088" y="651782"/>
                </a:cubicBezTo>
                <a:lnTo>
                  <a:pt x="6454088" y="637395"/>
                </a:lnTo>
                <a:lnTo>
                  <a:pt x="6436461" y="637395"/>
                </a:lnTo>
                <a:lnTo>
                  <a:pt x="6436461" y="716569"/>
                </a:lnTo>
                <a:lnTo>
                  <a:pt x="6436461" y="716594"/>
                </a:lnTo>
                <a:lnTo>
                  <a:pt x="6454088" y="716594"/>
                </a:lnTo>
                <a:lnTo>
                  <a:pt x="6454088" y="673446"/>
                </a:lnTo>
                <a:cubicBezTo>
                  <a:pt x="6454088" y="660299"/>
                  <a:pt x="6459652" y="654263"/>
                  <a:pt x="6473582" y="654263"/>
                </a:cubicBezTo>
                <a:lnTo>
                  <a:pt x="6477445" y="654263"/>
                </a:lnTo>
                <a:lnTo>
                  <a:pt x="6477445" y="636014"/>
                </a:lnTo>
                <a:close/>
                <a:moveTo>
                  <a:pt x="6294309" y="635259"/>
                </a:moveTo>
                <a:cubicBezTo>
                  <a:pt x="6273586" y="635259"/>
                  <a:pt x="6256574" y="652728"/>
                  <a:pt x="6256574" y="677014"/>
                </a:cubicBezTo>
                <a:cubicBezTo>
                  <a:pt x="6256574" y="701299"/>
                  <a:pt x="6273586" y="718768"/>
                  <a:pt x="6294309" y="718768"/>
                </a:cubicBezTo>
                <a:cubicBezTo>
                  <a:pt x="6306525" y="718768"/>
                  <a:pt x="6315658" y="713512"/>
                  <a:pt x="6320915" y="703460"/>
                </a:cubicBezTo>
                <a:lnTo>
                  <a:pt x="6320915" y="716607"/>
                </a:lnTo>
                <a:lnTo>
                  <a:pt x="6338555" y="716607"/>
                </a:lnTo>
                <a:lnTo>
                  <a:pt x="6338555" y="637433"/>
                </a:lnTo>
                <a:lnTo>
                  <a:pt x="6320915" y="637433"/>
                </a:lnTo>
                <a:lnTo>
                  <a:pt x="6320915" y="650567"/>
                </a:lnTo>
                <a:cubicBezTo>
                  <a:pt x="6315658" y="640515"/>
                  <a:pt x="6306525" y="635259"/>
                  <a:pt x="6294309" y="635259"/>
                </a:cubicBezTo>
                <a:close/>
                <a:moveTo>
                  <a:pt x="6072657" y="635247"/>
                </a:moveTo>
                <a:cubicBezTo>
                  <a:pt x="6049146" y="635247"/>
                  <a:pt x="6031353" y="652716"/>
                  <a:pt x="6031353" y="677001"/>
                </a:cubicBezTo>
                <a:cubicBezTo>
                  <a:pt x="6031353" y="701286"/>
                  <a:pt x="6049146" y="718755"/>
                  <a:pt x="6072657" y="718755"/>
                </a:cubicBezTo>
                <a:cubicBezTo>
                  <a:pt x="6096168" y="718755"/>
                  <a:pt x="6113961" y="701286"/>
                  <a:pt x="6113961" y="677001"/>
                </a:cubicBezTo>
                <a:cubicBezTo>
                  <a:pt x="6113961" y="652716"/>
                  <a:pt x="6096168" y="635247"/>
                  <a:pt x="6072657" y="635247"/>
                </a:cubicBezTo>
                <a:close/>
                <a:moveTo>
                  <a:pt x="6387904" y="635234"/>
                </a:moveTo>
                <a:cubicBezTo>
                  <a:pt x="6364701" y="635234"/>
                  <a:pt x="6348775" y="652869"/>
                  <a:pt x="6348775" y="676988"/>
                </a:cubicBezTo>
                <a:lnTo>
                  <a:pt x="6348762" y="677001"/>
                </a:lnTo>
                <a:cubicBezTo>
                  <a:pt x="6348762" y="701120"/>
                  <a:pt x="6365928" y="718755"/>
                  <a:pt x="6389286" y="718755"/>
                </a:cubicBezTo>
                <a:cubicBezTo>
                  <a:pt x="6403676" y="718755"/>
                  <a:pt x="6417286" y="711645"/>
                  <a:pt x="6423785" y="700967"/>
                </a:cubicBezTo>
                <a:lnTo>
                  <a:pt x="6411722" y="690761"/>
                </a:lnTo>
                <a:cubicBezTo>
                  <a:pt x="6407232" y="698191"/>
                  <a:pt x="6398879" y="702667"/>
                  <a:pt x="6389299" y="702667"/>
                </a:cubicBezTo>
                <a:cubicBezTo>
                  <a:pt x="6377697" y="702667"/>
                  <a:pt x="6369037" y="694777"/>
                  <a:pt x="6366875" y="682717"/>
                </a:cubicBezTo>
                <a:lnTo>
                  <a:pt x="6426113" y="682717"/>
                </a:lnTo>
                <a:cubicBezTo>
                  <a:pt x="6426420" y="680710"/>
                  <a:pt x="6426573" y="678382"/>
                  <a:pt x="6426573" y="676221"/>
                </a:cubicBezTo>
                <a:cubicBezTo>
                  <a:pt x="6426573" y="653483"/>
                  <a:pt x="6411108" y="635234"/>
                  <a:pt x="6387904" y="635234"/>
                </a:cubicBezTo>
                <a:close/>
                <a:moveTo>
                  <a:pt x="6148754" y="614516"/>
                </a:moveTo>
                <a:lnTo>
                  <a:pt x="6131114" y="619926"/>
                </a:lnTo>
                <a:lnTo>
                  <a:pt x="6131114" y="637395"/>
                </a:lnTo>
                <a:lnTo>
                  <a:pt x="6115803" y="637395"/>
                </a:lnTo>
                <a:lnTo>
                  <a:pt x="6115803" y="652549"/>
                </a:lnTo>
                <a:lnTo>
                  <a:pt x="6131114" y="652549"/>
                </a:lnTo>
                <a:lnTo>
                  <a:pt x="6131114" y="691362"/>
                </a:lnTo>
                <a:cubicBezTo>
                  <a:pt x="6131114" y="708525"/>
                  <a:pt x="6140554" y="718269"/>
                  <a:pt x="6156633" y="718269"/>
                </a:cubicBezTo>
                <a:cubicBezTo>
                  <a:pt x="6161123" y="718269"/>
                  <a:pt x="6165140" y="717809"/>
                  <a:pt x="6168082" y="716875"/>
                </a:cubicBezTo>
                <a:lnTo>
                  <a:pt x="6168095" y="716901"/>
                </a:lnTo>
                <a:lnTo>
                  <a:pt x="6168095" y="702054"/>
                </a:lnTo>
                <a:cubicBezTo>
                  <a:pt x="6166086" y="702361"/>
                  <a:pt x="6163298" y="702514"/>
                  <a:pt x="6161443" y="702514"/>
                </a:cubicBezTo>
                <a:cubicBezTo>
                  <a:pt x="6152783" y="702514"/>
                  <a:pt x="6148754" y="698025"/>
                  <a:pt x="6148754" y="689674"/>
                </a:cubicBezTo>
                <a:lnTo>
                  <a:pt x="6148754" y="652562"/>
                </a:lnTo>
                <a:lnTo>
                  <a:pt x="6168095" y="652562"/>
                </a:lnTo>
                <a:lnTo>
                  <a:pt x="6168095" y="637408"/>
                </a:lnTo>
                <a:lnTo>
                  <a:pt x="6148754" y="637408"/>
                </a:lnTo>
                <a:close/>
                <a:moveTo>
                  <a:pt x="6179863" y="608340"/>
                </a:moveTo>
                <a:lnTo>
                  <a:pt x="6179863" y="716594"/>
                </a:lnTo>
                <a:lnTo>
                  <a:pt x="6197477" y="716594"/>
                </a:lnTo>
                <a:lnTo>
                  <a:pt x="6197477" y="669584"/>
                </a:lnTo>
                <a:cubicBezTo>
                  <a:pt x="6197477" y="657371"/>
                  <a:pt x="6203975" y="650721"/>
                  <a:pt x="6213875" y="650721"/>
                </a:cubicBezTo>
                <a:cubicBezTo>
                  <a:pt x="6223776" y="650721"/>
                  <a:pt x="6229340" y="657371"/>
                  <a:pt x="6229340" y="668190"/>
                </a:cubicBezTo>
                <a:lnTo>
                  <a:pt x="6229340" y="716594"/>
                </a:lnTo>
                <a:lnTo>
                  <a:pt x="6246980" y="716594"/>
                </a:lnTo>
                <a:lnTo>
                  <a:pt x="6246980" y="665095"/>
                </a:lnTo>
                <a:cubicBezTo>
                  <a:pt x="6246980" y="644684"/>
                  <a:pt x="6235992" y="635247"/>
                  <a:pt x="6221154" y="635247"/>
                </a:cubicBezTo>
                <a:cubicBezTo>
                  <a:pt x="6208938" y="635247"/>
                  <a:pt x="6200892" y="641283"/>
                  <a:pt x="6197490" y="647933"/>
                </a:cubicBezTo>
                <a:lnTo>
                  <a:pt x="6197490" y="608340"/>
                </a:lnTo>
                <a:close/>
                <a:moveTo>
                  <a:pt x="5972116" y="606485"/>
                </a:moveTo>
                <a:cubicBezTo>
                  <a:pt x="5941019" y="606485"/>
                  <a:pt x="5917662" y="629991"/>
                  <a:pt x="5917662" y="662627"/>
                </a:cubicBezTo>
                <a:cubicBezTo>
                  <a:pt x="5917662" y="695263"/>
                  <a:pt x="5941019" y="718768"/>
                  <a:pt x="5969788" y="718768"/>
                </a:cubicBezTo>
                <a:cubicBezTo>
                  <a:pt x="5983091" y="718768"/>
                  <a:pt x="5995614" y="712579"/>
                  <a:pt x="6002892" y="702680"/>
                </a:cubicBezTo>
                <a:lnTo>
                  <a:pt x="6002892" y="716594"/>
                </a:lnTo>
                <a:lnTo>
                  <a:pt x="6020839" y="716594"/>
                </a:lnTo>
                <a:lnTo>
                  <a:pt x="6020839" y="659685"/>
                </a:lnTo>
                <a:lnTo>
                  <a:pt x="5973970" y="659685"/>
                </a:lnTo>
                <a:lnTo>
                  <a:pt x="5973970" y="677321"/>
                </a:lnTo>
                <a:lnTo>
                  <a:pt x="6001344" y="677321"/>
                </a:lnTo>
                <a:cubicBezTo>
                  <a:pt x="5998709" y="690621"/>
                  <a:pt x="5986954" y="699905"/>
                  <a:pt x="5972103" y="699905"/>
                </a:cubicBezTo>
                <a:cubicBezTo>
                  <a:pt x="5952608" y="699905"/>
                  <a:pt x="5938691" y="684137"/>
                  <a:pt x="5938691" y="662639"/>
                </a:cubicBezTo>
                <a:cubicBezTo>
                  <a:pt x="5938691" y="641142"/>
                  <a:pt x="5952608" y="625374"/>
                  <a:pt x="5972103" y="625374"/>
                </a:cubicBezTo>
                <a:cubicBezTo>
                  <a:pt x="5986020" y="625374"/>
                  <a:pt x="5996074" y="632331"/>
                  <a:pt x="6001498" y="642229"/>
                </a:cubicBezTo>
                <a:lnTo>
                  <a:pt x="6018203" y="631090"/>
                </a:lnTo>
                <a:cubicBezTo>
                  <a:pt x="6010004" y="615629"/>
                  <a:pt x="5992684" y="606498"/>
                  <a:pt x="5972103" y="606498"/>
                </a:cubicBezTo>
                <a:close/>
                <a:moveTo>
                  <a:pt x="5696202" y="601536"/>
                </a:moveTo>
                <a:lnTo>
                  <a:pt x="5696210" y="601541"/>
                </a:lnTo>
                <a:lnTo>
                  <a:pt x="5694757" y="602994"/>
                </a:lnTo>
                <a:cubicBezTo>
                  <a:pt x="5712499" y="630630"/>
                  <a:pt x="5736010" y="661872"/>
                  <a:pt x="5771199" y="697053"/>
                </a:cubicBezTo>
                <a:cubicBezTo>
                  <a:pt x="5796821" y="722669"/>
                  <a:pt x="5810623" y="732887"/>
                  <a:pt x="5818374" y="725124"/>
                </a:cubicBezTo>
                <a:cubicBezTo>
                  <a:pt x="5826126" y="717374"/>
                  <a:pt x="5815906" y="703576"/>
                  <a:pt x="5790284" y="677960"/>
                </a:cubicBezTo>
                <a:cubicBezTo>
                  <a:pt x="5772689" y="660369"/>
                  <a:pt x="5756080" y="645695"/>
                  <a:pt x="5740413" y="633202"/>
                </a:cubicBezTo>
                <a:lnTo>
                  <a:pt x="5696210" y="601541"/>
                </a:lnTo>
                <a:lnTo>
                  <a:pt x="5696215" y="601536"/>
                </a:lnTo>
                <a:close/>
                <a:moveTo>
                  <a:pt x="5592015" y="588556"/>
                </a:moveTo>
                <a:cubicBezTo>
                  <a:pt x="5570014" y="588556"/>
                  <a:pt x="5559691" y="590755"/>
                  <a:pt x="5559691" y="600257"/>
                </a:cubicBezTo>
                <a:cubicBezTo>
                  <a:pt x="5559691" y="609759"/>
                  <a:pt x="5570001" y="611958"/>
                  <a:pt x="5592015" y="611958"/>
                </a:cubicBezTo>
                <a:cubicBezTo>
                  <a:pt x="5616959" y="611958"/>
                  <a:pt x="5637336" y="608723"/>
                  <a:pt x="5654656" y="604183"/>
                </a:cubicBezTo>
                <a:cubicBezTo>
                  <a:pt x="5628791" y="621793"/>
                  <a:pt x="5600061" y="646782"/>
                  <a:pt x="5567494" y="678996"/>
                </a:cubicBezTo>
                <a:cubicBezTo>
                  <a:pt x="5541936" y="704279"/>
                  <a:pt x="5531678" y="717822"/>
                  <a:pt x="5539097" y="725163"/>
                </a:cubicBezTo>
                <a:cubicBezTo>
                  <a:pt x="5546516" y="732503"/>
                  <a:pt x="5560203" y="722349"/>
                  <a:pt x="5585760" y="697066"/>
                </a:cubicBezTo>
                <a:cubicBezTo>
                  <a:pt x="5618328" y="664839"/>
                  <a:pt x="5643578" y="636423"/>
                  <a:pt x="5661371" y="610833"/>
                </a:cubicBezTo>
                <a:cubicBezTo>
                  <a:pt x="5656830" y="628149"/>
                  <a:pt x="5653581" y="648534"/>
                  <a:pt x="5653581" y="673510"/>
                </a:cubicBezTo>
                <a:cubicBezTo>
                  <a:pt x="5653581" y="695506"/>
                  <a:pt x="5655781" y="705814"/>
                  <a:pt x="5665285" y="705814"/>
                </a:cubicBezTo>
                <a:cubicBezTo>
                  <a:pt x="5674789" y="705814"/>
                  <a:pt x="5676990" y="695506"/>
                  <a:pt x="5676990" y="673510"/>
                </a:cubicBezTo>
                <a:cubicBezTo>
                  <a:pt x="5676990" y="643290"/>
                  <a:pt x="5672257" y="619772"/>
                  <a:pt x="5666181" y="600295"/>
                </a:cubicBezTo>
                <a:cubicBezTo>
                  <a:pt x="5666104" y="600027"/>
                  <a:pt x="5665963" y="599835"/>
                  <a:pt x="5665797" y="599707"/>
                </a:cubicBezTo>
                <a:lnTo>
                  <a:pt x="5665784" y="599694"/>
                </a:lnTo>
                <a:cubicBezTo>
                  <a:pt x="5665656" y="599554"/>
                  <a:pt x="5665477" y="599438"/>
                  <a:pt x="5665247" y="599362"/>
                </a:cubicBezTo>
                <a:cubicBezTo>
                  <a:pt x="5645753" y="593300"/>
                  <a:pt x="5622242" y="588556"/>
                  <a:pt x="5592015" y="588556"/>
                </a:cubicBezTo>
                <a:close/>
                <a:moveTo>
                  <a:pt x="5778874" y="575550"/>
                </a:moveTo>
                <a:cubicBezTo>
                  <a:pt x="5746013" y="575550"/>
                  <a:pt x="5720442" y="580294"/>
                  <a:pt x="5699260" y="586356"/>
                </a:cubicBezTo>
                <a:cubicBezTo>
                  <a:pt x="5698147" y="586676"/>
                  <a:pt x="5698147" y="587827"/>
                  <a:pt x="5699260" y="588146"/>
                </a:cubicBezTo>
                <a:cubicBezTo>
                  <a:pt x="5720442" y="594208"/>
                  <a:pt x="5746026" y="598940"/>
                  <a:pt x="5778874" y="598940"/>
                </a:cubicBezTo>
                <a:cubicBezTo>
                  <a:pt x="5802794" y="598940"/>
                  <a:pt x="5814013" y="596740"/>
                  <a:pt x="5814013" y="587251"/>
                </a:cubicBezTo>
                <a:cubicBezTo>
                  <a:pt x="5814013" y="577762"/>
                  <a:pt x="5802794" y="575550"/>
                  <a:pt x="5778874" y="575550"/>
                </a:cubicBezTo>
                <a:close/>
                <a:moveTo>
                  <a:pt x="5944575" y="515162"/>
                </a:moveTo>
                <a:lnTo>
                  <a:pt x="5975518" y="515162"/>
                </a:lnTo>
                <a:cubicBezTo>
                  <a:pt x="5986186" y="515162"/>
                  <a:pt x="5992377" y="520418"/>
                  <a:pt x="5992377" y="529395"/>
                </a:cubicBezTo>
                <a:cubicBezTo>
                  <a:pt x="5992377" y="538373"/>
                  <a:pt x="5986186" y="543629"/>
                  <a:pt x="5975518" y="543629"/>
                </a:cubicBezTo>
                <a:lnTo>
                  <a:pt x="5975518" y="543616"/>
                </a:lnTo>
                <a:lnTo>
                  <a:pt x="5944575" y="543616"/>
                </a:lnTo>
                <a:close/>
                <a:moveTo>
                  <a:pt x="6526180" y="497526"/>
                </a:moveTo>
                <a:cubicBezTo>
                  <a:pt x="6539483" y="497526"/>
                  <a:pt x="6549230" y="508038"/>
                  <a:pt x="6549230" y="522272"/>
                </a:cubicBezTo>
                <a:cubicBezTo>
                  <a:pt x="6549230" y="536506"/>
                  <a:pt x="6539483" y="547018"/>
                  <a:pt x="6526180" y="547018"/>
                </a:cubicBezTo>
                <a:cubicBezTo>
                  <a:pt x="6512877" y="547018"/>
                  <a:pt x="6503130" y="536506"/>
                  <a:pt x="6503130" y="522272"/>
                </a:cubicBezTo>
                <a:cubicBezTo>
                  <a:pt x="6503130" y="508038"/>
                  <a:pt x="6512877" y="497526"/>
                  <a:pt x="6526180" y="497526"/>
                </a:cubicBezTo>
                <a:close/>
                <a:moveTo>
                  <a:pt x="6063383" y="497526"/>
                </a:moveTo>
                <a:cubicBezTo>
                  <a:pt x="6076686" y="497526"/>
                  <a:pt x="6086433" y="508038"/>
                  <a:pt x="6086433" y="522272"/>
                </a:cubicBezTo>
                <a:cubicBezTo>
                  <a:pt x="6086433" y="536506"/>
                  <a:pt x="6076686" y="547018"/>
                  <a:pt x="6063383" y="547018"/>
                </a:cubicBezTo>
                <a:cubicBezTo>
                  <a:pt x="6050080" y="547018"/>
                  <a:pt x="6040333" y="536506"/>
                  <a:pt x="6040333" y="522272"/>
                </a:cubicBezTo>
                <a:cubicBezTo>
                  <a:pt x="6040333" y="508038"/>
                  <a:pt x="6050080" y="497526"/>
                  <a:pt x="6063383" y="497526"/>
                </a:cubicBezTo>
                <a:close/>
                <a:moveTo>
                  <a:pt x="6328346" y="496606"/>
                </a:moveTo>
                <a:cubicBezTo>
                  <a:pt x="6338247" y="496606"/>
                  <a:pt x="6346293" y="502488"/>
                  <a:pt x="6348608" y="513768"/>
                </a:cubicBezTo>
                <a:lnTo>
                  <a:pt x="6307778" y="513768"/>
                </a:lnTo>
                <a:cubicBezTo>
                  <a:pt x="6310246" y="503102"/>
                  <a:pt x="6317832" y="496606"/>
                  <a:pt x="6328346" y="496606"/>
                </a:cubicBezTo>
                <a:close/>
                <a:moveTo>
                  <a:pt x="6457042" y="482692"/>
                </a:moveTo>
                <a:lnTo>
                  <a:pt x="6457042" y="561865"/>
                </a:lnTo>
                <a:lnTo>
                  <a:pt x="6474681" y="561865"/>
                </a:lnTo>
                <a:lnTo>
                  <a:pt x="6474681" y="482692"/>
                </a:lnTo>
                <a:close/>
                <a:moveTo>
                  <a:pt x="6156966" y="481298"/>
                </a:moveTo>
                <a:cubicBezTo>
                  <a:pt x="6145364" y="481298"/>
                  <a:pt x="6137791" y="487794"/>
                  <a:pt x="6135310" y="497079"/>
                </a:cubicBezTo>
                <a:lnTo>
                  <a:pt x="6135310" y="482692"/>
                </a:lnTo>
                <a:lnTo>
                  <a:pt x="6117670" y="482692"/>
                </a:lnTo>
                <a:lnTo>
                  <a:pt x="6117670" y="561865"/>
                </a:lnTo>
                <a:lnTo>
                  <a:pt x="6135310" y="561865"/>
                </a:lnTo>
                <a:lnTo>
                  <a:pt x="6135310" y="518717"/>
                </a:lnTo>
                <a:cubicBezTo>
                  <a:pt x="6135310" y="505570"/>
                  <a:pt x="6140874" y="499547"/>
                  <a:pt x="6154804" y="499547"/>
                </a:cubicBezTo>
                <a:lnTo>
                  <a:pt x="6158667" y="499547"/>
                </a:lnTo>
                <a:lnTo>
                  <a:pt x="6158667" y="481298"/>
                </a:lnTo>
                <a:close/>
                <a:moveTo>
                  <a:pt x="6522624" y="480530"/>
                </a:moveTo>
                <a:cubicBezTo>
                  <a:pt x="6501902" y="480530"/>
                  <a:pt x="6484876" y="497999"/>
                  <a:pt x="6484876" y="522285"/>
                </a:cubicBezTo>
                <a:cubicBezTo>
                  <a:pt x="6484876" y="546570"/>
                  <a:pt x="6501889" y="564039"/>
                  <a:pt x="6522624" y="564039"/>
                </a:cubicBezTo>
                <a:cubicBezTo>
                  <a:pt x="6534840" y="564039"/>
                  <a:pt x="6543973" y="558783"/>
                  <a:pt x="6549230" y="548732"/>
                </a:cubicBezTo>
                <a:lnTo>
                  <a:pt x="6549230" y="561878"/>
                </a:lnTo>
                <a:lnTo>
                  <a:pt x="6566857" y="561878"/>
                </a:lnTo>
                <a:lnTo>
                  <a:pt x="6566857" y="482704"/>
                </a:lnTo>
                <a:lnTo>
                  <a:pt x="6549230" y="482704"/>
                </a:lnTo>
                <a:lnTo>
                  <a:pt x="6549230" y="495838"/>
                </a:lnTo>
                <a:cubicBezTo>
                  <a:pt x="6543973" y="485786"/>
                  <a:pt x="6534840" y="480530"/>
                  <a:pt x="6522624" y="480530"/>
                </a:cubicBezTo>
                <a:close/>
                <a:moveTo>
                  <a:pt x="6059814" y="480530"/>
                </a:moveTo>
                <a:cubicBezTo>
                  <a:pt x="6039092" y="480530"/>
                  <a:pt x="6022066" y="497999"/>
                  <a:pt x="6022066" y="522285"/>
                </a:cubicBezTo>
                <a:cubicBezTo>
                  <a:pt x="6022066" y="546570"/>
                  <a:pt x="6039079" y="564039"/>
                  <a:pt x="6059814" y="564039"/>
                </a:cubicBezTo>
                <a:cubicBezTo>
                  <a:pt x="6072030" y="564039"/>
                  <a:pt x="6081163" y="558783"/>
                  <a:pt x="6086420" y="548732"/>
                </a:cubicBezTo>
                <a:lnTo>
                  <a:pt x="6086420" y="561878"/>
                </a:lnTo>
                <a:lnTo>
                  <a:pt x="6104047" y="561878"/>
                </a:lnTo>
                <a:lnTo>
                  <a:pt x="6104047" y="482704"/>
                </a:lnTo>
                <a:lnTo>
                  <a:pt x="6086420" y="482704"/>
                </a:lnTo>
                <a:lnTo>
                  <a:pt x="6086420" y="495838"/>
                </a:lnTo>
                <a:cubicBezTo>
                  <a:pt x="6081163" y="485786"/>
                  <a:pt x="6072030" y="480530"/>
                  <a:pt x="6059814" y="480530"/>
                </a:cubicBezTo>
                <a:close/>
                <a:moveTo>
                  <a:pt x="6418220" y="480518"/>
                </a:moveTo>
                <a:cubicBezTo>
                  <a:pt x="6406004" y="480518"/>
                  <a:pt x="6397958" y="486554"/>
                  <a:pt x="6394555" y="493204"/>
                </a:cubicBezTo>
                <a:lnTo>
                  <a:pt x="6394555" y="482692"/>
                </a:lnTo>
                <a:lnTo>
                  <a:pt x="6376929" y="482692"/>
                </a:lnTo>
                <a:lnTo>
                  <a:pt x="6376929" y="561865"/>
                </a:lnTo>
                <a:lnTo>
                  <a:pt x="6394543" y="561865"/>
                </a:lnTo>
                <a:lnTo>
                  <a:pt x="6394543" y="514855"/>
                </a:lnTo>
                <a:cubicBezTo>
                  <a:pt x="6394543" y="502642"/>
                  <a:pt x="6401041" y="495992"/>
                  <a:pt x="6410941" y="495992"/>
                </a:cubicBezTo>
                <a:cubicBezTo>
                  <a:pt x="6420842" y="495992"/>
                  <a:pt x="6426406" y="502642"/>
                  <a:pt x="6426406" y="513461"/>
                </a:cubicBezTo>
                <a:lnTo>
                  <a:pt x="6426406" y="561865"/>
                </a:lnTo>
                <a:lnTo>
                  <a:pt x="6444046" y="561865"/>
                </a:lnTo>
                <a:lnTo>
                  <a:pt x="6444046" y="510366"/>
                </a:lnTo>
                <a:cubicBezTo>
                  <a:pt x="6444046" y="489955"/>
                  <a:pt x="6433058" y="480518"/>
                  <a:pt x="6418220" y="480518"/>
                </a:cubicBezTo>
                <a:close/>
                <a:moveTo>
                  <a:pt x="6328359" y="480518"/>
                </a:moveTo>
                <a:cubicBezTo>
                  <a:pt x="6305155" y="480518"/>
                  <a:pt x="6289217" y="498140"/>
                  <a:pt x="6289217" y="522272"/>
                </a:cubicBezTo>
                <a:cubicBezTo>
                  <a:pt x="6289217" y="546391"/>
                  <a:pt x="6306383" y="564026"/>
                  <a:pt x="6329741" y="564026"/>
                </a:cubicBezTo>
                <a:cubicBezTo>
                  <a:pt x="6344131" y="564026"/>
                  <a:pt x="6357741" y="556916"/>
                  <a:pt x="6364240" y="546238"/>
                </a:cubicBezTo>
                <a:lnTo>
                  <a:pt x="6352177" y="536032"/>
                </a:lnTo>
                <a:cubicBezTo>
                  <a:pt x="6347687" y="543450"/>
                  <a:pt x="6339334" y="547939"/>
                  <a:pt x="6329754" y="547939"/>
                </a:cubicBezTo>
                <a:cubicBezTo>
                  <a:pt x="6318152" y="547939"/>
                  <a:pt x="6309492" y="540048"/>
                  <a:pt x="6307330" y="527988"/>
                </a:cubicBezTo>
                <a:lnTo>
                  <a:pt x="6366567" y="527988"/>
                </a:lnTo>
                <a:cubicBezTo>
                  <a:pt x="6366875" y="525981"/>
                  <a:pt x="6367028" y="523653"/>
                  <a:pt x="6367028" y="521492"/>
                </a:cubicBezTo>
                <a:cubicBezTo>
                  <a:pt x="6367028" y="498754"/>
                  <a:pt x="6351563" y="480518"/>
                  <a:pt x="6328359" y="480518"/>
                </a:cubicBezTo>
                <a:close/>
                <a:moveTo>
                  <a:pt x="6208017" y="480518"/>
                </a:moveTo>
                <a:cubicBezTo>
                  <a:pt x="6196568" y="480518"/>
                  <a:pt x="6188996" y="486554"/>
                  <a:pt x="6185593" y="493204"/>
                </a:cubicBezTo>
                <a:lnTo>
                  <a:pt x="6185593" y="482692"/>
                </a:lnTo>
                <a:lnTo>
                  <a:pt x="6167954" y="482692"/>
                </a:lnTo>
                <a:lnTo>
                  <a:pt x="6167954" y="561865"/>
                </a:lnTo>
                <a:lnTo>
                  <a:pt x="6185580" y="561865"/>
                </a:lnTo>
                <a:lnTo>
                  <a:pt x="6185580" y="514855"/>
                </a:lnTo>
                <a:cubicBezTo>
                  <a:pt x="6185580" y="502642"/>
                  <a:pt x="6191618" y="495992"/>
                  <a:pt x="6200738" y="495992"/>
                </a:cubicBezTo>
                <a:cubicBezTo>
                  <a:pt x="6209859" y="495992"/>
                  <a:pt x="6214975" y="502642"/>
                  <a:pt x="6214975" y="513461"/>
                </a:cubicBezTo>
                <a:lnTo>
                  <a:pt x="6214975" y="561865"/>
                </a:lnTo>
                <a:lnTo>
                  <a:pt x="6232602" y="561865"/>
                </a:lnTo>
                <a:lnTo>
                  <a:pt x="6232602" y="513154"/>
                </a:lnTo>
                <a:cubicBezTo>
                  <a:pt x="6232602" y="502642"/>
                  <a:pt x="6238640" y="495992"/>
                  <a:pt x="6247760" y="495992"/>
                </a:cubicBezTo>
                <a:cubicBezTo>
                  <a:pt x="6256880" y="495992"/>
                  <a:pt x="6261997" y="502642"/>
                  <a:pt x="6261997" y="513461"/>
                </a:cubicBezTo>
                <a:lnTo>
                  <a:pt x="6261997" y="561865"/>
                </a:lnTo>
                <a:lnTo>
                  <a:pt x="6279636" y="561865"/>
                </a:lnTo>
                <a:lnTo>
                  <a:pt x="6279636" y="510366"/>
                </a:lnTo>
                <a:cubicBezTo>
                  <a:pt x="6279636" y="489955"/>
                  <a:pt x="6269122" y="480518"/>
                  <a:pt x="6253490" y="480518"/>
                </a:cubicBezTo>
                <a:cubicBezTo>
                  <a:pt x="6242976" y="480518"/>
                  <a:pt x="6234776" y="485160"/>
                  <a:pt x="6229673" y="494125"/>
                </a:cubicBezTo>
                <a:cubicBezTo>
                  <a:pt x="6225503" y="484840"/>
                  <a:pt x="6217610" y="480518"/>
                  <a:pt x="6208017" y="480518"/>
                </a:cubicBezTo>
                <a:close/>
                <a:moveTo>
                  <a:pt x="5944575" y="471860"/>
                </a:moveTo>
                <a:lnTo>
                  <a:pt x="5974584" y="471860"/>
                </a:lnTo>
                <a:cubicBezTo>
                  <a:pt x="5984178" y="471860"/>
                  <a:pt x="5989742" y="476502"/>
                  <a:pt x="5989742" y="484380"/>
                </a:cubicBezTo>
                <a:cubicBezTo>
                  <a:pt x="5989742" y="492257"/>
                  <a:pt x="5984178" y="496912"/>
                  <a:pt x="5974584" y="496912"/>
                </a:cubicBezTo>
                <a:lnTo>
                  <a:pt x="5944575" y="496912"/>
                </a:lnTo>
                <a:close/>
                <a:moveTo>
                  <a:pt x="5679804" y="462793"/>
                </a:moveTo>
                <a:cubicBezTo>
                  <a:pt x="5670312" y="462793"/>
                  <a:pt x="5668112" y="472934"/>
                  <a:pt x="5668112" y="494560"/>
                </a:cubicBezTo>
                <a:cubicBezTo>
                  <a:pt x="5668112" y="524268"/>
                  <a:pt x="5672845" y="547389"/>
                  <a:pt x="5678921" y="566534"/>
                </a:cubicBezTo>
                <a:cubicBezTo>
                  <a:pt x="5679241" y="567544"/>
                  <a:pt x="5680379" y="567544"/>
                  <a:pt x="5680699" y="566534"/>
                </a:cubicBezTo>
                <a:cubicBezTo>
                  <a:pt x="5686762" y="547377"/>
                  <a:pt x="5691508" y="524268"/>
                  <a:pt x="5691508" y="494560"/>
                </a:cubicBezTo>
                <a:cubicBezTo>
                  <a:pt x="5691508" y="472934"/>
                  <a:pt x="5689308" y="462793"/>
                  <a:pt x="5679804" y="462793"/>
                </a:cubicBezTo>
                <a:close/>
                <a:moveTo>
                  <a:pt x="5924467" y="453623"/>
                </a:moveTo>
                <a:lnTo>
                  <a:pt x="5924467" y="561865"/>
                </a:lnTo>
                <a:lnTo>
                  <a:pt x="5977833" y="561865"/>
                </a:lnTo>
                <a:cubicBezTo>
                  <a:pt x="6000257" y="561865"/>
                  <a:pt x="6013406" y="550573"/>
                  <a:pt x="6013406" y="531403"/>
                </a:cubicBezTo>
                <a:cubicBezTo>
                  <a:pt x="6013406" y="518256"/>
                  <a:pt x="6006141" y="509445"/>
                  <a:pt x="5994539" y="505583"/>
                </a:cubicBezTo>
                <a:cubicBezTo>
                  <a:pt x="6004593" y="501721"/>
                  <a:pt x="6010784" y="492743"/>
                  <a:pt x="6010784" y="481771"/>
                </a:cubicBezTo>
                <a:cubicBezTo>
                  <a:pt x="6010784" y="464135"/>
                  <a:pt x="5998415" y="453623"/>
                  <a:pt x="5977373" y="453623"/>
                </a:cubicBezTo>
                <a:close/>
                <a:moveTo>
                  <a:pt x="6465855" y="450669"/>
                </a:moveTo>
                <a:cubicBezTo>
                  <a:pt x="6459818" y="450669"/>
                  <a:pt x="6454867" y="455618"/>
                  <a:pt x="6454867" y="461654"/>
                </a:cubicBezTo>
                <a:cubicBezTo>
                  <a:pt x="6454867" y="467691"/>
                  <a:pt x="6459818" y="472640"/>
                  <a:pt x="6465855" y="472640"/>
                </a:cubicBezTo>
                <a:cubicBezTo>
                  <a:pt x="6471893" y="472640"/>
                  <a:pt x="6476843" y="467691"/>
                  <a:pt x="6476843" y="461654"/>
                </a:cubicBezTo>
                <a:cubicBezTo>
                  <a:pt x="6476843" y="455618"/>
                  <a:pt x="6471893" y="450669"/>
                  <a:pt x="6465855" y="450669"/>
                </a:cubicBezTo>
                <a:close/>
                <a:moveTo>
                  <a:pt x="5818502" y="447345"/>
                </a:moveTo>
                <a:cubicBezTo>
                  <a:pt x="5810751" y="439595"/>
                  <a:pt x="5796949" y="449813"/>
                  <a:pt x="5771327" y="475415"/>
                </a:cubicBezTo>
                <a:cubicBezTo>
                  <a:pt x="5736138" y="510597"/>
                  <a:pt x="5712614" y="541839"/>
                  <a:pt x="5694885" y="569475"/>
                </a:cubicBezTo>
                <a:cubicBezTo>
                  <a:pt x="5693951" y="570933"/>
                  <a:pt x="5694885" y="571867"/>
                  <a:pt x="5696343" y="570933"/>
                </a:cubicBezTo>
                <a:cubicBezTo>
                  <a:pt x="5723986" y="553195"/>
                  <a:pt x="5755235" y="529690"/>
                  <a:pt x="5790425" y="494509"/>
                </a:cubicBezTo>
                <a:cubicBezTo>
                  <a:pt x="5816046" y="468893"/>
                  <a:pt x="5826267" y="455094"/>
                  <a:pt x="5818502" y="447345"/>
                </a:cubicBezTo>
                <a:close/>
                <a:moveTo>
                  <a:pt x="5539698" y="447281"/>
                </a:moveTo>
                <a:cubicBezTo>
                  <a:pt x="5531946" y="455031"/>
                  <a:pt x="5542167" y="468829"/>
                  <a:pt x="5567775" y="494445"/>
                </a:cubicBezTo>
                <a:cubicBezTo>
                  <a:pt x="5602965" y="529626"/>
                  <a:pt x="5634215" y="553144"/>
                  <a:pt x="5661857" y="570869"/>
                </a:cubicBezTo>
                <a:lnTo>
                  <a:pt x="5661857" y="570882"/>
                </a:lnTo>
                <a:cubicBezTo>
                  <a:pt x="5663315" y="571815"/>
                  <a:pt x="5664249" y="570882"/>
                  <a:pt x="5663315" y="569424"/>
                </a:cubicBezTo>
                <a:cubicBezTo>
                  <a:pt x="5645573" y="541788"/>
                  <a:pt x="5622063" y="510546"/>
                  <a:pt x="5586873" y="475364"/>
                </a:cubicBezTo>
                <a:cubicBezTo>
                  <a:pt x="5561264" y="449749"/>
                  <a:pt x="5547450" y="439531"/>
                  <a:pt x="5539698" y="447281"/>
                </a:cubicBezTo>
                <a:close/>
                <a:moveTo>
                  <a:pt x="0" y="0"/>
                </a:moveTo>
                <a:lnTo>
                  <a:pt x="7047465" y="0"/>
                </a:lnTo>
                <a:lnTo>
                  <a:pt x="7047465" y="4925436"/>
                </a:lnTo>
                <a:lnTo>
                  <a:pt x="1325965" y="5936138"/>
                </a:lnTo>
                <a:cubicBezTo>
                  <a:pt x="1177425" y="5962377"/>
                  <a:pt x="1035739" y="5863234"/>
                  <a:pt x="1009499" y="5714695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0C242777-88B2-F014-4466-38BBC396F9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2867470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Bild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01948D-EE55-A777-DF7E-0C28A848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66CE5-6E4E-254F-BACD-C75F7D6843BB}" type="datetime1">
              <a:rPr lang="de-DE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FD7DB9-9267-EDBC-EB1C-5F7A525B2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D207B8-0A3D-ECE3-7B59-A6218679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3652864-A7F6-3A7E-5C2E-CAE4529350E2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tx2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F15C8C-0F79-3FB9-1CF1-70496DFF955A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tx2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FD22616B-1110-D745-5813-668C4BD42FA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25" y="2668888"/>
            <a:ext cx="4763135" cy="2847675"/>
          </a:xfrm>
        </p:spPr>
        <p:txBody>
          <a:bodyPr anchor="ctr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Tx/>
              <a:buNone/>
              <a:defRPr>
                <a:solidFill>
                  <a:schemeClr val="tx1"/>
                </a:solidFill>
                <a:latin typeface="+mn-lt"/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marL="171450" indent="-171450" algn="l">
              <a:buFont typeface="BarmeniaGothaer Offc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504000" indent="-252000" algn="l"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2"/>
              </a:buBlip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Freihandform 1">
            <a:extLst>
              <a:ext uri="{FF2B5EF4-FFF2-40B4-BE49-F238E27FC236}">
                <a16:creationId xmlns:a16="http://schemas.microsoft.com/office/drawing/2014/main" id="{475B609D-3EB8-9208-11D1-29AD00D4DBB7}"/>
              </a:ext>
            </a:extLst>
          </p:cNvPr>
          <p:cNvSpPr/>
          <p:nvPr userDrawn="1"/>
        </p:nvSpPr>
        <p:spPr>
          <a:xfrm rot="21421220">
            <a:off x="6021668" y="-168105"/>
            <a:ext cx="6312646" cy="5968515"/>
          </a:xfrm>
          <a:custGeom>
            <a:avLst/>
            <a:gdLst>
              <a:gd name="connsiteX0" fmla="*/ 5530154 w 6312646"/>
              <a:gd name="connsiteY0" fmla="*/ 940994 h 5968515"/>
              <a:gd name="connsiteX1" fmla="*/ 5551887 w 6312646"/>
              <a:gd name="connsiteY1" fmla="*/ 966905 h 5968515"/>
              <a:gd name="connsiteX2" fmla="*/ 5527582 w 6312646"/>
              <a:gd name="connsiteY2" fmla="*/ 990419 h 5968515"/>
              <a:gd name="connsiteX3" fmla="*/ 5505848 w 6312646"/>
              <a:gd name="connsiteY3" fmla="*/ 964508 h 5968515"/>
              <a:gd name="connsiteX4" fmla="*/ 5530154 w 6312646"/>
              <a:gd name="connsiteY4" fmla="*/ 940994 h 5968515"/>
              <a:gd name="connsiteX5" fmla="*/ 5305251 w 6312646"/>
              <a:gd name="connsiteY5" fmla="*/ 929288 h 5968515"/>
              <a:gd name="connsiteX6" fmla="*/ 5326983 w 6312646"/>
              <a:gd name="connsiteY6" fmla="*/ 955198 h 5968515"/>
              <a:gd name="connsiteX7" fmla="*/ 5302678 w 6312646"/>
              <a:gd name="connsiteY7" fmla="*/ 978712 h 5968515"/>
              <a:gd name="connsiteX8" fmla="*/ 5280946 w 6312646"/>
              <a:gd name="connsiteY8" fmla="*/ 952802 h 5968515"/>
              <a:gd name="connsiteX9" fmla="*/ 5305251 w 6312646"/>
              <a:gd name="connsiteY9" fmla="*/ 929288 h 5968515"/>
              <a:gd name="connsiteX10" fmla="*/ 5620107 w 6312646"/>
              <a:gd name="connsiteY10" fmla="*/ 944754 h 5968515"/>
              <a:gd name="connsiteX11" fmla="*/ 5639449 w 6312646"/>
              <a:gd name="connsiteY11" fmla="*/ 962947 h 5968515"/>
              <a:gd name="connsiteX12" fmla="*/ 5598674 w 6312646"/>
              <a:gd name="connsiteY12" fmla="*/ 960824 h 5968515"/>
              <a:gd name="connsiteX13" fmla="*/ 5620107 w 6312646"/>
              <a:gd name="connsiteY13" fmla="*/ 944754 h 5968515"/>
              <a:gd name="connsiteX14" fmla="*/ 5708637 w 6312646"/>
              <a:gd name="connsiteY14" fmla="*/ 934021 h 5968515"/>
              <a:gd name="connsiteX15" fmla="*/ 5686191 w 6312646"/>
              <a:gd name="connsiteY15" fmla="*/ 948643 h 5968515"/>
              <a:gd name="connsiteX16" fmla="*/ 5686939 w 6312646"/>
              <a:gd name="connsiteY16" fmla="*/ 934275 h 5968515"/>
              <a:gd name="connsiteX17" fmla="*/ 5669335 w 6312646"/>
              <a:gd name="connsiteY17" fmla="*/ 933359 h 5968515"/>
              <a:gd name="connsiteX18" fmla="*/ 5665220 w 6312646"/>
              <a:gd name="connsiteY18" fmla="*/ 1012425 h 5968515"/>
              <a:gd name="connsiteX19" fmla="*/ 5665219 w 6312646"/>
              <a:gd name="connsiteY19" fmla="*/ 1012451 h 5968515"/>
              <a:gd name="connsiteX20" fmla="*/ 5682822 w 6312646"/>
              <a:gd name="connsiteY20" fmla="*/ 1013367 h 5968515"/>
              <a:gd name="connsiteX21" fmla="*/ 5685065 w 6312646"/>
              <a:gd name="connsiteY21" fmla="*/ 970277 h 5968515"/>
              <a:gd name="connsiteX22" fmla="*/ 5705529 w 6312646"/>
              <a:gd name="connsiteY22" fmla="*/ 952133 h 5968515"/>
              <a:gd name="connsiteX23" fmla="*/ 5709387 w 6312646"/>
              <a:gd name="connsiteY23" fmla="*/ 952334 h 5968515"/>
              <a:gd name="connsiteX24" fmla="*/ 5710336 w 6312646"/>
              <a:gd name="connsiteY24" fmla="*/ 934110 h 5968515"/>
              <a:gd name="connsiteX25" fmla="*/ 5527487 w 6312646"/>
              <a:gd name="connsiteY25" fmla="*/ 923836 h 5968515"/>
              <a:gd name="connsiteX26" fmla="*/ 5487632 w 6312646"/>
              <a:gd name="connsiteY26" fmla="*/ 963573 h 5968515"/>
              <a:gd name="connsiteX27" fmla="*/ 5523146 w 6312646"/>
              <a:gd name="connsiteY27" fmla="*/ 1007232 h 5968515"/>
              <a:gd name="connsiteX28" fmla="*/ 5550511 w 6312646"/>
              <a:gd name="connsiteY28" fmla="*/ 993328 h 5968515"/>
              <a:gd name="connsiteX29" fmla="*/ 5549828 w 6312646"/>
              <a:gd name="connsiteY29" fmla="*/ 1006457 h 5968515"/>
              <a:gd name="connsiteX30" fmla="*/ 5567444 w 6312646"/>
              <a:gd name="connsiteY30" fmla="*/ 1007374 h 5968515"/>
              <a:gd name="connsiteX31" fmla="*/ 5571560 w 6312646"/>
              <a:gd name="connsiteY31" fmla="*/ 928308 h 5968515"/>
              <a:gd name="connsiteX32" fmla="*/ 5553944 w 6312646"/>
              <a:gd name="connsiteY32" fmla="*/ 927391 h 5968515"/>
              <a:gd name="connsiteX33" fmla="*/ 5553261 w 6312646"/>
              <a:gd name="connsiteY33" fmla="*/ 940507 h 5968515"/>
              <a:gd name="connsiteX34" fmla="*/ 5527487 w 6312646"/>
              <a:gd name="connsiteY34" fmla="*/ 923836 h 5968515"/>
              <a:gd name="connsiteX35" fmla="*/ 5306135 w 6312646"/>
              <a:gd name="connsiteY35" fmla="*/ 912302 h 5968515"/>
              <a:gd name="connsiteX36" fmla="*/ 5262716 w 6312646"/>
              <a:gd name="connsiteY36" fmla="*/ 951853 h 5968515"/>
              <a:gd name="connsiteX37" fmla="*/ 5301794 w 6312646"/>
              <a:gd name="connsiteY37" fmla="*/ 995698 h 5968515"/>
              <a:gd name="connsiteX38" fmla="*/ 5345213 w 6312646"/>
              <a:gd name="connsiteY38" fmla="*/ 956147 h 5968515"/>
              <a:gd name="connsiteX39" fmla="*/ 5306135 w 6312646"/>
              <a:gd name="connsiteY39" fmla="*/ 912302 h 5968515"/>
              <a:gd name="connsiteX40" fmla="*/ 5620956 w 6312646"/>
              <a:gd name="connsiteY40" fmla="*/ 928676 h 5968515"/>
              <a:gd name="connsiteX41" fmla="*/ 5579710 w 6312646"/>
              <a:gd name="connsiteY41" fmla="*/ 968340 h 5968515"/>
              <a:gd name="connsiteX42" fmla="*/ 5579696 w 6312646"/>
              <a:gd name="connsiteY42" fmla="*/ 968352 h 5968515"/>
              <a:gd name="connsiteX43" fmla="*/ 5617995 w 6312646"/>
              <a:gd name="connsiteY43" fmla="*/ 1012157 h 5968515"/>
              <a:gd name="connsiteX44" fmla="*/ 5653372 w 6312646"/>
              <a:gd name="connsiteY44" fmla="*/ 996185 h 5968515"/>
              <a:gd name="connsiteX45" fmla="*/ 5641856 w 6312646"/>
              <a:gd name="connsiteY45" fmla="*/ 985367 h 5968515"/>
              <a:gd name="connsiteX46" fmla="*/ 5618844 w 6312646"/>
              <a:gd name="connsiteY46" fmla="*/ 996091 h 5968515"/>
              <a:gd name="connsiteX47" fmla="*/ 5597488 w 6312646"/>
              <a:gd name="connsiteY47" fmla="*/ 975002 h 5968515"/>
              <a:gd name="connsiteX48" fmla="*/ 5656645 w 6312646"/>
              <a:gd name="connsiteY48" fmla="*/ 978082 h 5968515"/>
              <a:gd name="connsiteX49" fmla="*/ 5657443 w 6312646"/>
              <a:gd name="connsiteY49" fmla="*/ 971618 h 5968515"/>
              <a:gd name="connsiteX50" fmla="*/ 5620956 w 6312646"/>
              <a:gd name="connsiteY50" fmla="*/ 928676 h 5968515"/>
              <a:gd name="connsiteX51" fmla="*/ 5383207 w 6312646"/>
              <a:gd name="connsiteY51" fmla="*/ 895555 h 5968515"/>
              <a:gd name="connsiteX52" fmla="*/ 5365309 w 6312646"/>
              <a:gd name="connsiteY52" fmla="*/ 900041 h 5968515"/>
              <a:gd name="connsiteX53" fmla="*/ 5364401 w 6312646"/>
              <a:gd name="connsiteY53" fmla="*/ 917486 h 5968515"/>
              <a:gd name="connsiteX54" fmla="*/ 5349111 w 6312646"/>
              <a:gd name="connsiteY54" fmla="*/ 916690 h 5968515"/>
              <a:gd name="connsiteX55" fmla="*/ 5348323 w 6312646"/>
              <a:gd name="connsiteY55" fmla="*/ 931824 h 5968515"/>
              <a:gd name="connsiteX56" fmla="*/ 5363613 w 6312646"/>
              <a:gd name="connsiteY56" fmla="*/ 932620 h 5968515"/>
              <a:gd name="connsiteX57" fmla="*/ 5361596 w 6312646"/>
              <a:gd name="connsiteY57" fmla="*/ 971381 h 5968515"/>
              <a:gd name="connsiteX58" fmla="*/ 5385682 w 6312646"/>
              <a:gd name="connsiteY58" fmla="*/ 999578 h 5968515"/>
              <a:gd name="connsiteX59" fmla="*/ 5397188 w 6312646"/>
              <a:gd name="connsiteY59" fmla="*/ 998781 h 5968515"/>
              <a:gd name="connsiteX60" fmla="*/ 5397199 w 6312646"/>
              <a:gd name="connsiteY60" fmla="*/ 998807 h 5968515"/>
              <a:gd name="connsiteX61" fmla="*/ 5397971 w 6312646"/>
              <a:gd name="connsiteY61" fmla="*/ 983980 h 5968515"/>
              <a:gd name="connsiteX62" fmla="*/ 5391304 w 6312646"/>
              <a:gd name="connsiteY62" fmla="*/ 984094 h 5968515"/>
              <a:gd name="connsiteX63" fmla="*/ 5379300 w 6312646"/>
              <a:gd name="connsiteY63" fmla="*/ 970612 h 5968515"/>
              <a:gd name="connsiteX64" fmla="*/ 5381229 w 6312646"/>
              <a:gd name="connsiteY64" fmla="*/ 933550 h 5968515"/>
              <a:gd name="connsiteX65" fmla="*/ 5400544 w 6312646"/>
              <a:gd name="connsiteY65" fmla="*/ 934555 h 5968515"/>
              <a:gd name="connsiteX66" fmla="*/ 5401332 w 6312646"/>
              <a:gd name="connsiteY66" fmla="*/ 919421 h 5968515"/>
              <a:gd name="connsiteX67" fmla="*/ 5382017 w 6312646"/>
              <a:gd name="connsiteY67" fmla="*/ 918416 h 5968515"/>
              <a:gd name="connsiteX68" fmla="*/ 5414595 w 6312646"/>
              <a:gd name="connsiteY68" fmla="*/ 891004 h 5968515"/>
              <a:gd name="connsiteX69" fmla="*/ 5408967 w 6312646"/>
              <a:gd name="connsiteY69" fmla="*/ 999112 h 5968515"/>
              <a:gd name="connsiteX70" fmla="*/ 5426558 w 6312646"/>
              <a:gd name="connsiteY70" fmla="*/ 1000028 h 5968515"/>
              <a:gd name="connsiteX71" fmla="*/ 5429001 w 6312646"/>
              <a:gd name="connsiteY71" fmla="*/ 953081 h 5968515"/>
              <a:gd name="connsiteX72" fmla="*/ 5446358 w 6312646"/>
              <a:gd name="connsiteY72" fmla="*/ 935096 h 5968515"/>
              <a:gd name="connsiteX73" fmla="*/ 5460894 w 6312646"/>
              <a:gd name="connsiteY73" fmla="*/ 953345 h 5968515"/>
              <a:gd name="connsiteX74" fmla="*/ 5458378 w 6312646"/>
              <a:gd name="connsiteY74" fmla="*/ 1001684 h 5968515"/>
              <a:gd name="connsiteX75" fmla="*/ 5475994 w 6312646"/>
              <a:gd name="connsiteY75" fmla="*/ 1002601 h 5968515"/>
              <a:gd name="connsiteX76" fmla="*/ 5478671 w 6312646"/>
              <a:gd name="connsiteY76" fmla="*/ 951172 h 5968515"/>
              <a:gd name="connsiteX77" fmla="*/ 5454431 w 6312646"/>
              <a:gd name="connsiteY77" fmla="*/ 920021 h 5968515"/>
              <a:gd name="connsiteX78" fmla="*/ 5430140 w 6312646"/>
              <a:gd name="connsiteY78" fmla="*/ 931460 h 5968515"/>
              <a:gd name="connsiteX79" fmla="*/ 5432198 w 6312646"/>
              <a:gd name="connsiteY79" fmla="*/ 891920 h 5968515"/>
              <a:gd name="connsiteX80" fmla="*/ 5207225 w 6312646"/>
              <a:gd name="connsiteY80" fmla="*/ 878353 h 5968515"/>
              <a:gd name="connsiteX81" fmla="*/ 5149926 w 6312646"/>
              <a:gd name="connsiteY81" fmla="*/ 931588 h 5968515"/>
              <a:gd name="connsiteX82" fmla="*/ 5199063 w 6312646"/>
              <a:gd name="connsiteY82" fmla="*/ 990363 h 5968515"/>
              <a:gd name="connsiteX83" fmla="*/ 5232959 w 6312646"/>
              <a:gd name="connsiteY83" fmla="*/ 976018 h 5968515"/>
              <a:gd name="connsiteX84" fmla="*/ 5232236 w 6312646"/>
              <a:gd name="connsiteY84" fmla="*/ 989913 h 5968515"/>
              <a:gd name="connsiteX85" fmla="*/ 5250158 w 6312646"/>
              <a:gd name="connsiteY85" fmla="*/ 990846 h 5968515"/>
              <a:gd name="connsiteX86" fmla="*/ 5253117 w 6312646"/>
              <a:gd name="connsiteY86" fmla="*/ 934014 h 5968515"/>
              <a:gd name="connsiteX87" fmla="*/ 5206311 w 6312646"/>
              <a:gd name="connsiteY87" fmla="*/ 931578 h 5968515"/>
              <a:gd name="connsiteX88" fmla="*/ 5205394 w 6312646"/>
              <a:gd name="connsiteY88" fmla="*/ 949189 h 5968515"/>
              <a:gd name="connsiteX89" fmla="*/ 5232731 w 6312646"/>
              <a:gd name="connsiteY89" fmla="*/ 950612 h 5968515"/>
              <a:gd name="connsiteX90" fmla="*/ 5202356 w 6312646"/>
              <a:gd name="connsiteY90" fmla="*/ 971646 h 5968515"/>
              <a:gd name="connsiteX91" fmla="*/ 5170926 w 6312646"/>
              <a:gd name="connsiteY91" fmla="*/ 932694 h 5968515"/>
              <a:gd name="connsiteX92" fmla="*/ 5206230 w 6312646"/>
              <a:gd name="connsiteY92" fmla="*/ 897216 h 5968515"/>
              <a:gd name="connsiteX93" fmla="*/ 5234709 w 6312646"/>
              <a:gd name="connsiteY93" fmla="*/ 915576 h 5968515"/>
              <a:gd name="connsiteX94" fmla="*/ 5251971 w 6312646"/>
              <a:gd name="connsiteY94" fmla="*/ 905321 h 5968515"/>
              <a:gd name="connsiteX95" fmla="*/ 5207211 w 6312646"/>
              <a:gd name="connsiteY95" fmla="*/ 878365 h 5968515"/>
              <a:gd name="connsiteX96" fmla="*/ 4931941 w 6312646"/>
              <a:gd name="connsiteY96" fmla="*/ 859068 h 5968515"/>
              <a:gd name="connsiteX97" fmla="*/ 4931949 w 6312646"/>
              <a:gd name="connsiteY97" fmla="*/ 859074 h 5968515"/>
              <a:gd name="connsiteX98" fmla="*/ 4930422 w 6312646"/>
              <a:gd name="connsiteY98" fmla="*/ 860449 h 5968515"/>
              <a:gd name="connsiteX99" fmla="*/ 5001872 w 6312646"/>
              <a:gd name="connsiteY99" fmla="*/ 958355 h 5968515"/>
              <a:gd name="connsiteX100" fmla="*/ 5047524 w 6312646"/>
              <a:gd name="connsiteY100" fmla="*/ 988840 h 5968515"/>
              <a:gd name="connsiteX101" fmla="*/ 5021923 w 6312646"/>
              <a:gd name="connsiteY101" fmla="*/ 940280 h 5968515"/>
              <a:gd name="connsiteX102" fmla="*/ 4974446 w 6312646"/>
              <a:gd name="connsiteY102" fmla="*/ 892989 h 5968515"/>
              <a:gd name="connsiteX103" fmla="*/ 4931949 w 6312646"/>
              <a:gd name="connsiteY103" fmla="*/ 859074 h 5968515"/>
              <a:gd name="connsiteX104" fmla="*/ 4931954 w 6312646"/>
              <a:gd name="connsiteY104" fmla="*/ 859069 h 5968515"/>
              <a:gd name="connsiteX105" fmla="*/ 4828570 w 6312646"/>
              <a:gd name="connsiteY105" fmla="*/ 840690 h 5968515"/>
              <a:gd name="connsiteX106" fmla="*/ 4795681 w 6312646"/>
              <a:gd name="connsiteY106" fmla="*/ 850695 h 5968515"/>
              <a:gd name="connsiteX107" fmla="*/ 4827353 w 6312646"/>
              <a:gd name="connsiteY107" fmla="*/ 864061 h 5968515"/>
              <a:gd name="connsiteX108" fmla="*/ 4890314 w 6312646"/>
              <a:gd name="connsiteY108" fmla="*/ 859552 h 5968515"/>
              <a:gd name="connsiteX109" fmla="*/ 4799381 w 6312646"/>
              <a:gd name="connsiteY109" fmla="*/ 929733 h 5968515"/>
              <a:gd name="connsiteX110" fmla="*/ 4768622 w 6312646"/>
              <a:gd name="connsiteY110" fmla="*/ 974361 h 5968515"/>
              <a:gd name="connsiteX111" fmla="*/ 4816683 w 6312646"/>
              <a:gd name="connsiteY111" fmla="*/ 948728 h 5968515"/>
              <a:gd name="connsiteX112" fmla="*/ 4896674 w 6312646"/>
              <a:gd name="connsiteY112" fmla="*/ 866542 h 5968515"/>
              <a:gd name="connsiteX113" fmla="*/ 4885637 w 6312646"/>
              <a:gd name="connsiteY113" fmla="*/ 928729 h 5968515"/>
              <a:gd name="connsiteX114" fmla="*/ 4895645 w 6312646"/>
              <a:gd name="connsiteY114" fmla="*/ 961598 h 5968515"/>
              <a:gd name="connsiteX115" fmla="*/ 4909014 w 6312646"/>
              <a:gd name="connsiteY115" fmla="*/ 929946 h 5968515"/>
              <a:gd name="connsiteX116" fmla="*/ 4902025 w 6312646"/>
              <a:gd name="connsiteY116" fmla="*/ 856269 h 5968515"/>
              <a:gd name="connsiteX117" fmla="*/ 4901672 w 6312646"/>
              <a:gd name="connsiteY117" fmla="*/ 855661 h 5968515"/>
              <a:gd name="connsiteX118" fmla="*/ 4901660 w 6312646"/>
              <a:gd name="connsiteY118" fmla="*/ 855648 h 5968515"/>
              <a:gd name="connsiteX119" fmla="*/ 4901141 w 6312646"/>
              <a:gd name="connsiteY119" fmla="*/ 855288 h 5968515"/>
              <a:gd name="connsiteX120" fmla="*/ 4828570 w 6312646"/>
              <a:gd name="connsiteY120" fmla="*/ 840690 h 5968515"/>
              <a:gd name="connsiteX121" fmla="*/ 5015852 w 6312646"/>
              <a:gd name="connsiteY121" fmla="*/ 837414 h 5968515"/>
              <a:gd name="connsiteX122" fmla="*/ 4935784 w 6312646"/>
              <a:gd name="connsiteY122" fmla="*/ 844068 h 5968515"/>
              <a:gd name="connsiteX123" fmla="*/ 4935691 w 6312646"/>
              <a:gd name="connsiteY123" fmla="*/ 845856 h 5968515"/>
              <a:gd name="connsiteX124" fmla="*/ 5014636 w 6312646"/>
              <a:gd name="connsiteY124" fmla="*/ 860773 h 5968515"/>
              <a:gd name="connsiteX125" fmla="*/ 5050335 w 6312646"/>
              <a:gd name="connsiteY125" fmla="*/ 850927 h 5968515"/>
              <a:gd name="connsiteX126" fmla="*/ 5015852 w 6312646"/>
              <a:gd name="connsiteY126" fmla="*/ 837414 h 5968515"/>
              <a:gd name="connsiteX127" fmla="*/ 5184468 w 6312646"/>
              <a:gd name="connsiteY127" fmla="*/ 785721 h 5968515"/>
              <a:gd name="connsiteX128" fmla="*/ 5215369 w 6312646"/>
              <a:gd name="connsiteY128" fmla="*/ 787330 h 5968515"/>
              <a:gd name="connsiteX129" fmla="*/ 5231466 w 6312646"/>
              <a:gd name="connsiteY129" fmla="*/ 802421 h 5968515"/>
              <a:gd name="connsiteX130" fmla="*/ 5213890 w 6312646"/>
              <a:gd name="connsiteY130" fmla="*/ 815759 h 5968515"/>
              <a:gd name="connsiteX131" fmla="*/ 5213890 w 6312646"/>
              <a:gd name="connsiteY131" fmla="*/ 815746 h 5968515"/>
              <a:gd name="connsiteX132" fmla="*/ 5182989 w 6312646"/>
              <a:gd name="connsiteY132" fmla="*/ 814137 h 5968515"/>
              <a:gd name="connsiteX133" fmla="*/ 5766204 w 6312646"/>
              <a:gd name="connsiteY133" fmla="*/ 798343 h 5968515"/>
              <a:gd name="connsiteX134" fmla="*/ 5787936 w 6312646"/>
              <a:gd name="connsiteY134" fmla="*/ 824253 h 5968515"/>
              <a:gd name="connsiteX135" fmla="*/ 5763631 w 6312646"/>
              <a:gd name="connsiteY135" fmla="*/ 847767 h 5968515"/>
              <a:gd name="connsiteX136" fmla="*/ 5741899 w 6312646"/>
              <a:gd name="connsiteY136" fmla="*/ 821857 h 5968515"/>
              <a:gd name="connsiteX137" fmla="*/ 5766204 w 6312646"/>
              <a:gd name="connsiteY137" fmla="*/ 798343 h 5968515"/>
              <a:gd name="connsiteX138" fmla="*/ 5304032 w 6312646"/>
              <a:gd name="connsiteY138" fmla="*/ 774286 h 5968515"/>
              <a:gd name="connsiteX139" fmla="*/ 5325765 w 6312646"/>
              <a:gd name="connsiteY139" fmla="*/ 800196 h 5968515"/>
              <a:gd name="connsiteX140" fmla="*/ 5301460 w 6312646"/>
              <a:gd name="connsiteY140" fmla="*/ 823710 h 5968515"/>
              <a:gd name="connsiteX141" fmla="*/ 5279727 w 6312646"/>
              <a:gd name="connsiteY141" fmla="*/ 797800 h 5968515"/>
              <a:gd name="connsiteX142" fmla="*/ 5304032 w 6312646"/>
              <a:gd name="connsiteY142" fmla="*/ 774286 h 5968515"/>
              <a:gd name="connsiteX143" fmla="*/ 5568685 w 6312646"/>
              <a:gd name="connsiteY143" fmla="*/ 787139 h 5968515"/>
              <a:gd name="connsiteX144" fmla="*/ 5588028 w 6312646"/>
              <a:gd name="connsiteY144" fmla="*/ 805332 h 5968515"/>
              <a:gd name="connsiteX145" fmla="*/ 5547253 w 6312646"/>
              <a:gd name="connsiteY145" fmla="*/ 803209 h 5968515"/>
              <a:gd name="connsiteX146" fmla="*/ 5568685 w 6312646"/>
              <a:gd name="connsiteY146" fmla="*/ 787139 h 5968515"/>
              <a:gd name="connsiteX147" fmla="*/ 5697930 w 6312646"/>
              <a:gd name="connsiteY147" fmla="*/ 779934 h 5968515"/>
              <a:gd name="connsiteX148" fmla="*/ 5693815 w 6312646"/>
              <a:gd name="connsiteY148" fmla="*/ 859001 h 5968515"/>
              <a:gd name="connsiteX149" fmla="*/ 5711430 w 6312646"/>
              <a:gd name="connsiteY149" fmla="*/ 859918 h 5968515"/>
              <a:gd name="connsiteX150" fmla="*/ 5715545 w 6312646"/>
              <a:gd name="connsiteY150" fmla="*/ 780851 h 5968515"/>
              <a:gd name="connsiteX151" fmla="*/ 5398332 w 6312646"/>
              <a:gd name="connsiteY151" fmla="*/ 762944 h 5968515"/>
              <a:gd name="connsiteX152" fmla="*/ 5375885 w 6312646"/>
              <a:gd name="connsiteY152" fmla="*/ 777578 h 5968515"/>
              <a:gd name="connsiteX153" fmla="*/ 5376633 w 6312646"/>
              <a:gd name="connsiteY153" fmla="*/ 763210 h 5968515"/>
              <a:gd name="connsiteX154" fmla="*/ 5359017 w 6312646"/>
              <a:gd name="connsiteY154" fmla="*/ 762293 h 5968515"/>
              <a:gd name="connsiteX155" fmla="*/ 5354902 w 6312646"/>
              <a:gd name="connsiteY155" fmla="*/ 841360 h 5968515"/>
              <a:gd name="connsiteX156" fmla="*/ 5372518 w 6312646"/>
              <a:gd name="connsiteY156" fmla="*/ 842277 h 5968515"/>
              <a:gd name="connsiteX157" fmla="*/ 5374761 w 6312646"/>
              <a:gd name="connsiteY157" fmla="*/ 799186 h 5968515"/>
              <a:gd name="connsiteX158" fmla="*/ 5395225 w 6312646"/>
              <a:gd name="connsiteY158" fmla="*/ 781056 h 5968515"/>
              <a:gd name="connsiteX159" fmla="*/ 5399083 w 6312646"/>
              <a:gd name="connsiteY159" fmla="*/ 781256 h 5968515"/>
              <a:gd name="connsiteX160" fmla="*/ 5400031 w 6312646"/>
              <a:gd name="connsiteY160" fmla="*/ 763032 h 5968515"/>
              <a:gd name="connsiteX161" fmla="*/ 5763536 w 6312646"/>
              <a:gd name="connsiteY161" fmla="*/ 781185 h 5968515"/>
              <a:gd name="connsiteX162" fmla="*/ 5723669 w 6312646"/>
              <a:gd name="connsiteY162" fmla="*/ 820921 h 5968515"/>
              <a:gd name="connsiteX163" fmla="*/ 5759195 w 6312646"/>
              <a:gd name="connsiteY163" fmla="*/ 864581 h 5968515"/>
              <a:gd name="connsiteX164" fmla="*/ 5786561 w 6312646"/>
              <a:gd name="connsiteY164" fmla="*/ 850677 h 5968515"/>
              <a:gd name="connsiteX165" fmla="*/ 5785877 w 6312646"/>
              <a:gd name="connsiteY165" fmla="*/ 863806 h 5968515"/>
              <a:gd name="connsiteX166" fmla="*/ 5803481 w 6312646"/>
              <a:gd name="connsiteY166" fmla="*/ 864722 h 5968515"/>
              <a:gd name="connsiteX167" fmla="*/ 5807596 w 6312646"/>
              <a:gd name="connsiteY167" fmla="*/ 785655 h 5968515"/>
              <a:gd name="connsiteX168" fmla="*/ 5789993 w 6312646"/>
              <a:gd name="connsiteY168" fmla="*/ 784739 h 5968515"/>
              <a:gd name="connsiteX169" fmla="*/ 5789310 w 6312646"/>
              <a:gd name="connsiteY169" fmla="*/ 797855 h 5968515"/>
              <a:gd name="connsiteX170" fmla="*/ 5763536 w 6312646"/>
              <a:gd name="connsiteY170" fmla="*/ 781185 h 5968515"/>
              <a:gd name="connsiteX171" fmla="*/ 5301352 w 6312646"/>
              <a:gd name="connsiteY171" fmla="*/ 757127 h 5968515"/>
              <a:gd name="connsiteX172" fmla="*/ 5261484 w 6312646"/>
              <a:gd name="connsiteY172" fmla="*/ 796863 h 5968515"/>
              <a:gd name="connsiteX173" fmla="*/ 5297011 w 6312646"/>
              <a:gd name="connsiteY173" fmla="*/ 840523 h 5968515"/>
              <a:gd name="connsiteX174" fmla="*/ 5324377 w 6312646"/>
              <a:gd name="connsiteY174" fmla="*/ 826619 h 5968515"/>
              <a:gd name="connsiteX175" fmla="*/ 5323693 w 6312646"/>
              <a:gd name="connsiteY175" fmla="*/ 839748 h 5968515"/>
              <a:gd name="connsiteX176" fmla="*/ 5341296 w 6312646"/>
              <a:gd name="connsiteY176" fmla="*/ 840664 h 5968515"/>
              <a:gd name="connsiteX177" fmla="*/ 5345412 w 6312646"/>
              <a:gd name="connsiteY177" fmla="*/ 761598 h 5968515"/>
              <a:gd name="connsiteX178" fmla="*/ 5327809 w 6312646"/>
              <a:gd name="connsiteY178" fmla="*/ 760681 h 5968515"/>
              <a:gd name="connsiteX179" fmla="*/ 5327126 w 6312646"/>
              <a:gd name="connsiteY179" fmla="*/ 773797 h 5968515"/>
              <a:gd name="connsiteX180" fmla="*/ 5301352 w 6312646"/>
              <a:gd name="connsiteY180" fmla="*/ 757127 h 5968515"/>
              <a:gd name="connsiteX181" fmla="*/ 5659274 w 6312646"/>
              <a:gd name="connsiteY181" fmla="*/ 775745 h 5968515"/>
              <a:gd name="connsiteX182" fmla="*/ 5634981 w 6312646"/>
              <a:gd name="connsiteY182" fmla="*/ 787184 h 5968515"/>
              <a:gd name="connsiteX183" fmla="*/ 5635528 w 6312646"/>
              <a:gd name="connsiteY183" fmla="*/ 776686 h 5968515"/>
              <a:gd name="connsiteX184" fmla="*/ 5617926 w 6312646"/>
              <a:gd name="connsiteY184" fmla="*/ 775770 h 5968515"/>
              <a:gd name="connsiteX185" fmla="*/ 5613810 w 6312646"/>
              <a:gd name="connsiteY185" fmla="*/ 854836 h 5968515"/>
              <a:gd name="connsiteX186" fmla="*/ 5631400 w 6312646"/>
              <a:gd name="connsiteY186" fmla="*/ 855752 h 5968515"/>
              <a:gd name="connsiteX187" fmla="*/ 5633844 w 6312646"/>
              <a:gd name="connsiteY187" fmla="*/ 808805 h 5968515"/>
              <a:gd name="connsiteX188" fmla="*/ 5651200 w 6312646"/>
              <a:gd name="connsiteY188" fmla="*/ 790820 h 5968515"/>
              <a:gd name="connsiteX189" fmla="*/ 5665736 w 6312646"/>
              <a:gd name="connsiteY189" fmla="*/ 809069 h 5968515"/>
              <a:gd name="connsiteX190" fmla="*/ 5663220 w 6312646"/>
              <a:gd name="connsiteY190" fmla="*/ 857408 h 5968515"/>
              <a:gd name="connsiteX191" fmla="*/ 5680836 w 6312646"/>
              <a:gd name="connsiteY191" fmla="*/ 858325 h 5968515"/>
              <a:gd name="connsiteX192" fmla="*/ 5683513 w 6312646"/>
              <a:gd name="connsiteY192" fmla="*/ 806895 h 5968515"/>
              <a:gd name="connsiteX193" fmla="*/ 5659274 w 6312646"/>
              <a:gd name="connsiteY193" fmla="*/ 775745 h 5968515"/>
              <a:gd name="connsiteX194" fmla="*/ 5569534 w 6312646"/>
              <a:gd name="connsiteY194" fmla="*/ 771074 h 5968515"/>
              <a:gd name="connsiteX195" fmla="*/ 5528275 w 6312646"/>
              <a:gd name="connsiteY195" fmla="*/ 810737 h 5968515"/>
              <a:gd name="connsiteX196" fmla="*/ 5566573 w 6312646"/>
              <a:gd name="connsiteY196" fmla="*/ 854542 h 5968515"/>
              <a:gd name="connsiteX197" fmla="*/ 5601951 w 6312646"/>
              <a:gd name="connsiteY197" fmla="*/ 838570 h 5968515"/>
              <a:gd name="connsiteX198" fmla="*/ 5590434 w 6312646"/>
              <a:gd name="connsiteY198" fmla="*/ 827752 h 5968515"/>
              <a:gd name="connsiteX199" fmla="*/ 5567423 w 6312646"/>
              <a:gd name="connsiteY199" fmla="*/ 838476 h 5968515"/>
              <a:gd name="connsiteX200" fmla="*/ 5546066 w 6312646"/>
              <a:gd name="connsiteY200" fmla="*/ 817387 h 5968515"/>
              <a:gd name="connsiteX201" fmla="*/ 5605223 w 6312646"/>
              <a:gd name="connsiteY201" fmla="*/ 820467 h 5968515"/>
              <a:gd name="connsiteX202" fmla="*/ 5606021 w 6312646"/>
              <a:gd name="connsiteY202" fmla="*/ 814003 h 5968515"/>
              <a:gd name="connsiteX203" fmla="*/ 5569534 w 6312646"/>
              <a:gd name="connsiteY203" fmla="*/ 771074 h 5968515"/>
              <a:gd name="connsiteX204" fmla="*/ 5449355 w 6312646"/>
              <a:gd name="connsiteY204" fmla="*/ 764818 h 5968515"/>
              <a:gd name="connsiteX205" fmla="*/ 5426302 w 6312646"/>
              <a:gd name="connsiteY205" fmla="*/ 776322 h 5968515"/>
              <a:gd name="connsiteX206" fmla="*/ 5426848 w 6312646"/>
              <a:gd name="connsiteY206" fmla="*/ 765824 h 5968515"/>
              <a:gd name="connsiteX207" fmla="*/ 5409233 w 6312646"/>
              <a:gd name="connsiteY207" fmla="*/ 764907 h 5968515"/>
              <a:gd name="connsiteX208" fmla="*/ 5405118 w 6312646"/>
              <a:gd name="connsiteY208" fmla="*/ 843973 h 5968515"/>
              <a:gd name="connsiteX209" fmla="*/ 5422720 w 6312646"/>
              <a:gd name="connsiteY209" fmla="*/ 844890 h 5968515"/>
              <a:gd name="connsiteX210" fmla="*/ 5425163 w 6312646"/>
              <a:gd name="connsiteY210" fmla="*/ 797943 h 5968515"/>
              <a:gd name="connsiteX211" fmla="*/ 5441281 w 6312646"/>
              <a:gd name="connsiteY211" fmla="*/ 779893 h 5968515"/>
              <a:gd name="connsiteX212" fmla="*/ 5454591 w 6312646"/>
              <a:gd name="connsiteY212" fmla="*/ 798079 h 5968515"/>
              <a:gd name="connsiteX213" fmla="*/ 5452075 w 6312646"/>
              <a:gd name="connsiteY213" fmla="*/ 846418 h 5968515"/>
              <a:gd name="connsiteX214" fmla="*/ 5469678 w 6312646"/>
              <a:gd name="connsiteY214" fmla="*/ 847334 h 5968515"/>
              <a:gd name="connsiteX215" fmla="*/ 5472210 w 6312646"/>
              <a:gd name="connsiteY215" fmla="*/ 798688 h 5968515"/>
              <a:gd name="connsiteX216" fmla="*/ 5488240 w 6312646"/>
              <a:gd name="connsiteY216" fmla="*/ 782337 h 5968515"/>
              <a:gd name="connsiteX217" fmla="*/ 5501550 w 6312646"/>
              <a:gd name="connsiteY217" fmla="*/ 800523 h 5968515"/>
              <a:gd name="connsiteX218" fmla="*/ 5499033 w 6312646"/>
              <a:gd name="connsiteY218" fmla="*/ 848862 h 5968515"/>
              <a:gd name="connsiteX219" fmla="*/ 5516649 w 6312646"/>
              <a:gd name="connsiteY219" fmla="*/ 849779 h 5968515"/>
              <a:gd name="connsiteX220" fmla="*/ 5519326 w 6312646"/>
              <a:gd name="connsiteY220" fmla="*/ 798349 h 5968515"/>
              <a:gd name="connsiteX221" fmla="*/ 5494766 w 6312646"/>
              <a:gd name="connsiteY221" fmla="*/ 767182 h 5968515"/>
              <a:gd name="connsiteX222" fmla="*/ 5470274 w 6312646"/>
              <a:gd name="connsiteY222" fmla="*/ 779533 h 5968515"/>
              <a:gd name="connsiteX223" fmla="*/ 5449355 w 6312646"/>
              <a:gd name="connsiteY223" fmla="*/ 764818 h 5968515"/>
              <a:gd name="connsiteX224" fmla="*/ 5186719 w 6312646"/>
              <a:gd name="connsiteY224" fmla="*/ 742478 h 5968515"/>
              <a:gd name="connsiteX225" fmla="*/ 5216688 w 6312646"/>
              <a:gd name="connsiteY225" fmla="*/ 744038 h 5968515"/>
              <a:gd name="connsiteX226" fmla="*/ 5231174 w 6312646"/>
              <a:gd name="connsiteY226" fmla="*/ 757329 h 5968515"/>
              <a:gd name="connsiteX227" fmla="*/ 5215385 w 6312646"/>
              <a:gd name="connsiteY227" fmla="*/ 769057 h 5968515"/>
              <a:gd name="connsiteX228" fmla="*/ 5185417 w 6312646"/>
              <a:gd name="connsiteY228" fmla="*/ 767497 h 5968515"/>
              <a:gd name="connsiteX229" fmla="*/ 4922777 w 6312646"/>
              <a:gd name="connsiteY229" fmla="*/ 719661 h 5968515"/>
              <a:gd name="connsiteX230" fmla="*/ 4909450 w 6312646"/>
              <a:gd name="connsiteY230" fmla="*/ 750777 h 5968515"/>
              <a:gd name="connsiteX231" fmla="*/ 4916503 w 6312646"/>
              <a:gd name="connsiteY231" fmla="*/ 823215 h 5968515"/>
              <a:gd name="connsiteX232" fmla="*/ 4918279 w 6312646"/>
              <a:gd name="connsiteY232" fmla="*/ 823307 h 5968515"/>
              <a:gd name="connsiteX233" fmla="*/ 4932814 w 6312646"/>
              <a:gd name="connsiteY233" fmla="*/ 751993 h 5968515"/>
              <a:gd name="connsiteX234" fmla="*/ 4922777 w 6312646"/>
              <a:gd name="connsiteY234" fmla="*/ 719661 h 5968515"/>
              <a:gd name="connsiteX235" fmla="*/ 5167586 w 6312646"/>
              <a:gd name="connsiteY235" fmla="*/ 723221 h 5968515"/>
              <a:gd name="connsiteX236" fmla="*/ 5161960 w 6312646"/>
              <a:gd name="connsiteY236" fmla="*/ 831317 h 5968515"/>
              <a:gd name="connsiteX237" fmla="*/ 5215254 w 6312646"/>
              <a:gd name="connsiteY237" fmla="*/ 834091 h 5968515"/>
              <a:gd name="connsiteX238" fmla="*/ 5252362 w 6312646"/>
              <a:gd name="connsiteY238" fmla="*/ 805519 h 5968515"/>
              <a:gd name="connsiteX239" fmla="*/ 5234863 w 6312646"/>
              <a:gd name="connsiteY239" fmla="*/ 778753 h 5968515"/>
              <a:gd name="connsiteX240" fmla="*/ 5252323 w 6312646"/>
              <a:gd name="connsiteY240" fmla="*/ 755817 h 5968515"/>
              <a:gd name="connsiteX241" fmla="*/ 5220421 w 6312646"/>
              <a:gd name="connsiteY241" fmla="*/ 725971 h 5968515"/>
              <a:gd name="connsiteX242" fmla="*/ 5708396 w 6312646"/>
              <a:gd name="connsiteY242" fmla="*/ 748413 h 5968515"/>
              <a:gd name="connsiteX243" fmla="*/ 5696852 w 6312646"/>
              <a:gd name="connsiteY243" fmla="*/ 758812 h 5968515"/>
              <a:gd name="connsiteX244" fmla="*/ 5707254 w 6312646"/>
              <a:gd name="connsiteY244" fmla="*/ 770354 h 5968515"/>
              <a:gd name="connsiteX245" fmla="*/ 5718798 w 6312646"/>
              <a:gd name="connsiteY245" fmla="*/ 759955 h 5968515"/>
              <a:gd name="connsiteX246" fmla="*/ 5708396 w 6312646"/>
              <a:gd name="connsiteY246" fmla="*/ 748413 h 5968515"/>
              <a:gd name="connsiteX247" fmla="*/ 5062091 w 6312646"/>
              <a:gd name="connsiteY247" fmla="*/ 711443 h 5968515"/>
              <a:gd name="connsiteX248" fmla="*/ 5013521 w 6312646"/>
              <a:gd name="connsiteY248" fmla="*/ 737023 h 5968515"/>
              <a:gd name="connsiteX249" fmla="*/ 4932293 w 6312646"/>
              <a:gd name="connsiteY249" fmla="*/ 826982 h 5968515"/>
              <a:gd name="connsiteX250" fmla="*/ 4933673 w 6312646"/>
              <a:gd name="connsiteY250" fmla="*/ 828514 h 5968515"/>
              <a:gd name="connsiteX251" fmla="*/ 5031600 w 6312646"/>
              <a:gd name="connsiteY251" fmla="*/ 757083 h 5968515"/>
              <a:gd name="connsiteX252" fmla="*/ 5062091 w 6312646"/>
              <a:gd name="connsiteY252" fmla="*/ 711443 h 5968515"/>
              <a:gd name="connsiteX253" fmla="*/ 4783667 w 6312646"/>
              <a:gd name="connsiteY253" fmla="*/ 696886 h 5968515"/>
              <a:gd name="connsiteX254" fmla="*/ 4809255 w 6312646"/>
              <a:gd name="connsiteY254" fmla="*/ 745446 h 5968515"/>
              <a:gd name="connsiteX255" fmla="*/ 4899237 w 6312646"/>
              <a:gd name="connsiteY255" fmla="*/ 826657 h 5968515"/>
              <a:gd name="connsiteX256" fmla="*/ 4899236 w 6312646"/>
              <a:gd name="connsiteY256" fmla="*/ 826670 h 5968515"/>
              <a:gd name="connsiteX257" fmla="*/ 4900768 w 6312646"/>
              <a:gd name="connsiteY257" fmla="*/ 825290 h 5968515"/>
              <a:gd name="connsiteX258" fmla="*/ 4829319 w 6312646"/>
              <a:gd name="connsiteY258" fmla="*/ 727384 h 5968515"/>
              <a:gd name="connsiteX259" fmla="*/ 4783667 w 6312646"/>
              <a:gd name="connsiteY259" fmla="*/ 696886 h 5968515"/>
              <a:gd name="connsiteX260" fmla="*/ 6312646 w 6312646"/>
              <a:gd name="connsiteY260" fmla="*/ 328585 h 5968515"/>
              <a:gd name="connsiteX261" fmla="*/ 6019077 w 6312646"/>
              <a:gd name="connsiteY261" fmla="*/ 5968515 h 5968515"/>
              <a:gd name="connsiteX262" fmla="*/ 273146 w 6312646"/>
              <a:gd name="connsiteY262" fmla="*/ 5968515 h 5968515"/>
              <a:gd name="connsiteX263" fmla="*/ 0 w 6312646"/>
              <a:gd name="connsiteY263" fmla="*/ 5695369 h 5968515"/>
              <a:gd name="connsiteX264" fmla="*/ 0 w 6312646"/>
              <a:gd name="connsiteY264" fmla="*/ 0 h 5968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6312646" h="5968515">
                <a:moveTo>
                  <a:pt x="5530154" y="940994"/>
                </a:moveTo>
                <a:cubicBezTo>
                  <a:pt x="5543439" y="941686"/>
                  <a:pt x="5552627" y="952690"/>
                  <a:pt x="5551887" y="966905"/>
                </a:cubicBezTo>
                <a:cubicBezTo>
                  <a:pt x="5551147" y="981119"/>
                  <a:pt x="5540867" y="991110"/>
                  <a:pt x="5527582" y="990419"/>
                </a:cubicBezTo>
                <a:cubicBezTo>
                  <a:pt x="5514297" y="989727"/>
                  <a:pt x="5505108" y="978723"/>
                  <a:pt x="5505848" y="964508"/>
                </a:cubicBezTo>
                <a:cubicBezTo>
                  <a:pt x="5506588" y="950294"/>
                  <a:pt x="5516869" y="940303"/>
                  <a:pt x="5530154" y="940994"/>
                </a:cubicBezTo>
                <a:close/>
                <a:moveTo>
                  <a:pt x="5305251" y="929288"/>
                </a:moveTo>
                <a:cubicBezTo>
                  <a:pt x="5318536" y="929979"/>
                  <a:pt x="5327723" y="940984"/>
                  <a:pt x="5326983" y="955198"/>
                </a:cubicBezTo>
                <a:cubicBezTo>
                  <a:pt x="5326243" y="969412"/>
                  <a:pt x="5315963" y="979404"/>
                  <a:pt x="5302678" y="978712"/>
                </a:cubicBezTo>
                <a:cubicBezTo>
                  <a:pt x="5289393" y="978021"/>
                  <a:pt x="5280206" y="967016"/>
                  <a:pt x="5280946" y="952802"/>
                </a:cubicBezTo>
                <a:cubicBezTo>
                  <a:pt x="5281686" y="938587"/>
                  <a:pt x="5291966" y="928596"/>
                  <a:pt x="5305251" y="929288"/>
                </a:cubicBezTo>
                <a:close/>
                <a:moveTo>
                  <a:pt x="5620107" y="944754"/>
                </a:moveTo>
                <a:cubicBezTo>
                  <a:pt x="5629994" y="945269"/>
                  <a:pt x="5637723" y="951562"/>
                  <a:pt x="5639449" y="962947"/>
                </a:cubicBezTo>
                <a:lnTo>
                  <a:pt x="5598674" y="960824"/>
                </a:lnTo>
                <a:cubicBezTo>
                  <a:pt x="5601694" y="950301"/>
                  <a:pt x="5609607" y="944208"/>
                  <a:pt x="5620107" y="944754"/>
                </a:cubicBezTo>
                <a:close/>
                <a:moveTo>
                  <a:pt x="5708637" y="934021"/>
                </a:moveTo>
                <a:cubicBezTo>
                  <a:pt x="5697051" y="933418"/>
                  <a:pt x="5689150" y="939512"/>
                  <a:pt x="5686191" y="948643"/>
                </a:cubicBezTo>
                <a:lnTo>
                  <a:pt x="5686939" y="934275"/>
                </a:lnTo>
                <a:lnTo>
                  <a:pt x="5669335" y="933359"/>
                </a:lnTo>
                <a:lnTo>
                  <a:pt x="5665220" y="1012425"/>
                </a:lnTo>
                <a:lnTo>
                  <a:pt x="5665219" y="1012451"/>
                </a:lnTo>
                <a:lnTo>
                  <a:pt x="5682822" y="1013367"/>
                </a:lnTo>
                <a:lnTo>
                  <a:pt x="5685065" y="970277"/>
                </a:lnTo>
                <a:cubicBezTo>
                  <a:pt x="5685748" y="957148"/>
                  <a:pt x="5691618" y="951409"/>
                  <a:pt x="5705529" y="952133"/>
                </a:cubicBezTo>
                <a:lnTo>
                  <a:pt x="5709387" y="952334"/>
                </a:lnTo>
                <a:lnTo>
                  <a:pt x="5710336" y="934110"/>
                </a:lnTo>
                <a:close/>
                <a:moveTo>
                  <a:pt x="5527487" y="923836"/>
                </a:moveTo>
                <a:cubicBezTo>
                  <a:pt x="5506792" y="922759"/>
                  <a:pt x="5488895" y="939320"/>
                  <a:pt x="5487632" y="963573"/>
                </a:cubicBezTo>
                <a:cubicBezTo>
                  <a:pt x="5486370" y="987825"/>
                  <a:pt x="5502451" y="1006155"/>
                  <a:pt x="5523146" y="1007232"/>
                </a:cubicBezTo>
                <a:cubicBezTo>
                  <a:pt x="5535345" y="1007867"/>
                  <a:pt x="5544739" y="1003093"/>
                  <a:pt x="5550511" y="993328"/>
                </a:cubicBezTo>
                <a:lnTo>
                  <a:pt x="5549828" y="1006457"/>
                </a:lnTo>
                <a:lnTo>
                  <a:pt x="5567444" y="1007374"/>
                </a:lnTo>
                <a:lnTo>
                  <a:pt x="5571560" y="928308"/>
                </a:lnTo>
                <a:lnTo>
                  <a:pt x="5553944" y="927391"/>
                </a:lnTo>
                <a:lnTo>
                  <a:pt x="5553261" y="940507"/>
                </a:lnTo>
                <a:cubicBezTo>
                  <a:pt x="5548534" y="930195"/>
                  <a:pt x="5539686" y="924471"/>
                  <a:pt x="5527487" y="923836"/>
                </a:cubicBezTo>
                <a:close/>
                <a:moveTo>
                  <a:pt x="5306135" y="912302"/>
                </a:moveTo>
                <a:cubicBezTo>
                  <a:pt x="5282656" y="911080"/>
                  <a:pt x="5263979" y="927600"/>
                  <a:pt x="5262716" y="951853"/>
                </a:cubicBezTo>
                <a:cubicBezTo>
                  <a:pt x="5261454" y="976105"/>
                  <a:pt x="5278315" y="994476"/>
                  <a:pt x="5301794" y="995698"/>
                </a:cubicBezTo>
                <a:cubicBezTo>
                  <a:pt x="5325273" y="996920"/>
                  <a:pt x="5343950" y="980399"/>
                  <a:pt x="5345213" y="956147"/>
                </a:cubicBezTo>
                <a:cubicBezTo>
                  <a:pt x="5346475" y="931894"/>
                  <a:pt x="5329614" y="913524"/>
                  <a:pt x="5306135" y="912302"/>
                </a:cubicBezTo>
                <a:close/>
                <a:moveTo>
                  <a:pt x="5620956" y="928676"/>
                </a:moveTo>
                <a:cubicBezTo>
                  <a:pt x="5597785" y="927470"/>
                  <a:pt x="5580964" y="944254"/>
                  <a:pt x="5579710" y="968340"/>
                </a:cubicBezTo>
                <a:lnTo>
                  <a:pt x="5579696" y="968352"/>
                </a:lnTo>
                <a:cubicBezTo>
                  <a:pt x="5578442" y="992439"/>
                  <a:pt x="5594669" y="1010943"/>
                  <a:pt x="5617995" y="1012157"/>
                </a:cubicBezTo>
                <a:cubicBezTo>
                  <a:pt x="5632365" y="1012905"/>
                  <a:pt x="5646327" y="1006511"/>
                  <a:pt x="5653372" y="996185"/>
                </a:cubicBezTo>
                <a:lnTo>
                  <a:pt x="5641856" y="985367"/>
                </a:lnTo>
                <a:cubicBezTo>
                  <a:pt x="5636986" y="992553"/>
                  <a:pt x="5628411" y="996589"/>
                  <a:pt x="5618844" y="996091"/>
                </a:cubicBezTo>
                <a:cubicBezTo>
                  <a:pt x="5607258" y="995488"/>
                  <a:pt x="5599020" y="987158"/>
                  <a:pt x="5597488" y="975002"/>
                </a:cubicBezTo>
                <a:lnTo>
                  <a:pt x="5656645" y="978082"/>
                </a:lnTo>
                <a:cubicBezTo>
                  <a:pt x="5657056" y="976093"/>
                  <a:pt x="5657330" y="973776"/>
                  <a:pt x="5657443" y="971618"/>
                </a:cubicBezTo>
                <a:cubicBezTo>
                  <a:pt x="5658624" y="948911"/>
                  <a:pt x="5644129" y="929882"/>
                  <a:pt x="5620956" y="928676"/>
                </a:cubicBezTo>
                <a:close/>
                <a:moveTo>
                  <a:pt x="5383207" y="895555"/>
                </a:moveTo>
                <a:lnTo>
                  <a:pt x="5365309" y="900041"/>
                </a:lnTo>
                <a:lnTo>
                  <a:pt x="5364401" y="917486"/>
                </a:lnTo>
                <a:lnTo>
                  <a:pt x="5349111" y="916690"/>
                </a:lnTo>
                <a:lnTo>
                  <a:pt x="5348323" y="931824"/>
                </a:lnTo>
                <a:lnTo>
                  <a:pt x="5363613" y="932620"/>
                </a:lnTo>
                <a:lnTo>
                  <a:pt x="5361596" y="971381"/>
                </a:lnTo>
                <a:cubicBezTo>
                  <a:pt x="5360704" y="988520"/>
                  <a:pt x="5369624" y="998742"/>
                  <a:pt x="5385682" y="999578"/>
                </a:cubicBezTo>
                <a:cubicBezTo>
                  <a:pt x="5390166" y="999811"/>
                  <a:pt x="5394201" y="999560"/>
                  <a:pt x="5397188" y="998781"/>
                </a:cubicBezTo>
                <a:lnTo>
                  <a:pt x="5397199" y="998807"/>
                </a:lnTo>
                <a:lnTo>
                  <a:pt x="5397971" y="983980"/>
                </a:lnTo>
                <a:cubicBezTo>
                  <a:pt x="5395949" y="984182"/>
                  <a:pt x="5393157" y="984190"/>
                  <a:pt x="5391304" y="984094"/>
                </a:cubicBezTo>
                <a:cubicBezTo>
                  <a:pt x="5382656" y="983644"/>
                  <a:pt x="5378866" y="978951"/>
                  <a:pt x="5379300" y="970612"/>
                </a:cubicBezTo>
                <a:lnTo>
                  <a:pt x="5381229" y="933550"/>
                </a:lnTo>
                <a:lnTo>
                  <a:pt x="5400544" y="934555"/>
                </a:lnTo>
                <a:lnTo>
                  <a:pt x="5401332" y="919421"/>
                </a:lnTo>
                <a:lnTo>
                  <a:pt x="5382017" y="918416"/>
                </a:lnTo>
                <a:close/>
                <a:moveTo>
                  <a:pt x="5414595" y="891004"/>
                </a:moveTo>
                <a:lnTo>
                  <a:pt x="5408967" y="999112"/>
                </a:lnTo>
                <a:lnTo>
                  <a:pt x="5426558" y="1000028"/>
                </a:lnTo>
                <a:lnTo>
                  <a:pt x="5429001" y="953081"/>
                </a:lnTo>
                <a:cubicBezTo>
                  <a:pt x="5429636" y="940884"/>
                  <a:pt x="5436471" y="934581"/>
                  <a:pt x="5446358" y="935096"/>
                </a:cubicBezTo>
                <a:cubicBezTo>
                  <a:pt x="5456245" y="935610"/>
                  <a:pt x="5461456" y="942541"/>
                  <a:pt x="5460894" y="953345"/>
                </a:cubicBezTo>
                <a:lnTo>
                  <a:pt x="5458378" y="1001684"/>
                </a:lnTo>
                <a:lnTo>
                  <a:pt x="5475994" y="1002601"/>
                </a:lnTo>
                <a:lnTo>
                  <a:pt x="5478671" y="951172"/>
                </a:lnTo>
                <a:cubicBezTo>
                  <a:pt x="5479732" y="930789"/>
                  <a:pt x="5469249" y="920792"/>
                  <a:pt x="5454431" y="920021"/>
                </a:cubicBezTo>
                <a:cubicBezTo>
                  <a:pt x="5442232" y="919386"/>
                  <a:pt x="5433883" y="924996"/>
                  <a:pt x="5430140" y="931460"/>
                </a:cubicBezTo>
                <a:lnTo>
                  <a:pt x="5432198" y="891920"/>
                </a:lnTo>
                <a:close/>
                <a:moveTo>
                  <a:pt x="5207225" y="878353"/>
                </a:moveTo>
                <a:cubicBezTo>
                  <a:pt x="5176170" y="876737"/>
                  <a:pt x="5151623" y="898996"/>
                  <a:pt x="5149926" y="931588"/>
                </a:cubicBezTo>
                <a:cubicBezTo>
                  <a:pt x="5148230" y="964180"/>
                  <a:pt x="5170333" y="988868"/>
                  <a:pt x="5199063" y="990363"/>
                </a:cubicBezTo>
                <a:cubicBezTo>
                  <a:pt x="5212348" y="991055"/>
                  <a:pt x="5225176" y="985525"/>
                  <a:pt x="5232959" y="976018"/>
                </a:cubicBezTo>
                <a:lnTo>
                  <a:pt x="5232236" y="989913"/>
                </a:lnTo>
                <a:lnTo>
                  <a:pt x="5250158" y="990846"/>
                </a:lnTo>
                <a:lnTo>
                  <a:pt x="5253117" y="934014"/>
                </a:lnTo>
                <a:lnTo>
                  <a:pt x="5206311" y="931578"/>
                </a:lnTo>
                <a:lnTo>
                  <a:pt x="5205394" y="949189"/>
                </a:lnTo>
                <a:lnTo>
                  <a:pt x="5232731" y="950612"/>
                </a:lnTo>
                <a:cubicBezTo>
                  <a:pt x="5229408" y="963757"/>
                  <a:pt x="5217187" y="972418"/>
                  <a:pt x="5202356" y="971646"/>
                </a:cubicBezTo>
                <a:cubicBezTo>
                  <a:pt x="5182887" y="970633"/>
                  <a:pt x="5169809" y="954162"/>
                  <a:pt x="5170926" y="932694"/>
                </a:cubicBezTo>
                <a:cubicBezTo>
                  <a:pt x="5172044" y="911226"/>
                  <a:pt x="5186761" y="896202"/>
                  <a:pt x="5206230" y="897216"/>
                </a:cubicBezTo>
                <a:cubicBezTo>
                  <a:pt x="5220128" y="897939"/>
                  <a:pt x="5229807" y="905409"/>
                  <a:pt x="5234709" y="915576"/>
                </a:cubicBezTo>
                <a:lnTo>
                  <a:pt x="5251971" y="905321"/>
                </a:lnTo>
                <a:cubicBezTo>
                  <a:pt x="5244586" y="889454"/>
                  <a:pt x="5227764" y="879435"/>
                  <a:pt x="5207211" y="878365"/>
                </a:cubicBezTo>
                <a:close/>
                <a:moveTo>
                  <a:pt x="4931941" y="859068"/>
                </a:moveTo>
                <a:lnTo>
                  <a:pt x="4931949" y="859074"/>
                </a:lnTo>
                <a:lnTo>
                  <a:pt x="4930422" y="860449"/>
                </a:lnTo>
                <a:cubicBezTo>
                  <a:pt x="4946704" y="888970"/>
                  <a:pt x="4968559" y="921392"/>
                  <a:pt x="5001872" y="958355"/>
                </a:cubicBezTo>
                <a:cubicBezTo>
                  <a:pt x="5026127" y="985268"/>
                  <a:pt x="5039380" y="996189"/>
                  <a:pt x="5047524" y="988840"/>
                </a:cubicBezTo>
                <a:cubicBezTo>
                  <a:pt x="5055668" y="981504"/>
                  <a:pt x="5046179" y="967192"/>
                  <a:pt x="5021923" y="940280"/>
                </a:cubicBezTo>
                <a:cubicBezTo>
                  <a:pt x="5005267" y="921798"/>
                  <a:pt x="4989443" y="906280"/>
                  <a:pt x="4974446" y="892989"/>
                </a:cubicBezTo>
                <a:lnTo>
                  <a:pt x="4931949" y="859074"/>
                </a:lnTo>
                <a:lnTo>
                  <a:pt x="4931954" y="859069"/>
                </a:lnTo>
                <a:close/>
                <a:moveTo>
                  <a:pt x="4828570" y="840690"/>
                </a:moveTo>
                <a:cubicBezTo>
                  <a:pt x="4806599" y="839546"/>
                  <a:pt x="4796175" y="841206"/>
                  <a:pt x="4795681" y="850695"/>
                </a:cubicBezTo>
                <a:cubicBezTo>
                  <a:pt x="4795187" y="860184"/>
                  <a:pt x="4805369" y="862917"/>
                  <a:pt x="4827353" y="864061"/>
                </a:cubicBezTo>
                <a:cubicBezTo>
                  <a:pt x="4852264" y="865357"/>
                  <a:pt x="4872781" y="863186"/>
                  <a:pt x="4890314" y="859552"/>
                </a:cubicBezTo>
                <a:cubicBezTo>
                  <a:pt x="4863568" y="875794"/>
                  <a:pt x="4833578" y="899255"/>
                  <a:pt x="4799381" y="929733"/>
                </a:cubicBezTo>
                <a:cubicBezTo>
                  <a:pt x="4772543" y="953653"/>
                  <a:pt x="4761595" y="966645"/>
                  <a:pt x="4768622" y="974361"/>
                </a:cubicBezTo>
                <a:cubicBezTo>
                  <a:pt x="4775650" y="982077"/>
                  <a:pt x="4789846" y="972649"/>
                  <a:pt x="4816683" y="948728"/>
                </a:cubicBezTo>
                <a:cubicBezTo>
                  <a:pt x="4850882" y="918238"/>
                  <a:pt x="4877575" y="891173"/>
                  <a:pt x="4896674" y="866542"/>
                </a:cubicBezTo>
                <a:cubicBezTo>
                  <a:pt x="4891239" y="883598"/>
                  <a:pt x="4886935" y="903787"/>
                  <a:pt x="4885637" y="928729"/>
                </a:cubicBezTo>
                <a:cubicBezTo>
                  <a:pt x="4884493" y="950696"/>
                  <a:pt x="4886154" y="961104"/>
                  <a:pt x="4895645" y="961598"/>
                </a:cubicBezTo>
                <a:cubicBezTo>
                  <a:pt x="4905137" y="962092"/>
                  <a:pt x="4907870" y="951913"/>
                  <a:pt x="4909014" y="929946"/>
                </a:cubicBezTo>
                <a:cubicBezTo>
                  <a:pt x="4910585" y="899767"/>
                  <a:pt x="4907081" y="876035"/>
                  <a:pt x="4902025" y="856269"/>
                </a:cubicBezTo>
                <a:cubicBezTo>
                  <a:pt x="4901962" y="855997"/>
                  <a:pt x="4901831" y="855798"/>
                  <a:pt x="4901672" y="855661"/>
                </a:cubicBezTo>
                <a:lnTo>
                  <a:pt x="4901660" y="855648"/>
                </a:lnTo>
                <a:cubicBezTo>
                  <a:pt x="4901540" y="855501"/>
                  <a:pt x="4901367" y="855376"/>
                  <a:pt x="4901141" y="855288"/>
                </a:cubicBezTo>
                <a:cubicBezTo>
                  <a:pt x="4881989" y="848221"/>
                  <a:pt x="4858756" y="842261"/>
                  <a:pt x="4828570" y="840690"/>
                </a:cubicBezTo>
                <a:close/>
                <a:moveTo>
                  <a:pt x="5015852" y="837414"/>
                </a:moveTo>
                <a:cubicBezTo>
                  <a:pt x="4983036" y="835706"/>
                  <a:pt x="4957253" y="839115"/>
                  <a:pt x="4935784" y="844068"/>
                </a:cubicBezTo>
                <a:cubicBezTo>
                  <a:pt x="4934656" y="844329"/>
                  <a:pt x="4934596" y="845478"/>
                  <a:pt x="4935691" y="845856"/>
                </a:cubicBezTo>
                <a:cubicBezTo>
                  <a:pt x="4956529" y="853010"/>
                  <a:pt x="4981833" y="859065"/>
                  <a:pt x="5014636" y="860773"/>
                </a:cubicBezTo>
                <a:cubicBezTo>
                  <a:pt x="5038524" y="862016"/>
                  <a:pt x="5049842" y="860403"/>
                  <a:pt x="5050335" y="850927"/>
                </a:cubicBezTo>
                <a:cubicBezTo>
                  <a:pt x="5050829" y="841450"/>
                  <a:pt x="5039740" y="838658"/>
                  <a:pt x="5015852" y="837414"/>
                </a:cubicBezTo>
                <a:close/>
                <a:moveTo>
                  <a:pt x="5184468" y="785721"/>
                </a:moveTo>
                <a:lnTo>
                  <a:pt x="5215369" y="787330"/>
                </a:lnTo>
                <a:cubicBezTo>
                  <a:pt x="5226023" y="787884"/>
                  <a:pt x="5231932" y="793455"/>
                  <a:pt x="5231466" y="802421"/>
                </a:cubicBezTo>
                <a:cubicBezTo>
                  <a:pt x="5230999" y="811386"/>
                  <a:pt x="5224543" y="816313"/>
                  <a:pt x="5213890" y="815759"/>
                </a:cubicBezTo>
                <a:lnTo>
                  <a:pt x="5213890" y="815746"/>
                </a:lnTo>
                <a:lnTo>
                  <a:pt x="5182989" y="814137"/>
                </a:lnTo>
                <a:close/>
                <a:moveTo>
                  <a:pt x="5766204" y="798343"/>
                </a:moveTo>
                <a:cubicBezTo>
                  <a:pt x="5779489" y="799034"/>
                  <a:pt x="5788676" y="810039"/>
                  <a:pt x="5787936" y="824253"/>
                </a:cubicBezTo>
                <a:cubicBezTo>
                  <a:pt x="5787196" y="838467"/>
                  <a:pt x="5776916" y="848459"/>
                  <a:pt x="5763631" y="847767"/>
                </a:cubicBezTo>
                <a:cubicBezTo>
                  <a:pt x="5750346" y="847076"/>
                  <a:pt x="5741159" y="836071"/>
                  <a:pt x="5741899" y="821857"/>
                </a:cubicBezTo>
                <a:cubicBezTo>
                  <a:pt x="5742638" y="807642"/>
                  <a:pt x="5752919" y="797651"/>
                  <a:pt x="5766204" y="798343"/>
                </a:cubicBezTo>
                <a:close/>
                <a:moveTo>
                  <a:pt x="5304032" y="774286"/>
                </a:moveTo>
                <a:cubicBezTo>
                  <a:pt x="5317317" y="774977"/>
                  <a:pt x="5326505" y="785982"/>
                  <a:pt x="5325765" y="800196"/>
                </a:cubicBezTo>
                <a:cubicBezTo>
                  <a:pt x="5325025" y="814410"/>
                  <a:pt x="5314745" y="824402"/>
                  <a:pt x="5301460" y="823710"/>
                </a:cubicBezTo>
                <a:cubicBezTo>
                  <a:pt x="5288175" y="823019"/>
                  <a:pt x="5278987" y="812014"/>
                  <a:pt x="5279727" y="797800"/>
                </a:cubicBezTo>
                <a:cubicBezTo>
                  <a:pt x="5280467" y="783585"/>
                  <a:pt x="5290747" y="773594"/>
                  <a:pt x="5304032" y="774286"/>
                </a:cubicBezTo>
                <a:close/>
                <a:moveTo>
                  <a:pt x="5568685" y="787139"/>
                </a:moveTo>
                <a:cubicBezTo>
                  <a:pt x="5578573" y="787654"/>
                  <a:pt x="5586302" y="793947"/>
                  <a:pt x="5588028" y="805332"/>
                </a:cubicBezTo>
                <a:lnTo>
                  <a:pt x="5547253" y="803209"/>
                </a:lnTo>
                <a:cubicBezTo>
                  <a:pt x="5550272" y="792686"/>
                  <a:pt x="5558185" y="786593"/>
                  <a:pt x="5568685" y="787139"/>
                </a:cubicBezTo>
                <a:close/>
                <a:moveTo>
                  <a:pt x="5697930" y="779934"/>
                </a:moveTo>
                <a:lnTo>
                  <a:pt x="5693815" y="859001"/>
                </a:lnTo>
                <a:lnTo>
                  <a:pt x="5711430" y="859918"/>
                </a:lnTo>
                <a:lnTo>
                  <a:pt x="5715545" y="780851"/>
                </a:lnTo>
                <a:close/>
                <a:moveTo>
                  <a:pt x="5398332" y="762944"/>
                </a:moveTo>
                <a:cubicBezTo>
                  <a:pt x="5386746" y="762341"/>
                  <a:pt x="5378846" y="768435"/>
                  <a:pt x="5375885" y="777578"/>
                </a:cubicBezTo>
                <a:lnTo>
                  <a:pt x="5376633" y="763210"/>
                </a:lnTo>
                <a:lnTo>
                  <a:pt x="5359017" y="762293"/>
                </a:lnTo>
                <a:lnTo>
                  <a:pt x="5354902" y="841360"/>
                </a:lnTo>
                <a:lnTo>
                  <a:pt x="5372518" y="842277"/>
                </a:lnTo>
                <a:lnTo>
                  <a:pt x="5374761" y="799186"/>
                </a:lnTo>
                <a:cubicBezTo>
                  <a:pt x="5375444" y="786058"/>
                  <a:pt x="5381314" y="780332"/>
                  <a:pt x="5395225" y="781056"/>
                </a:cubicBezTo>
                <a:lnTo>
                  <a:pt x="5399083" y="781256"/>
                </a:lnTo>
                <a:lnTo>
                  <a:pt x="5400031" y="763032"/>
                </a:lnTo>
                <a:close/>
                <a:moveTo>
                  <a:pt x="5763536" y="781185"/>
                </a:moveTo>
                <a:cubicBezTo>
                  <a:pt x="5742842" y="780108"/>
                  <a:pt x="5724931" y="796668"/>
                  <a:pt x="5723669" y="820921"/>
                </a:cubicBezTo>
                <a:cubicBezTo>
                  <a:pt x="5722406" y="845173"/>
                  <a:pt x="5738488" y="863503"/>
                  <a:pt x="5759195" y="864581"/>
                </a:cubicBezTo>
                <a:cubicBezTo>
                  <a:pt x="5771395" y="865216"/>
                  <a:pt x="5780788" y="860442"/>
                  <a:pt x="5786561" y="850677"/>
                </a:cubicBezTo>
                <a:lnTo>
                  <a:pt x="5785877" y="863806"/>
                </a:lnTo>
                <a:lnTo>
                  <a:pt x="5803481" y="864722"/>
                </a:lnTo>
                <a:lnTo>
                  <a:pt x="5807596" y="785655"/>
                </a:lnTo>
                <a:lnTo>
                  <a:pt x="5789993" y="784739"/>
                </a:lnTo>
                <a:lnTo>
                  <a:pt x="5789310" y="797855"/>
                </a:lnTo>
                <a:cubicBezTo>
                  <a:pt x="5784583" y="787543"/>
                  <a:pt x="5775735" y="781820"/>
                  <a:pt x="5763536" y="781185"/>
                </a:cubicBezTo>
                <a:close/>
                <a:moveTo>
                  <a:pt x="5301352" y="757127"/>
                </a:moveTo>
                <a:cubicBezTo>
                  <a:pt x="5280658" y="756050"/>
                  <a:pt x="5262747" y="772611"/>
                  <a:pt x="5261484" y="796863"/>
                </a:cubicBezTo>
                <a:cubicBezTo>
                  <a:pt x="5260222" y="821116"/>
                  <a:pt x="5276304" y="839445"/>
                  <a:pt x="5297011" y="840523"/>
                </a:cubicBezTo>
                <a:cubicBezTo>
                  <a:pt x="5309210" y="841158"/>
                  <a:pt x="5318604" y="836384"/>
                  <a:pt x="5324377" y="826619"/>
                </a:cubicBezTo>
                <a:lnTo>
                  <a:pt x="5323693" y="839748"/>
                </a:lnTo>
                <a:lnTo>
                  <a:pt x="5341296" y="840664"/>
                </a:lnTo>
                <a:lnTo>
                  <a:pt x="5345412" y="761598"/>
                </a:lnTo>
                <a:lnTo>
                  <a:pt x="5327809" y="760681"/>
                </a:lnTo>
                <a:lnTo>
                  <a:pt x="5327126" y="773797"/>
                </a:lnTo>
                <a:cubicBezTo>
                  <a:pt x="5322399" y="763486"/>
                  <a:pt x="5313551" y="757762"/>
                  <a:pt x="5301352" y="757127"/>
                </a:cubicBezTo>
                <a:close/>
                <a:moveTo>
                  <a:pt x="5659274" y="775745"/>
                </a:moveTo>
                <a:cubicBezTo>
                  <a:pt x="5647074" y="775110"/>
                  <a:pt x="5638725" y="780720"/>
                  <a:pt x="5634981" y="787184"/>
                </a:cubicBezTo>
                <a:lnTo>
                  <a:pt x="5635528" y="776686"/>
                </a:lnTo>
                <a:lnTo>
                  <a:pt x="5617926" y="775770"/>
                </a:lnTo>
                <a:lnTo>
                  <a:pt x="5613810" y="854836"/>
                </a:lnTo>
                <a:lnTo>
                  <a:pt x="5631400" y="855752"/>
                </a:lnTo>
                <a:lnTo>
                  <a:pt x="5633844" y="808805"/>
                </a:lnTo>
                <a:cubicBezTo>
                  <a:pt x="5634479" y="796608"/>
                  <a:pt x="5641314" y="790305"/>
                  <a:pt x="5651200" y="790820"/>
                </a:cubicBezTo>
                <a:cubicBezTo>
                  <a:pt x="5661088" y="791334"/>
                  <a:pt x="5666299" y="798265"/>
                  <a:pt x="5665736" y="809069"/>
                </a:cubicBezTo>
                <a:lnTo>
                  <a:pt x="5663220" y="857408"/>
                </a:lnTo>
                <a:lnTo>
                  <a:pt x="5680836" y="858325"/>
                </a:lnTo>
                <a:lnTo>
                  <a:pt x="5683513" y="806895"/>
                </a:lnTo>
                <a:cubicBezTo>
                  <a:pt x="5684574" y="786513"/>
                  <a:pt x="5674092" y="776516"/>
                  <a:pt x="5659274" y="775745"/>
                </a:cubicBezTo>
                <a:close/>
                <a:moveTo>
                  <a:pt x="5569534" y="771074"/>
                </a:moveTo>
                <a:cubicBezTo>
                  <a:pt x="5546362" y="769868"/>
                  <a:pt x="5529529" y="786638"/>
                  <a:pt x="5528275" y="810737"/>
                </a:cubicBezTo>
                <a:cubicBezTo>
                  <a:pt x="5527021" y="834824"/>
                  <a:pt x="5543247" y="853328"/>
                  <a:pt x="5566573" y="854542"/>
                </a:cubicBezTo>
                <a:cubicBezTo>
                  <a:pt x="5580944" y="855290"/>
                  <a:pt x="5594905" y="848896"/>
                  <a:pt x="5601951" y="838570"/>
                </a:cubicBezTo>
                <a:lnTo>
                  <a:pt x="5590434" y="827752"/>
                </a:lnTo>
                <a:cubicBezTo>
                  <a:pt x="5585565" y="834926"/>
                  <a:pt x="5576990" y="838974"/>
                  <a:pt x="5567423" y="838476"/>
                </a:cubicBezTo>
                <a:cubicBezTo>
                  <a:pt x="5555836" y="837873"/>
                  <a:pt x="5547598" y="829543"/>
                  <a:pt x="5546066" y="817387"/>
                </a:cubicBezTo>
                <a:lnTo>
                  <a:pt x="5605223" y="820467"/>
                </a:lnTo>
                <a:cubicBezTo>
                  <a:pt x="5605635" y="818478"/>
                  <a:pt x="5605909" y="816161"/>
                  <a:pt x="5606021" y="814003"/>
                </a:cubicBezTo>
                <a:cubicBezTo>
                  <a:pt x="5607203" y="791296"/>
                  <a:pt x="5592707" y="772280"/>
                  <a:pt x="5569534" y="771074"/>
                </a:cubicBezTo>
                <a:close/>
                <a:moveTo>
                  <a:pt x="5449355" y="764818"/>
                </a:moveTo>
                <a:cubicBezTo>
                  <a:pt x="5437921" y="764223"/>
                  <a:pt x="5430046" y="769857"/>
                  <a:pt x="5426302" y="776322"/>
                </a:cubicBezTo>
                <a:lnTo>
                  <a:pt x="5426848" y="765824"/>
                </a:lnTo>
                <a:lnTo>
                  <a:pt x="5409233" y="764907"/>
                </a:lnTo>
                <a:lnTo>
                  <a:pt x="5405118" y="843973"/>
                </a:lnTo>
                <a:lnTo>
                  <a:pt x="5422720" y="844890"/>
                </a:lnTo>
                <a:lnTo>
                  <a:pt x="5425163" y="797943"/>
                </a:lnTo>
                <a:cubicBezTo>
                  <a:pt x="5425798" y="785746"/>
                  <a:pt x="5432174" y="779419"/>
                  <a:pt x="5441281" y="779893"/>
                </a:cubicBezTo>
                <a:cubicBezTo>
                  <a:pt x="5450390" y="780367"/>
                  <a:pt x="5455154" y="787274"/>
                  <a:pt x="5454591" y="798079"/>
                </a:cubicBezTo>
                <a:lnTo>
                  <a:pt x="5452075" y="846418"/>
                </a:lnTo>
                <a:lnTo>
                  <a:pt x="5469678" y="847334"/>
                </a:lnTo>
                <a:lnTo>
                  <a:pt x="5472210" y="798688"/>
                </a:lnTo>
                <a:cubicBezTo>
                  <a:pt x="5472757" y="788190"/>
                  <a:pt x="5479132" y="781863"/>
                  <a:pt x="5488240" y="782337"/>
                </a:cubicBezTo>
                <a:cubicBezTo>
                  <a:pt x="5497348" y="782811"/>
                  <a:pt x="5502112" y="789718"/>
                  <a:pt x="5501550" y="800523"/>
                </a:cubicBezTo>
                <a:lnTo>
                  <a:pt x="5499033" y="848862"/>
                </a:lnTo>
                <a:lnTo>
                  <a:pt x="5516649" y="849779"/>
                </a:lnTo>
                <a:lnTo>
                  <a:pt x="5519326" y="798349"/>
                </a:lnTo>
                <a:cubicBezTo>
                  <a:pt x="5520387" y="777966"/>
                  <a:pt x="5510377" y="767995"/>
                  <a:pt x="5494766" y="767182"/>
                </a:cubicBezTo>
                <a:cubicBezTo>
                  <a:pt x="5484267" y="766636"/>
                  <a:pt x="5475836" y="770845"/>
                  <a:pt x="5470274" y="779533"/>
                </a:cubicBezTo>
                <a:cubicBezTo>
                  <a:pt x="5466593" y="770044"/>
                  <a:pt x="5458935" y="765317"/>
                  <a:pt x="5449355" y="764818"/>
                </a:cubicBezTo>
                <a:close/>
                <a:moveTo>
                  <a:pt x="5186719" y="742478"/>
                </a:moveTo>
                <a:lnTo>
                  <a:pt x="5216688" y="744038"/>
                </a:lnTo>
                <a:cubicBezTo>
                  <a:pt x="5226269" y="744537"/>
                  <a:pt x="5231584" y="749462"/>
                  <a:pt x="5231174" y="757329"/>
                </a:cubicBezTo>
                <a:cubicBezTo>
                  <a:pt x="5230765" y="765196"/>
                  <a:pt x="5224966" y="769555"/>
                  <a:pt x="5215385" y="769057"/>
                </a:cubicBezTo>
                <a:lnTo>
                  <a:pt x="5185417" y="767497"/>
                </a:lnTo>
                <a:close/>
                <a:moveTo>
                  <a:pt x="4922777" y="719661"/>
                </a:moveTo>
                <a:cubicBezTo>
                  <a:pt x="4913298" y="719167"/>
                  <a:pt x="4910574" y="729180"/>
                  <a:pt x="4909450" y="750777"/>
                </a:cubicBezTo>
                <a:cubicBezTo>
                  <a:pt x="4907906" y="780444"/>
                  <a:pt x="4911430" y="803780"/>
                  <a:pt x="4916503" y="823215"/>
                </a:cubicBezTo>
                <a:cubicBezTo>
                  <a:pt x="4916770" y="824241"/>
                  <a:pt x="4917907" y="824300"/>
                  <a:pt x="4918279" y="823307"/>
                </a:cubicBezTo>
                <a:cubicBezTo>
                  <a:pt x="4925329" y="804491"/>
                  <a:pt x="4931270" y="781660"/>
                  <a:pt x="4932814" y="751993"/>
                </a:cubicBezTo>
                <a:cubicBezTo>
                  <a:pt x="4933938" y="730397"/>
                  <a:pt x="4932269" y="720155"/>
                  <a:pt x="4922777" y="719661"/>
                </a:cubicBezTo>
                <a:close/>
                <a:moveTo>
                  <a:pt x="5167586" y="723221"/>
                </a:moveTo>
                <a:lnTo>
                  <a:pt x="5161960" y="831317"/>
                </a:lnTo>
                <a:lnTo>
                  <a:pt x="5215254" y="834091"/>
                </a:lnTo>
                <a:cubicBezTo>
                  <a:pt x="5237647" y="835256"/>
                  <a:pt x="5251366" y="824663"/>
                  <a:pt x="5252362" y="805519"/>
                </a:cubicBezTo>
                <a:cubicBezTo>
                  <a:pt x="5253045" y="792390"/>
                  <a:pt x="5246248" y="783213"/>
                  <a:pt x="5234863" y="778753"/>
                </a:cubicBezTo>
                <a:cubicBezTo>
                  <a:pt x="5245104" y="775419"/>
                  <a:pt x="5251753" y="766775"/>
                  <a:pt x="5252323" y="755817"/>
                </a:cubicBezTo>
                <a:cubicBezTo>
                  <a:pt x="5253240" y="738206"/>
                  <a:pt x="5241434" y="727065"/>
                  <a:pt x="5220421" y="725971"/>
                </a:cubicBezTo>
                <a:close/>
                <a:moveTo>
                  <a:pt x="5708396" y="748413"/>
                </a:moveTo>
                <a:cubicBezTo>
                  <a:pt x="5702367" y="748099"/>
                  <a:pt x="5697166" y="752784"/>
                  <a:pt x="5696852" y="758812"/>
                </a:cubicBezTo>
                <a:cubicBezTo>
                  <a:pt x="5696538" y="764840"/>
                  <a:pt x="5701225" y="770040"/>
                  <a:pt x="5707254" y="770354"/>
                </a:cubicBezTo>
                <a:cubicBezTo>
                  <a:pt x="5713284" y="770668"/>
                  <a:pt x="5718484" y="765983"/>
                  <a:pt x="5718798" y="759955"/>
                </a:cubicBezTo>
                <a:cubicBezTo>
                  <a:pt x="5719112" y="753927"/>
                  <a:pt x="5714426" y="748727"/>
                  <a:pt x="5708396" y="748413"/>
                </a:cubicBezTo>
                <a:close/>
                <a:moveTo>
                  <a:pt x="5062091" y="711443"/>
                </a:moveTo>
                <a:cubicBezTo>
                  <a:pt x="5054753" y="703300"/>
                  <a:pt x="5040439" y="712787"/>
                  <a:pt x="5013521" y="737023"/>
                </a:cubicBezTo>
                <a:cubicBezTo>
                  <a:pt x="4976550" y="770328"/>
                  <a:pt x="4951434" y="800305"/>
                  <a:pt x="4932293" y="826982"/>
                </a:cubicBezTo>
                <a:cubicBezTo>
                  <a:pt x="4931284" y="828390"/>
                  <a:pt x="4932168" y="829370"/>
                  <a:pt x="4933673" y="828514"/>
                </a:cubicBezTo>
                <a:cubicBezTo>
                  <a:pt x="4962200" y="812237"/>
                  <a:pt x="4994629" y="790388"/>
                  <a:pt x="5031600" y="757083"/>
                </a:cubicBezTo>
                <a:cubicBezTo>
                  <a:pt x="5058518" y="732835"/>
                  <a:pt x="5069443" y="719586"/>
                  <a:pt x="5062091" y="711443"/>
                </a:cubicBezTo>
                <a:close/>
                <a:moveTo>
                  <a:pt x="4783667" y="696886"/>
                </a:moveTo>
                <a:cubicBezTo>
                  <a:pt x="4775523" y="704223"/>
                  <a:pt x="4785013" y="718534"/>
                  <a:pt x="4809255" y="745446"/>
                </a:cubicBezTo>
                <a:cubicBezTo>
                  <a:pt x="4842568" y="782409"/>
                  <a:pt x="4872553" y="807520"/>
                  <a:pt x="4899237" y="826657"/>
                </a:cubicBezTo>
                <a:lnTo>
                  <a:pt x="4899236" y="826670"/>
                </a:lnTo>
                <a:cubicBezTo>
                  <a:pt x="4900644" y="827678"/>
                  <a:pt x="4901625" y="826794"/>
                  <a:pt x="4900768" y="825290"/>
                </a:cubicBezTo>
                <a:cubicBezTo>
                  <a:pt x="4884486" y="796769"/>
                  <a:pt x="4862632" y="764347"/>
                  <a:pt x="4829319" y="727384"/>
                </a:cubicBezTo>
                <a:cubicBezTo>
                  <a:pt x="4805076" y="700472"/>
                  <a:pt x="4791812" y="689550"/>
                  <a:pt x="4783667" y="696886"/>
                </a:cubicBezTo>
                <a:close/>
                <a:moveTo>
                  <a:pt x="6312646" y="328585"/>
                </a:moveTo>
                <a:lnTo>
                  <a:pt x="6019077" y="5968515"/>
                </a:lnTo>
                <a:lnTo>
                  <a:pt x="273146" y="5968515"/>
                </a:lnTo>
                <a:cubicBezTo>
                  <a:pt x="122291" y="5968515"/>
                  <a:pt x="0" y="5846224"/>
                  <a:pt x="0" y="569536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635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>
              <a:solidFill>
                <a:schemeClr val="accent2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CD72028-63DA-DEFA-9906-2E0C23085E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44536" y="1"/>
            <a:ext cx="7047465" cy="5940347"/>
          </a:xfrm>
          <a:custGeom>
            <a:avLst/>
            <a:gdLst>
              <a:gd name="connsiteX0" fmla="*/ 6297865 w 7047465"/>
              <a:gd name="connsiteY0" fmla="*/ 652255 h 5940347"/>
              <a:gd name="connsiteX1" fmla="*/ 6320915 w 7047465"/>
              <a:gd name="connsiteY1" fmla="*/ 677001 h 5940347"/>
              <a:gd name="connsiteX2" fmla="*/ 6297865 w 7047465"/>
              <a:gd name="connsiteY2" fmla="*/ 701747 h 5940347"/>
              <a:gd name="connsiteX3" fmla="*/ 6274814 w 7047465"/>
              <a:gd name="connsiteY3" fmla="*/ 677001 h 5940347"/>
              <a:gd name="connsiteX4" fmla="*/ 6297865 w 7047465"/>
              <a:gd name="connsiteY4" fmla="*/ 652255 h 5940347"/>
              <a:gd name="connsiteX5" fmla="*/ 6072657 w 7047465"/>
              <a:gd name="connsiteY5" fmla="*/ 652255 h 5940347"/>
              <a:gd name="connsiteX6" fmla="*/ 6095707 w 7047465"/>
              <a:gd name="connsiteY6" fmla="*/ 677001 h 5940347"/>
              <a:gd name="connsiteX7" fmla="*/ 6072657 w 7047465"/>
              <a:gd name="connsiteY7" fmla="*/ 701747 h 5940347"/>
              <a:gd name="connsiteX8" fmla="*/ 6049607 w 7047465"/>
              <a:gd name="connsiteY8" fmla="*/ 677001 h 5940347"/>
              <a:gd name="connsiteX9" fmla="*/ 6072657 w 7047465"/>
              <a:gd name="connsiteY9" fmla="*/ 652255 h 5940347"/>
              <a:gd name="connsiteX10" fmla="*/ 6387892 w 7047465"/>
              <a:gd name="connsiteY10" fmla="*/ 651334 h 5940347"/>
              <a:gd name="connsiteX11" fmla="*/ 6408153 w 7047465"/>
              <a:gd name="connsiteY11" fmla="*/ 668497 h 5940347"/>
              <a:gd name="connsiteX12" fmla="*/ 6367323 w 7047465"/>
              <a:gd name="connsiteY12" fmla="*/ 668497 h 5940347"/>
              <a:gd name="connsiteX13" fmla="*/ 6387892 w 7047465"/>
              <a:gd name="connsiteY13" fmla="*/ 651334 h 5940347"/>
              <a:gd name="connsiteX14" fmla="*/ 6475744 w 7047465"/>
              <a:gd name="connsiteY14" fmla="*/ 636014 h 5940347"/>
              <a:gd name="connsiteX15" fmla="*/ 6454088 w 7047465"/>
              <a:gd name="connsiteY15" fmla="*/ 651782 h 5940347"/>
              <a:gd name="connsiteX16" fmla="*/ 6454088 w 7047465"/>
              <a:gd name="connsiteY16" fmla="*/ 637395 h 5940347"/>
              <a:gd name="connsiteX17" fmla="*/ 6436461 w 7047465"/>
              <a:gd name="connsiteY17" fmla="*/ 637395 h 5940347"/>
              <a:gd name="connsiteX18" fmla="*/ 6436461 w 7047465"/>
              <a:gd name="connsiteY18" fmla="*/ 716569 h 5940347"/>
              <a:gd name="connsiteX19" fmla="*/ 6436461 w 7047465"/>
              <a:gd name="connsiteY19" fmla="*/ 716594 h 5940347"/>
              <a:gd name="connsiteX20" fmla="*/ 6454088 w 7047465"/>
              <a:gd name="connsiteY20" fmla="*/ 716594 h 5940347"/>
              <a:gd name="connsiteX21" fmla="*/ 6454088 w 7047465"/>
              <a:gd name="connsiteY21" fmla="*/ 673446 h 5940347"/>
              <a:gd name="connsiteX22" fmla="*/ 6473582 w 7047465"/>
              <a:gd name="connsiteY22" fmla="*/ 654263 h 5940347"/>
              <a:gd name="connsiteX23" fmla="*/ 6477445 w 7047465"/>
              <a:gd name="connsiteY23" fmla="*/ 654263 h 5940347"/>
              <a:gd name="connsiteX24" fmla="*/ 6477445 w 7047465"/>
              <a:gd name="connsiteY24" fmla="*/ 636014 h 5940347"/>
              <a:gd name="connsiteX25" fmla="*/ 6294309 w 7047465"/>
              <a:gd name="connsiteY25" fmla="*/ 635259 h 5940347"/>
              <a:gd name="connsiteX26" fmla="*/ 6256574 w 7047465"/>
              <a:gd name="connsiteY26" fmla="*/ 677014 h 5940347"/>
              <a:gd name="connsiteX27" fmla="*/ 6294309 w 7047465"/>
              <a:gd name="connsiteY27" fmla="*/ 718768 h 5940347"/>
              <a:gd name="connsiteX28" fmla="*/ 6320915 w 7047465"/>
              <a:gd name="connsiteY28" fmla="*/ 703460 h 5940347"/>
              <a:gd name="connsiteX29" fmla="*/ 6320915 w 7047465"/>
              <a:gd name="connsiteY29" fmla="*/ 716607 h 5940347"/>
              <a:gd name="connsiteX30" fmla="*/ 6338555 w 7047465"/>
              <a:gd name="connsiteY30" fmla="*/ 716607 h 5940347"/>
              <a:gd name="connsiteX31" fmla="*/ 6338555 w 7047465"/>
              <a:gd name="connsiteY31" fmla="*/ 637433 h 5940347"/>
              <a:gd name="connsiteX32" fmla="*/ 6320915 w 7047465"/>
              <a:gd name="connsiteY32" fmla="*/ 637433 h 5940347"/>
              <a:gd name="connsiteX33" fmla="*/ 6320915 w 7047465"/>
              <a:gd name="connsiteY33" fmla="*/ 650567 h 5940347"/>
              <a:gd name="connsiteX34" fmla="*/ 6294309 w 7047465"/>
              <a:gd name="connsiteY34" fmla="*/ 635259 h 5940347"/>
              <a:gd name="connsiteX35" fmla="*/ 6072657 w 7047465"/>
              <a:gd name="connsiteY35" fmla="*/ 635247 h 5940347"/>
              <a:gd name="connsiteX36" fmla="*/ 6031353 w 7047465"/>
              <a:gd name="connsiteY36" fmla="*/ 677001 h 5940347"/>
              <a:gd name="connsiteX37" fmla="*/ 6072657 w 7047465"/>
              <a:gd name="connsiteY37" fmla="*/ 718755 h 5940347"/>
              <a:gd name="connsiteX38" fmla="*/ 6113961 w 7047465"/>
              <a:gd name="connsiteY38" fmla="*/ 677001 h 5940347"/>
              <a:gd name="connsiteX39" fmla="*/ 6072657 w 7047465"/>
              <a:gd name="connsiteY39" fmla="*/ 635247 h 5940347"/>
              <a:gd name="connsiteX40" fmla="*/ 6387904 w 7047465"/>
              <a:gd name="connsiteY40" fmla="*/ 635234 h 5940347"/>
              <a:gd name="connsiteX41" fmla="*/ 6348775 w 7047465"/>
              <a:gd name="connsiteY41" fmla="*/ 676988 h 5940347"/>
              <a:gd name="connsiteX42" fmla="*/ 6348762 w 7047465"/>
              <a:gd name="connsiteY42" fmla="*/ 677001 h 5940347"/>
              <a:gd name="connsiteX43" fmla="*/ 6389286 w 7047465"/>
              <a:gd name="connsiteY43" fmla="*/ 718755 h 5940347"/>
              <a:gd name="connsiteX44" fmla="*/ 6423785 w 7047465"/>
              <a:gd name="connsiteY44" fmla="*/ 700967 h 5940347"/>
              <a:gd name="connsiteX45" fmla="*/ 6411722 w 7047465"/>
              <a:gd name="connsiteY45" fmla="*/ 690761 h 5940347"/>
              <a:gd name="connsiteX46" fmla="*/ 6389299 w 7047465"/>
              <a:gd name="connsiteY46" fmla="*/ 702667 h 5940347"/>
              <a:gd name="connsiteX47" fmla="*/ 6366875 w 7047465"/>
              <a:gd name="connsiteY47" fmla="*/ 682717 h 5940347"/>
              <a:gd name="connsiteX48" fmla="*/ 6426113 w 7047465"/>
              <a:gd name="connsiteY48" fmla="*/ 682717 h 5940347"/>
              <a:gd name="connsiteX49" fmla="*/ 6426573 w 7047465"/>
              <a:gd name="connsiteY49" fmla="*/ 676221 h 5940347"/>
              <a:gd name="connsiteX50" fmla="*/ 6387904 w 7047465"/>
              <a:gd name="connsiteY50" fmla="*/ 635234 h 5940347"/>
              <a:gd name="connsiteX51" fmla="*/ 6148754 w 7047465"/>
              <a:gd name="connsiteY51" fmla="*/ 614516 h 5940347"/>
              <a:gd name="connsiteX52" fmla="*/ 6131114 w 7047465"/>
              <a:gd name="connsiteY52" fmla="*/ 619926 h 5940347"/>
              <a:gd name="connsiteX53" fmla="*/ 6131114 w 7047465"/>
              <a:gd name="connsiteY53" fmla="*/ 637395 h 5940347"/>
              <a:gd name="connsiteX54" fmla="*/ 6115803 w 7047465"/>
              <a:gd name="connsiteY54" fmla="*/ 637395 h 5940347"/>
              <a:gd name="connsiteX55" fmla="*/ 6115803 w 7047465"/>
              <a:gd name="connsiteY55" fmla="*/ 652549 h 5940347"/>
              <a:gd name="connsiteX56" fmla="*/ 6131114 w 7047465"/>
              <a:gd name="connsiteY56" fmla="*/ 652549 h 5940347"/>
              <a:gd name="connsiteX57" fmla="*/ 6131114 w 7047465"/>
              <a:gd name="connsiteY57" fmla="*/ 691362 h 5940347"/>
              <a:gd name="connsiteX58" fmla="*/ 6156633 w 7047465"/>
              <a:gd name="connsiteY58" fmla="*/ 718269 h 5940347"/>
              <a:gd name="connsiteX59" fmla="*/ 6168082 w 7047465"/>
              <a:gd name="connsiteY59" fmla="*/ 716875 h 5940347"/>
              <a:gd name="connsiteX60" fmla="*/ 6168095 w 7047465"/>
              <a:gd name="connsiteY60" fmla="*/ 716901 h 5940347"/>
              <a:gd name="connsiteX61" fmla="*/ 6168095 w 7047465"/>
              <a:gd name="connsiteY61" fmla="*/ 702054 h 5940347"/>
              <a:gd name="connsiteX62" fmla="*/ 6161443 w 7047465"/>
              <a:gd name="connsiteY62" fmla="*/ 702514 h 5940347"/>
              <a:gd name="connsiteX63" fmla="*/ 6148754 w 7047465"/>
              <a:gd name="connsiteY63" fmla="*/ 689674 h 5940347"/>
              <a:gd name="connsiteX64" fmla="*/ 6148754 w 7047465"/>
              <a:gd name="connsiteY64" fmla="*/ 652562 h 5940347"/>
              <a:gd name="connsiteX65" fmla="*/ 6168095 w 7047465"/>
              <a:gd name="connsiteY65" fmla="*/ 652562 h 5940347"/>
              <a:gd name="connsiteX66" fmla="*/ 6168095 w 7047465"/>
              <a:gd name="connsiteY66" fmla="*/ 637408 h 5940347"/>
              <a:gd name="connsiteX67" fmla="*/ 6148754 w 7047465"/>
              <a:gd name="connsiteY67" fmla="*/ 637408 h 5940347"/>
              <a:gd name="connsiteX68" fmla="*/ 6179863 w 7047465"/>
              <a:gd name="connsiteY68" fmla="*/ 608340 h 5940347"/>
              <a:gd name="connsiteX69" fmla="*/ 6179863 w 7047465"/>
              <a:gd name="connsiteY69" fmla="*/ 716594 h 5940347"/>
              <a:gd name="connsiteX70" fmla="*/ 6197477 w 7047465"/>
              <a:gd name="connsiteY70" fmla="*/ 716594 h 5940347"/>
              <a:gd name="connsiteX71" fmla="*/ 6197477 w 7047465"/>
              <a:gd name="connsiteY71" fmla="*/ 669584 h 5940347"/>
              <a:gd name="connsiteX72" fmla="*/ 6213875 w 7047465"/>
              <a:gd name="connsiteY72" fmla="*/ 650721 h 5940347"/>
              <a:gd name="connsiteX73" fmla="*/ 6229340 w 7047465"/>
              <a:gd name="connsiteY73" fmla="*/ 668190 h 5940347"/>
              <a:gd name="connsiteX74" fmla="*/ 6229340 w 7047465"/>
              <a:gd name="connsiteY74" fmla="*/ 716594 h 5940347"/>
              <a:gd name="connsiteX75" fmla="*/ 6246980 w 7047465"/>
              <a:gd name="connsiteY75" fmla="*/ 716594 h 5940347"/>
              <a:gd name="connsiteX76" fmla="*/ 6246980 w 7047465"/>
              <a:gd name="connsiteY76" fmla="*/ 665095 h 5940347"/>
              <a:gd name="connsiteX77" fmla="*/ 6221154 w 7047465"/>
              <a:gd name="connsiteY77" fmla="*/ 635247 h 5940347"/>
              <a:gd name="connsiteX78" fmla="*/ 6197490 w 7047465"/>
              <a:gd name="connsiteY78" fmla="*/ 647933 h 5940347"/>
              <a:gd name="connsiteX79" fmla="*/ 6197490 w 7047465"/>
              <a:gd name="connsiteY79" fmla="*/ 608340 h 5940347"/>
              <a:gd name="connsiteX80" fmla="*/ 5972116 w 7047465"/>
              <a:gd name="connsiteY80" fmla="*/ 606485 h 5940347"/>
              <a:gd name="connsiteX81" fmla="*/ 5917662 w 7047465"/>
              <a:gd name="connsiteY81" fmla="*/ 662627 h 5940347"/>
              <a:gd name="connsiteX82" fmla="*/ 5969788 w 7047465"/>
              <a:gd name="connsiteY82" fmla="*/ 718768 h 5940347"/>
              <a:gd name="connsiteX83" fmla="*/ 6002892 w 7047465"/>
              <a:gd name="connsiteY83" fmla="*/ 702680 h 5940347"/>
              <a:gd name="connsiteX84" fmla="*/ 6002892 w 7047465"/>
              <a:gd name="connsiteY84" fmla="*/ 716594 h 5940347"/>
              <a:gd name="connsiteX85" fmla="*/ 6020839 w 7047465"/>
              <a:gd name="connsiteY85" fmla="*/ 716594 h 5940347"/>
              <a:gd name="connsiteX86" fmla="*/ 6020839 w 7047465"/>
              <a:gd name="connsiteY86" fmla="*/ 659685 h 5940347"/>
              <a:gd name="connsiteX87" fmla="*/ 5973970 w 7047465"/>
              <a:gd name="connsiteY87" fmla="*/ 659685 h 5940347"/>
              <a:gd name="connsiteX88" fmla="*/ 5973970 w 7047465"/>
              <a:gd name="connsiteY88" fmla="*/ 677321 h 5940347"/>
              <a:gd name="connsiteX89" fmla="*/ 6001344 w 7047465"/>
              <a:gd name="connsiteY89" fmla="*/ 677321 h 5940347"/>
              <a:gd name="connsiteX90" fmla="*/ 5972103 w 7047465"/>
              <a:gd name="connsiteY90" fmla="*/ 699905 h 5940347"/>
              <a:gd name="connsiteX91" fmla="*/ 5938691 w 7047465"/>
              <a:gd name="connsiteY91" fmla="*/ 662639 h 5940347"/>
              <a:gd name="connsiteX92" fmla="*/ 5972103 w 7047465"/>
              <a:gd name="connsiteY92" fmla="*/ 625374 h 5940347"/>
              <a:gd name="connsiteX93" fmla="*/ 6001498 w 7047465"/>
              <a:gd name="connsiteY93" fmla="*/ 642229 h 5940347"/>
              <a:gd name="connsiteX94" fmla="*/ 6018203 w 7047465"/>
              <a:gd name="connsiteY94" fmla="*/ 631090 h 5940347"/>
              <a:gd name="connsiteX95" fmla="*/ 5972103 w 7047465"/>
              <a:gd name="connsiteY95" fmla="*/ 606498 h 5940347"/>
              <a:gd name="connsiteX96" fmla="*/ 5696202 w 7047465"/>
              <a:gd name="connsiteY96" fmla="*/ 601536 h 5940347"/>
              <a:gd name="connsiteX97" fmla="*/ 5696210 w 7047465"/>
              <a:gd name="connsiteY97" fmla="*/ 601541 h 5940347"/>
              <a:gd name="connsiteX98" fmla="*/ 5694757 w 7047465"/>
              <a:gd name="connsiteY98" fmla="*/ 602994 h 5940347"/>
              <a:gd name="connsiteX99" fmla="*/ 5771199 w 7047465"/>
              <a:gd name="connsiteY99" fmla="*/ 697053 h 5940347"/>
              <a:gd name="connsiteX100" fmla="*/ 5818374 w 7047465"/>
              <a:gd name="connsiteY100" fmla="*/ 725124 h 5940347"/>
              <a:gd name="connsiteX101" fmla="*/ 5790284 w 7047465"/>
              <a:gd name="connsiteY101" fmla="*/ 677960 h 5940347"/>
              <a:gd name="connsiteX102" fmla="*/ 5740413 w 7047465"/>
              <a:gd name="connsiteY102" fmla="*/ 633202 h 5940347"/>
              <a:gd name="connsiteX103" fmla="*/ 5696210 w 7047465"/>
              <a:gd name="connsiteY103" fmla="*/ 601541 h 5940347"/>
              <a:gd name="connsiteX104" fmla="*/ 5696215 w 7047465"/>
              <a:gd name="connsiteY104" fmla="*/ 601536 h 5940347"/>
              <a:gd name="connsiteX105" fmla="*/ 5592015 w 7047465"/>
              <a:gd name="connsiteY105" fmla="*/ 588556 h 5940347"/>
              <a:gd name="connsiteX106" fmla="*/ 5559691 w 7047465"/>
              <a:gd name="connsiteY106" fmla="*/ 600257 h 5940347"/>
              <a:gd name="connsiteX107" fmla="*/ 5592015 w 7047465"/>
              <a:gd name="connsiteY107" fmla="*/ 611958 h 5940347"/>
              <a:gd name="connsiteX108" fmla="*/ 5654656 w 7047465"/>
              <a:gd name="connsiteY108" fmla="*/ 604183 h 5940347"/>
              <a:gd name="connsiteX109" fmla="*/ 5567494 w 7047465"/>
              <a:gd name="connsiteY109" fmla="*/ 678996 h 5940347"/>
              <a:gd name="connsiteX110" fmla="*/ 5539097 w 7047465"/>
              <a:gd name="connsiteY110" fmla="*/ 725163 h 5940347"/>
              <a:gd name="connsiteX111" fmla="*/ 5585760 w 7047465"/>
              <a:gd name="connsiteY111" fmla="*/ 697066 h 5940347"/>
              <a:gd name="connsiteX112" fmla="*/ 5661371 w 7047465"/>
              <a:gd name="connsiteY112" fmla="*/ 610833 h 5940347"/>
              <a:gd name="connsiteX113" fmla="*/ 5653581 w 7047465"/>
              <a:gd name="connsiteY113" fmla="*/ 673510 h 5940347"/>
              <a:gd name="connsiteX114" fmla="*/ 5665285 w 7047465"/>
              <a:gd name="connsiteY114" fmla="*/ 705814 h 5940347"/>
              <a:gd name="connsiteX115" fmla="*/ 5676990 w 7047465"/>
              <a:gd name="connsiteY115" fmla="*/ 673510 h 5940347"/>
              <a:gd name="connsiteX116" fmla="*/ 5666181 w 7047465"/>
              <a:gd name="connsiteY116" fmla="*/ 600295 h 5940347"/>
              <a:gd name="connsiteX117" fmla="*/ 5665797 w 7047465"/>
              <a:gd name="connsiteY117" fmla="*/ 599707 h 5940347"/>
              <a:gd name="connsiteX118" fmla="*/ 5665784 w 7047465"/>
              <a:gd name="connsiteY118" fmla="*/ 599694 h 5940347"/>
              <a:gd name="connsiteX119" fmla="*/ 5665247 w 7047465"/>
              <a:gd name="connsiteY119" fmla="*/ 599362 h 5940347"/>
              <a:gd name="connsiteX120" fmla="*/ 5592015 w 7047465"/>
              <a:gd name="connsiteY120" fmla="*/ 588556 h 5940347"/>
              <a:gd name="connsiteX121" fmla="*/ 5778874 w 7047465"/>
              <a:gd name="connsiteY121" fmla="*/ 575550 h 5940347"/>
              <a:gd name="connsiteX122" fmla="*/ 5699260 w 7047465"/>
              <a:gd name="connsiteY122" fmla="*/ 586356 h 5940347"/>
              <a:gd name="connsiteX123" fmla="*/ 5699260 w 7047465"/>
              <a:gd name="connsiteY123" fmla="*/ 588146 h 5940347"/>
              <a:gd name="connsiteX124" fmla="*/ 5778874 w 7047465"/>
              <a:gd name="connsiteY124" fmla="*/ 598940 h 5940347"/>
              <a:gd name="connsiteX125" fmla="*/ 5814013 w 7047465"/>
              <a:gd name="connsiteY125" fmla="*/ 587251 h 5940347"/>
              <a:gd name="connsiteX126" fmla="*/ 5778874 w 7047465"/>
              <a:gd name="connsiteY126" fmla="*/ 575550 h 5940347"/>
              <a:gd name="connsiteX127" fmla="*/ 5944575 w 7047465"/>
              <a:gd name="connsiteY127" fmla="*/ 515162 h 5940347"/>
              <a:gd name="connsiteX128" fmla="*/ 5975518 w 7047465"/>
              <a:gd name="connsiteY128" fmla="*/ 515162 h 5940347"/>
              <a:gd name="connsiteX129" fmla="*/ 5992377 w 7047465"/>
              <a:gd name="connsiteY129" fmla="*/ 529395 h 5940347"/>
              <a:gd name="connsiteX130" fmla="*/ 5975518 w 7047465"/>
              <a:gd name="connsiteY130" fmla="*/ 543629 h 5940347"/>
              <a:gd name="connsiteX131" fmla="*/ 5975518 w 7047465"/>
              <a:gd name="connsiteY131" fmla="*/ 543616 h 5940347"/>
              <a:gd name="connsiteX132" fmla="*/ 5944575 w 7047465"/>
              <a:gd name="connsiteY132" fmla="*/ 543616 h 5940347"/>
              <a:gd name="connsiteX133" fmla="*/ 6526180 w 7047465"/>
              <a:gd name="connsiteY133" fmla="*/ 497526 h 5940347"/>
              <a:gd name="connsiteX134" fmla="*/ 6549230 w 7047465"/>
              <a:gd name="connsiteY134" fmla="*/ 522272 h 5940347"/>
              <a:gd name="connsiteX135" fmla="*/ 6526180 w 7047465"/>
              <a:gd name="connsiteY135" fmla="*/ 547018 h 5940347"/>
              <a:gd name="connsiteX136" fmla="*/ 6503130 w 7047465"/>
              <a:gd name="connsiteY136" fmla="*/ 522272 h 5940347"/>
              <a:gd name="connsiteX137" fmla="*/ 6526180 w 7047465"/>
              <a:gd name="connsiteY137" fmla="*/ 497526 h 5940347"/>
              <a:gd name="connsiteX138" fmla="*/ 6063383 w 7047465"/>
              <a:gd name="connsiteY138" fmla="*/ 497526 h 5940347"/>
              <a:gd name="connsiteX139" fmla="*/ 6086433 w 7047465"/>
              <a:gd name="connsiteY139" fmla="*/ 522272 h 5940347"/>
              <a:gd name="connsiteX140" fmla="*/ 6063383 w 7047465"/>
              <a:gd name="connsiteY140" fmla="*/ 547018 h 5940347"/>
              <a:gd name="connsiteX141" fmla="*/ 6040333 w 7047465"/>
              <a:gd name="connsiteY141" fmla="*/ 522272 h 5940347"/>
              <a:gd name="connsiteX142" fmla="*/ 6063383 w 7047465"/>
              <a:gd name="connsiteY142" fmla="*/ 497526 h 5940347"/>
              <a:gd name="connsiteX143" fmla="*/ 6328346 w 7047465"/>
              <a:gd name="connsiteY143" fmla="*/ 496606 h 5940347"/>
              <a:gd name="connsiteX144" fmla="*/ 6348608 w 7047465"/>
              <a:gd name="connsiteY144" fmla="*/ 513768 h 5940347"/>
              <a:gd name="connsiteX145" fmla="*/ 6307778 w 7047465"/>
              <a:gd name="connsiteY145" fmla="*/ 513768 h 5940347"/>
              <a:gd name="connsiteX146" fmla="*/ 6328346 w 7047465"/>
              <a:gd name="connsiteY146" fmla="*/ 496606 h 5940347"/>
              <a:gd name="connsiteX147" fmla="*/ 6457042 w 7047465"/>
              <a:gd name="connsiteY147" fmla="*/ 482692 h 5940347"/>
              <a:gd name="connsiteX148" fmla="*/ 6457042 w 7047465"/>
              <a:gd name="connsiteY148" fmla="*/ 561865 h 5940347"/>
              <a:gd name="connsiteX149" fmla="*/ 6474681 w 7047465"/>
              <a:gd name="connsiteY149" fmla="*/ 561865 h 5940347"/>
              <a:gd name="connsiteX150" fmla="*/ 6474681 w 7047465"/>
              <a:gd name="connsiteY150" fmla="*/ 482692 h 5940347"/>
              <a:gd name="connsiteX151" fmla="*/ 6156966 w 7047465"/>
              <a:gd name="connsiteY151" fmla="*/ 481298 h 5940347"/>
              <a:gd name="connsiteX152" fmla="*/ 6135310 w 7047465"/>
              <a:gd name="connsiteY152" fmla="*/ 497079 h 5940347"/>
              <a:gd name="connsiteX153" fmla="*/ 6135310 w 7047465"/>
              <a:gd name="connsiteY153" fmla="*/ 482692 h 5940347"/>
              <a:gd name="connsiteX154" fmla="*/ 6117670 w 7047465"/>
              <a:gd name="connsiteY154" fmla="*/ 482692 h 5940347"/>
              <a:gd name="connsiteX155" fmla="*/ 6117670 w 7047465"/>
              <a:gd name="connsiteY155" fmla="*/ 561865 h 5940347"/>
              <a:gd name="connsiteX156" fmla="*/ 6135310 w 7047465"/>
              <a:gd name="connsiteY156" fmla="*/ 561865 h 5940347"/>
              <a:gd name="connsiteX157" fmla="*/ 6135310 w 7047465"/>
              <a:gd name="connsiteY157" fmla="*/ 518717 h 5940347"/>
              <a:gd name="connsiteX158" fmla="*/ 6154804 w 7047465"/>
              <a:gd name="connsiteY158" fmla="*/ 499547 h 5940347"/>
              <a:gd name="connsiteX159" fmla="*/ 6158667 w 7047465"/>
              <a:gd name="connsiteY159" fmla="*/ 499547 h 5940347"/>
              <a:gd name="connsiteX160" fmla="*/ 6158667 w 7047465"/>
              <a:gd name="connsiteY160" fmla="*/ 481298 h 5940347"/>
              <a:gd name="connsiteX161" fmla="*/ 6522624 w 7047465"/>
              <a:gd name="connsiteY161" fmla="*/ 480530 h 5940347"/>
              <a:gd name="connsiteX162" fmla="*/ 6484876 w 7047465"/>
              <a:gd name="connsiteY162" fmla="*/ 522285 h 5940347"/>
              <a:gd name="connsiteX163" fmla="*/ 6522624 w 7047465"/>
              <a:gd name="connsiteY163" fmla="*/ 564039 h 5940347"/>
              <a:gd name="connsiteX164" fmla="*/ 6549230 w 7047465"/>
              <a:gd name="connsiteY164" fmla="*/ 548732 h 5940347"/>
              <a:gd name="connsiteX165" fmla="*/ 6549230 w 7047465"/>
              <a:gd name="connsiteY165" fmla="*/ 561878 h 5940347"/>
              <a:gd name="connsiteX166" fmla="*/ 6566857 w 7047465"/>
              <a:gd name="connsiteY166" fmla="*/ 561878 h 5940347"/>
              <a:gd name="connsiteX167" fmla="*/ 6566857 w 7047465"/>
              <a:gd name="connsiteY167" fmla="*/ 482704 h 5940347"/>
              <a:gd name="connsiteX168" fmla="*/ 6549230 w 7047465"/>
              <a:gd name="connsiteY168" fmla="*/ 482704 h 5940347"/>
              <a:gd name="connsiteX169" fmla="*/ 6549230 w 7047465"/>
              <a:gd name="connsiteY169" fmla="*/ 495838 h 5940347"/>
              <a:gd name="connsiteX170" fmla="*/ 6522624 w 7047465"/>
              <a:gd name="connsiteY170" fmla="*/ 480530 h 5940347"/>
              <a:gd name="connsiteX171" fmla="*/ 6059814 w 7047465"/>
              <a:gd name="connsiteY171" fmla="*/ 480530 h 5940347"/>
              <a:gd name="connsiteX172" fmla="*/ 6022066 w 7047465"/>
              <a:gd name="connsiteY172" fmla="*/ 522285 h 5940347"/>
              <a:gd name="connsiteX173" fmla="*/ 6059814 w 7047465"/>
              <a:gd name="connsiteY173" fmla="*/ 564039 h 5940347"/>
              <a:gd name="connsiteX174" fmla="*/ 6086420 w 7047465"/>
              <a:gd name="connsiteY174" fmla="*/ 548732 h 5940347"/>
              <a:gd name="connsiteX175" fmla="*/ 6086420 w 7047465"/>
              <a:gd name="connsiteY175" fmla="*/ 561878 h 5940347"/>
              <a:gd name="connsiteX176" fmla="*/ 6104047 w 7047465"/>
              <a:gd name="connsiteY176" fmla="*/ 561878 h 5940347"/>
              <a:gd name="connsiteX177" fmla="*/ 6104047 w 7047465"/>
              <a:gd name="connsiteY177" fmla="*/ 482704 h 5940347"/>
              <a:gd name="connsiteX178" fmla="*/ 6086420 w 7047465"/>
              <a:gd name="connsiteY178" fmla="*/ 482704 h 5940347"/>
              <a:gd name="connsiteX179" fmla="*/ 6086420 w 7047465"/>
              <a:gd name="connsiteY179" fmla="*/ 495838 h 5940347"/>
              <a:gd name="connsiteX180" fmla="*/ 6059814 w 7047465"/>
              <a:gd name="connsiteY180" fmla="*/ 480530 h 5940347"/>
              <a:gd name="connsiteX181" fmla="*/ 6418220 w 7047465"/>
              <a:gd name="connsiteY181" fmla="*/ 480518 h 5940347"/>
              <a:gd name="connsiteX182" fmla="*/ 6394555 w 7047465"/>
              <a:gd name="connsiteY182" fmla="*/ 493204 h 5940347"/>
              <a:gd name="connsiteX183" fmla="*/ 6394555 w 7047465"/>
              <a:gd name="connsiteY183" fmla="*/ 482692 h 5940347"/>
              <a:gd name="connsiteX184" fmla="*/ 6376929 w 7047465"/>
              <a:gd name="connsiteY184" fmla="*/ 482692 h 5940347"/>
              <a:gd name="connsiteX185" fmla="*/ 6376929 w 7047465"/>
              <a:gd name="connsiteY185" fmla="*/ 561865 h 5940347"/>
              <a:gd name="connsiteX186" fmla="*/ 6394543 w 7047465"/>
              <a:gd name="connsiteY186" fmla="*/ 561865 h 5940347"/>
              <a:gd name="connsiteX187" fmla="*/ 6394543 w 7047465"/>
              <a:gd name="connsiteY187" fmla="*/ 514855 h 5940347"/>
              <a:gd name="connsiteX188" fmla="*/ 6410941 w 7047465"/>
              <a:gd name="connsiteY188" fmla="*/ 495992 h 5940347"/>
              <a:gd name="connsiteX189" fmla="*/ 6426406 w 7047465"/>
              <a:gd name="connsiteY189" fmla="*/ 513461 h 5940347"/>
              <a:gd name="connsiteX190" fmla="*/ 6426406 w 7047465"/>
              <a:gd name="connsiteY190" fmla="*/ 561865 h 5940347"/>
              <a:gd name="connsiteX191" fmla="*/ 6444046 w 7047465"/>
              <a:gd name="connsiteY191" fmla="*/ 561865 h 5940347"/>
              <a:gd name="connsiteX192" fmla="*/ 6444046 w 7047465"/>
              <a:gd name="connsiteY192" fmla="*/ 510366 h 5940347"/>
              <a:gd name="connsiteX193" fmla="*/ 6418220 w 7047465"/>
              <a:gd name="connsiteY193" fmla="*/ 480518 h 5940347"/>
              <a:gd name="connsiteX194" fmla="*/ 6328359 w 7047465"/>
              <a:gd name="connsiteY194" fmla="*/ 480518 h 5940347"/>
              <a:gd name="connsiteX195" fmla="*/ 6289217 w 7047465"/>
              <a:gd name="connsiteY195" fmla="*/ 522272 h 5940347"/>
              <a:gd name="connsiteX196" fmla="*/ 6329741 w 7047465"/>
              <a:gd name="connsiteY196" fmla="*/ 564026 h 5940347"/>
              <a:gd name="connsiteX197" fmla="*/ 6364240 w 7047465"/>
              <a:gd name="connsiteY197" fmla="*/ 546238 h 5940347"/>
              <a:gd name="connsiteX198" fmla="*/ 6352177 w 7047465"/>
              <a:gd name="connsiteY198" fmla="*/ 536032 h 5940347"/>
              <a:gd name="connsiteX199" fmla="*/ 6329754 w 7047465"/>
              <a:gd name="connsiteY199" fmla="*/ 547939 h 5940347"/>
              <a:gd name="connsiteX200" fmla="*/ 6307330 w 7047465"/>
              <a:gd name="connsiteY200" fmla="*/ 527988 h 5940347"/>
              <a:gd name="connsiteX201" fmla="*/ 6366567 w 7047465"/>
              <a:gd name="connsiteY201" fmla="*/ 527988 h 5940347"/>
              <a:gd name="connsiteX202" fmla="*/ 6367028 w 7047465"/>
              <a:gd name="connsiteY202" fmla="*/ 521492 h 5940347"/>
              <a:gd name="connsiteX203" fmla="*/ 6328359 w 7047465"/>
              <a:gd name="connsiteY203" fmla="*/ 480518 h 5940347"/>
              <a:gd name="connsiteX204" fmla="*/ 6208017 w 7047465"/>
              <a:gd name="connsiteY204" fmla="*/ 480518 h 5940347"/>
              <a:gd name="connsiteX205" fmla="*/ 6185593 w 7047465"/>
              <a:gd name="connsiteY205" fmla="*/ 493204 h 5940347"/>
              <a:gd name="connsiteX206" fmla="*/ 6185593 w 7047465"/>
              <a:gd name="connsiteY206" fmla="*/ 482692 h 5940347"/>
              <a:gd name="connsiteX207" fmla="*/ 6167954 w 7047465"/>
              <a:gd name="connsiteY207" fmla="*/ 482692 h 5940347"/>
              <a:gd name="connsiteX208" fmla="*/ 6167954 w 7047465"/>
              <a:gd name="connsiteY208" fmla="*/ 561865 h 5940347"/>
              <a:gd name="connsiteX209" fmla="*/ 6185580 w 7047465"/>
              <a:gd name="connsiteY209" fmla="*/ 561865 h 5940347"/>
              <a:gd name="connsiteX210" fmla="*/ 6185580 w 7047465"/>
              <a:gd name="connsiteY210" fmla="*/ 514855 h 5940347"/>
              <a:gd name="connsiteX211" fmla="*/ 6200738 w 7047465"/>
              <a:gd name="connsiteY211" fmla="*/ 495992 h 5940347"/>
              <a:gd name="connsiteX212" fmla="*/ 6214975 w 7047465"/>
              <a:gd name="connsiteY212" fmla="*/ 513461 h 5940347"/>
              <a:gd name="connsiteX213" fmla="*/ 6214975 w 7047465"/>
              <a:gd name="connsiteY213" fmla="*/ 561865 h 5940347"/>
              <a:gd name="connsiteX214" fmla="*/ 6232602 w 7047465"/>
              <a:gd name="connsiteY214" fmla="*/ 561865 h 5940347"/>
              <a:gd name="connsiteX215" fmla="*/ 6232602 w 7047465"/>
              <a:gd name="connsiteY215" fmla="*/ 513154 h 5940347"/>
              <a:gd name="connsiteX216" fmla="*/ 6247760 w 7047465"/>
              <a:gd name="connsiteY216" fmla="*/ 495992 h 5940347"/>
              <a:gd name="connsiteX217" fmla="*/ 6261997 w 7047465"/>
              <a:gd name="connsiteY217" fmla="*/ 513461 h 5940347"/>
              <a:gd name="connsiteX218" fmla="*/ 6261997 w 7047465"/>
              <a:gd name="connsiteY218" fmla="*/ 561865 h 5940347"/>
              <a:gd name="connsiteX219" fmla="*/ 6279636 w 7047465"/>
              <a:gd name="connsiteY219" fmla="*/ 561865 h 5940347"/>
              <a:gd name="connsiteX220" fmla="*/ 6279636 w 7047465"/>
              <a:gd name="connsiteY220" fmla="*/ 510366 h 5940347"/>
              <a:gd name="connsiteX221" fmla="*/ 6253490 w 7047465"/>
              <a:gd name="connsiteY221" fmla="*/ 480518 h 5940347"/>
              <a:gd name="connsiteX222" fmla="*/ 6229673 w 7047465"/>
              <a:gd name="connsiteY222" fmla="*/ 494125 h 5940347"/>
              <a:gd name="connsiteX223" fmla="*/ 6208017 w 7047465"/>
              <a:gd name="connsiteY223" fmla="*/ 480518 h 5940347"/>
              <a:gd name="connsiteX224" fmla="*/ 5944575 w 7047465"/>
              <a:gd name="connsiteY224" fmla="*/ 471860 h 5940347"/>
              <a:gd name="connsiteX225" fmla="*/ 5974584 w 7047465"/>
              <a:gd name="connsiteY225" fmla="*/ 471860 h 5940347"/>
              <a:gd name="connsiteX226" fmla="*/ 5989742 w 7047465"/>
              <a:gd name="connsiteY226" fmla="*/ 484380 h 5940347"/>
              <a:gd name="connsiteX227" fmla="*/ 5974584 w 7047465"/>
              <a:gd name="connsiteY227" fmla="*/ 496912 h 5940347"/>
              <a:gd name="connsiteX228" fmla="*/ 5944575 w 7047465"/>
              <a:gd name="connsiteY228" fmla="*/ 496912 h 5940347"/>
              <a:gd name="connsiteX229" fmla="*/ 5679804 w 7047465"/>
              <a:gd name="connsiteY229" fmla="*/ 462793 h 5940347"/>
              <a:gd name="connsiteX230" fmla="*/ 5668112 w 7047465"/>
              <a:gd name="connsiteY230" fmla="*/ 494560 h 5940347"/>
              <a:gd name="connsiteX231" fmla="*/ 5678921 w 7047465"/>
              <a:gd name="connsiteY231" fmla="*/ 566534 h 5940347"/>
              <a:gd name="connsiteX232" fmla="*/ 5680699 w 7047465"/>
              <a:gd name="connsiteY232" fmla="*/ 566534 h 5940347"/>
              <a:gd name="connsiteX233" fmla="*/ 5691508 w 7047465"/>
              <a:gd name="connsiteY233" fmla="*/ 494560 h 5940347"/>
              <a:gd name="connsiteX234" fmla="*/ 5679804 w 7047465"/>
              <a:gd name="connsiteY234" fmla="*/ 462793 h 5940347"/>
              <a:gd name="connsiteX235" fmla="*/ 5924467 w 7047465"/>
              <a:gd name="connsiteY235" fmla="*/ 453623 h 5940347"/>
              <a:gd name="connsiteX236" fmla="*/ 5924467 w 7047465"/>
              <a:gd name="connsiteY236" fmla="*/ 561865 h 5940347"/>
              <a:gd name="connsiteX237" fmla="*/ 5977833 w 7047465"/>
              <a:gd name="connsiteY237" fmla="*/ 561865 h 5940347"/>
              <a:gd name="connsiteX238" fmla="*/ 6013406 w 7047465"/>
              <a:gd name="connsiteY238" fmla="*/ 531403 h 5940347"/>
              <a:gd name="connsiteX239" fmla="*/ 5994539 w 7047465"/>
              <a:gd name="connsiteY239" fmla="*/ 505583 h 5940347"/>
              <a:gd name="connsiteX240" fmla="*/ 6010784 w 7047465"/>
              <a:gd name="connsiteY240" fmla="*/ 481771 h 5940347"/>
              <a:gd name="connsiteX241" fmla="*/ 5977373 w 7047465"/>
              <a:gd name="connsiteY241" fmla="*/ 453623 h 5940347"/>
              <a:gd name="connsiteX242" fmla="*/ 6465855 w 7047465"/>
              <a:gd name="connsiteY242" fmla="*/ 450669 h 5940347"/>
              <a:gd name="connsiteX243" fmla="*/ 6454867 w 7047465"/>
              <a:gd name="connsiteY243" fmla="*/ 461654 h 5940347"/>
              <a:gd name="connsiteX244" fmla="*/ 6465855 w 7047465"/>
              <a:gd name="connsiteY244" fmla="*/ 472640 h 5940347"/>
              <a:gd name="connsiteX245" fmla="*/ 6476843 w 7047465"/>
              <a:gd name="connsiteY245" fmla="*/ 461654 h 5940347"/>
              <a:gd name="connsiteX246" fmla="*/ 6465855 w 7047465"/>
              <a:gd name="connsiteY246" fmla="*/ 450669 h 5940347"/>
              <a:gd name="connsiteX247" fmla="*/ 5818502 w 7047465"/>
              <a:gd name="connsiteY247" fmla="*/ 447345 h 5940347"/>
              <a:gd name="connsiteX248" fmla="*/ 5771327 w 7047465"/>
              <a:gd name="connsiteY248" fmla="*/ 475415 h 5940347"/>
              <a:gd name="connsiteX249" fmla="*/ 5694885 w 7047465"/>
              <a:gd name="connsiteY249" fmla="*/ 569475 h 5940347"/>
              <a:gd name="connsiteX250" fmla="*/ 5696343 w 7047465"/>
              <a:gd name="connsiteY250" fmla="*/ 570933 h 5940347"/>
              <a:gd name="connsiteX251" fmla="*/ 5790425 w 7047465"/>
              <a:gd name="connsiteY251" fmla="*/ 494509 h 5940347"/>
              <a:gd name="connsiteX252" fmla="*/ 5818502 w 7047465"/>
              <a:gd name="connsiteY252" fmla="*/ 447345 h 5940347"/>
              <a:gd name="connsiteX253" fmla="*/ 5539698 w 7047465"/>
              <a:gd name="connsiteY253" fmla="*/ 447281 h 5940347"/>
              <a:gd name="connsiteX254" fmla="*/ 5567775 w 7047465"/>
              <a:gd name="connsiteY254" fmla="*/ 494445 h 5940347"/>
              <a:gd name="connsiteX255" fmla="*/ 5661857 w 7047465"/>
              <a:gd name="connsiteY255" fmla="*/ 570869 h 5940347"/>
              <a:gd name="connsiteX256" fmla="*/ 5661857 w 7047465"/>
              <a:gd name="connsiteY256" fmla="*/ 570882 h 5940347"/>
              <a:gd name="connsiteX257" fmla="*/ 5663315 w 7047465"/>
              <a:gd name="connsiteY257" fmla="*/ 569424 h 5940347"/>
              <a:gd name="connsiteX258" fmla="*/ 5586873 w 7047465"/>
              <a:gd name="connsiteY258" fmla="*/ 475364 h 5940347"/>
              <a:gd name="connsiteX259" fmla="*/ 5539698 w 7047465"/>
              <a:gd name="connsiteY259" fmla="*/ 447281 h 5940347"/>
              <a:gd name="connsiteX260" fmla="*/ 0 w 7047465"/>
              <a:gd name="connsiteY260" fmla="*/ 0 h 5940347"/>
              <a:gd name="connsiteX261" fmla="*/ 7047465 w 7047465"/>
              <a:gd name="connsiteY261" fmla="*/ 0 h 5940347"/>
              <a:gd name="connsiteX262" fmla="*/ 7047465 w 7047465"/>
              <a:gd name="connsiteY262" fmla="*/ 4925436 h 5940347"/>
              <a:gd name="connsiteX263" fmla="*/ 1325965 w 7047465"/>
              <a:gd name="connsiteY263" fmla="*/ 5936138 h 5940347"/>
              <a:gd name="connsiteX264" fmla="*/ 1009499 w 7047465"/>
              <a:gd name="connsiteY264" fmla="*/ 5714695 h 594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7047465" h="5940347">
                <a:moveTo>
                  <a:pt x="6297865" y="652255"/>
                </a:moveTo>
                <a:cubicBezTo>
                  <a:pt x="6311168" y="652255"/>
                  <a:pt x="6320915" y="662767"/>
                  <a:pt x="6320915" y="677001"/>
                </a:cubicBezTo>
                <a:cubicBezTo>
                  <a:pt x="6320915" y="691235"/>
                  <a:pt x="6311168" y="701747"/>
                  <a:pt x="6297865" y="701747"/>
                </a:cubicBezTo>
                <a:cubicBezTo>
                  <a:pt x="6284562" y="701747"/>
                  <a:pt x="6274814" y="691235"/>
                  <a:pt x="6274814" y="677001"/>
                </a:cubicBezTo>
                <a:cubicBezTo>
                  <a:pt x="6274814" y="662767"/>
                  <a:pt x="6284562" y="652255"/>
                  <a:pt x="6297865" y="652255"/>
                </a:cubicBezTo>
                <a:close/>
                <a:moveTo>
                  <a:pt x="6072657" y="652255"/>
                </a:moveTo>
                <a:cubicBezTo>
                  <a:pt x="6085960" y="652255"/>
                  <a:pt x="6095707" y="662767"/>
                  <a:pt x="6095707" y="677001"/>
                </a:cubicBezTo>
                <a:cubicBezTo>
                  <a:pt x="6095707" y="691235"/>
                  <a:pt x="6085960" y="701747"/>
                  <a:pt x="6072657" y="701747"/>
                </a:cubicBezTo>
                <a:cubicBezTo>
                  <a:pt x="6059354" y="701747"/>
                  <a:pt x="6049607" y="691235"/>
                  <a:pt x="6049607" y="677001"/>
                </a:cubicBezTo>
                <a:cubicBezTo>
                  <a:pt x="6049607" y="662767"/>
                  <a:pt x="6059354" y="652255"/>
                  <a:pt x="6072657" y="652255"/>
                </a:cubicBezTo>
                <a:close/>
                <a:moveTo>
                  <a:pt x="6387892" y="651334"/>
                </a:moveTo>
                <a:cubicBezTo>
                  <a:pt x="6397792" y="651334"/>
                  <a:pt x="6405838" y="657217"/>
                  <a:pt x="6408153" y="668497"/>
                </a:cubicBezTo>
                <a:lnTo>
                  <a:pt x="6367323" y="668497"/>
                </a:lnTo>
                <a:cubicBezTo>
                  <a:pt x="6369792" y="657831"/>
                  <a:pt x="6377377" y="651334"/>
                  <a:pt x="6387892" y="651334"/>
                </a:cubicBezTo>
                <a:close/>
                <a:moveTo>
                  <a:pt x="6475744" y="636014"/>
                </a:moveTo>
                <a:cubicBezTo>
                  <a:pt x="6464142" y="636014"/>
                  <a:pt x="6456569" y="642510"/>
                  <a:pt x="6454088" y="651782"/>
                </a:cubicBezTo>
                <a:lnTo>
                  <a:pt x="6454088" y="637395"/>
                </a:lnTo>
                <a:lnTo>
                  <a:pt x="6436461" y="637395"/>
                </a:lnTo>
                <a:lnTo>
                  <a:pt x="6436461" y="716569"/>
                </a:lnTo>
                <a:lnTo>
                  <a:pt x="6436461" y="716594"/>
                </a:lnTo>
                <a:lnTo>
                  <a:pt x="6454088" y="716594"/>
                </a:lnTo>
                <a:lnTo>
                  <a:pt x="6454088" y="673446"/>
                </a:lnTo>
                <a:cubicBezTo>
                  <a:pt x="6454088" y="660299"/>
                  <a:pt x="6459652" y="654263"/>
                  <a:pt x="6473582" y="654263"/>
                </a:cubicBezTo>
                <a:lnTo>
                  <a:pt x="6477445" y="654263"/>
                </a:lnTo>
                <a:lnTo>
                  <a:pt x="6477445" y="636014"/>
                </a:lnTo>
                <a:close/>
                <a:moveTo>
                  <a:pt x="6294309" y="635259"/>
                </a:moveTo>
                <a:cubicBezTo>
                  <a:pt x="6273586" y="635259"/>
                  <a:pt x="6256574" y="652728"/>
                  <a:pt x="6256574" y="677014"/>
                </a:cubicBezTo>
                <a:cubicBezTo>
                  <a:pt x="6256574" y="701299"/>
                  <a:pt x="6273586" y="718768"/>
                  <a:pt x="6294309" y="718768"/>
                </a:cubicBezTo>
                <a:cubicBezTo>
                  <a:pt x="6306525" y="718768"/>
                  <a:pt x="6315658" y="713512"/>
                  <a:pt x="6320915" y="703460"/>
                </a:cubicBezTo>
                <a:lnTo>
                  <a:pt x="6320915" y="716607"/>
                </a:lnTo>
                <a:lnTo>
                  <a:pt x="6338555" y="716607"/>
                </a:lnTo>
                <a:lnTo>
                  <a:pt x="6338555" y="637433"/>
                </a:lnTo>
                <a:lnTo>
                  <a:pt x="6320915" y="637433"/>
                </a:lnTo>
                <a:lnTo>
                  <a:pt x="6320915" y="650567"/>
                </a:lnTo>
                <a:cubicBezTo>
                  <a:pt x="6315658" y="640515"/>
                  <a:pt x="6306525" y="635259"/>
                  <a:pt x="6294309" y="635259"/>
                </a:cubicBezTo>
                <a:close/>
                <a:moveTo>
                  <a:pt x="6072657" y="635247"/>
                </a:moveTo>
                <a:cubicBezTo>
                  <a:pt x="6049146" y="635247"/>
                  <a:pt x="6031353" y="652716"/>
                  <a:pt x="6031353" y="677001"/>
                </a:cubicBezTo>
                <a:cubicBezTo>
                  <a:pt x="6031353" y="701286"/>
                  <a:pt x="6049146" y="718755"/>
                  <a:pt x="6072657" y="718755"/>
                </a:cubicBezTo>
                <a:cubicBezTo>
                  <a:pt x="6096168" y="718755"/>
                  <a:pt x="6113961" y="701286"/>
                  <a:pt x="6113961" y="677001"/>
                </a:cubicBezTo>
                <a:cubicBezTo>
                  <a:pt x="6113961" y="652716"/>
                  <a:pt x="6096168" y="635247"/>
                  <a:pt x="6072657" y="635247"/>
                </a:cubicBezTo>
                <a:close/>
                <a:moveTo>
                  <a:pt x="6387904" y="635234"/>
                </a:moveTo>
                <a:cubicBezTo>
                  <a:pt x="6364701" y="635234"/>
                  <a:pt x="6348775" y="652869"/>
                  <a:pt x="6348775" y="676988"/>
                </a:cubicBezTo>
                <a:lnTo>
                  <a:pt x="6348762" y="677001"/>
                </a:lnTo>
                <a:cubicBezTo>
                  <a:pt x="6348762" y="701120"/>
                  <a:pt x="6365928" y="718755"/>
                  <a:pt x="6389286" y="718755"/>
                </a:cubicBezTo>
                <a:cubicBezTo>
                  <a:pt x="6403676" y="718755"/>
                  <a:pt x="6417286" y="711645"/>
                  <a:pt x="6423785" y="700967"/>
                </a:cubicBezTo>
                <a:lnTo>
                  <a:pt x="6411722" y="690761"/>
                </a:lnTo>
                <a:cubicBezTo>
                  <a:pt x="6407232" y="698191"/>
                  <a:pt x="6398879" y="702667"/>
                  <a:pt x="6389299" y="702667"/>
                </a:cubicBezTo>
                <a:cubicBezTo>
                  <a:pt x="6377697" y="702667"/>
                  <a:pt x="6369037" y="694777"/>
                  <a:pt x="6366875" y="682717"/>
                </a:cubicBezTo>
                <a:lnTo>
                  <a:pt x="6426113" y="682717"/>
                </a:lnTo>
                <a:cubicBezTo>
                  <a:pt x="6426420" y="680710"/>
                  <a:pt x="6426573" y="678382"/>
                  <a:pt x="6426573" y="676221"/>
                </a:cubicBezTo>
                <a:cubicBezTo>
                  <a:pt x="6426573" y="653483"/>
                  <a:pt x="6411108" y="635234"/>
                  <a:pt x="6387904" y="635234"/>
                </a:cubicBezTo>
                <a:close/>
                <a:moveTo>
                  <a:pt x="6148754" y="614516"/>
                </a:moveTo>
                <a:lnTo>
                  <a:pt x="6131114" y="619926"/>
                </a:lnTo>
                <a:lnTo>
                  <a:pt x="6131114" y="637395"/>
                </a:lnTo>
                <a:lnTo>
                  <a:pt x="6115803" y="637395"/>
                </a:lnTo>
                <a:lnTo>
                  <a:pt x="6115803" y="652549"/>
                </a:lnTo>
                <a:lnTo>
                  <a:pt x="6131114" y="652549"/>
                </a:lnTo>
                <a:lnTo>
                  <a:pt x="6131114" y="691362"/>
                </a:lnTo>
                <a:cubicBezTo>
                  <a:pt x="6131114" y="708525"/>
                  <a:pt x="6140554" y="718269"/>
                  <a:pt x="6156633" y="718269"/>
                </a:cubicBezTo>
                <a:cubicBezTo>
                  <a:pt x="6161123" y="718269"/>
                  <a:pt x="6165140" y="717809"/>
                  <a:pt x="6168082" y="716875"/>
                </a:cubicBezTo>
                <a:lnTo>
                  <a:pt x="6168095" y="716901"/>
                </a:lnTo>
                <a:lnTo>
                  <a:pt x="6168095" y="702054"/>
                </a:lnTo>
                <a:cubicBezTo>
                  <a:pt x="6166086" y="702361"/>
                  <a:pt x="6163298" y="702514"/>
                  <a:pt x="6161443" y="702514"/>
                </a:cubicBezTo>
                <a:cubicBezTo>
                  <a:pt x="6152783" y="702514"/>
                  <a:pt x="6148754" y="698025"/>
                  <a:pt x="6148754" y="689674"/>
                </a:cubicBezTo>
                <a:lnTo>
                  <a:pt x="6148754" y="652562"/>
                </a:lnTo>
                <a:lnTo>
                  <a:pt x="6168095" y="652562"/>
                </a:lnTo>
                <a:lnTo>
                  <a:pt x="6168095" y="637408"/>
                </a:lnTo>
                <a:lnTo>
                  <a:pt x="6148754" y="637408"/>
                </a:lnTo>
                <a:close/>
                <a:moveTo>
                  <a:pt x="6179863" y="608340"/>
                </a:moveTo>
                <a:lnTo>
                  <a:pt x="6179863" y="716594"/>
                </a:lnTo>
                <a:lnTo>
                  <a:pt x="6197477" y="716594"/>
                </a:lnTo>
                <a:lnTo>
                  <a:pt x="6197477" y="669584"/>
                </a:lnTo>
                <a:cubicBezTo>
                  <a:pt x="6197477" y="657371"/>
                  <a:pt x="6203975" y="650721"/>
                  <a:pt x="6213875" y="650721"/>
                </a:cubicBezTo>
                <a:cubicBezTo>
                  <a:pt x="6223776" y="650721"/>
                  <a:pt x="6229340" y="657371"/>
                  <a:pt x="6229340" y="668190"/>
                </a:cubicBezTo>
                <a:lnTo>
                  <a:pt x="6229340" y="716594"/>
                </a:lnTo>
                <a:lnTo>
                  <a:pt x="6246980" y="716594"/>
                </a:lnTo>
                <a:lnTo>
                  <a:pt x="6246980" y="665095"/>
                </a:lnTo>
                <a:cubicBezTo>
                  <a:pt x="6246980" y="644684"/>
                  <a:pt x="6235992" y="635247"/>
                  <a:pt x="6221154" y="635247"/>
                </a:cubicBezTo>
                <a:cubicBezTo>
                  <a:pt x="6208938" y="635247"/>
                  <a:pt x="6200892" y="641283"/>
                  <a:pt x="6197490" y="647933"/>
                </a:cubicBezTo>
                <a:lnTo>
                  <a:pt x="6197490" y="608340"/>
                </a:lnTo>
                <a:close/>
                <a:moveTo>
                  <a:pt x="5972116" y="606485"/>
                </a:moveTo>
                <a:cubicBezTo>
                  <a:pt x="5941019" y="606485"/>
                  <a:pt x="5917662" y="629991"/>
                  <a:pt x="5917662" y="662627"/>
                </a:cubicBezTo>
                <a:cubicBezTo>
                  <a:pt x="5917662" y="695263"/>
                  <a:pt x="5941019" y="718768"/>
                  <a:pt x="5969788" y="718768"/>
                </a:cubicBezTo>
                <a:cubicBezTo>
                  <a:pt x="5983091" y="718768"/>
                  <a:pt x="5995614" y="712579"/>
                  <a:pt x="6002892" y="702680"/>
                </a:cubicBezTo>
                <a:lnTo>
                  <a:pt x="6002892" y="716594"/>
                </a:lnTo>
                <a:lnTo>
                  <a:pt x="6020839" y="716594"/>
                </a:lnTo>
                <a:lnTo>
                  <a:pt x="6020839" y="659685"/>
                </a:lnTo>
                <a:lnTo>
                  <a:pt x="5973970" y="659685"/>
                </a:lnTo>
                <a:lnTo>
                  <a:pt x="5973970" y="677321"/>
                </a:lnTo>
                <a:lnTo>
                  <a:pt x="6001344" y="677321"/>
                </a:lnTo>
                <a:cubicBezTo>
                  <a:pt x="5998709" y="690621"/>
                  <a:pt x="5986954" y="699905"/>
                  <a:pt x="5972103" y="699905"/>
                </a:cubicBezTo>
                <a:cubicBezTo>
                  <a:pt x="5952608" y="699905"/>
                  <a:pt x="5938691" y="684137"/>
                  <a:pt x="5938691" y="662639"/>
                </a:cubicBezTo>
                <a:cubicBezTo>
                  <a:pt x="5938691" y="641142"/>
                  <a:pt x="5952608" y="625374"/>
                  <a:pt x="5972103" y="625374"/>
                </a:cubicBezTo>
                <a:cubicBezTo>
                  <a:pt x="5986020" y="625374"/>
                  <a:pt x="5996074" y="632331"/>
                  <a:pt x="6001498" y="642229"/>
                </a:cubicBezTo>
                <a:lnTo>
                  <a:pt x="6018203" y="631090"/>
                </a:lnTo>
                <a:cubicBezTo>
                  <a:pt x="6010004" y="615629"/>
                  <a:pt x="5992684" y="606498"/>
                  <a:pt x="5972103" y="606498"/>
                </a:cubicBezTo>
                <a:close/>
                <a:moveTo>
                  <a:pt x="5696202" y="601536"/>
                </a:moveTo>
                <a:lnTo>
                  <a:pt x="5696210" y="601541"/>
                </a:lnTo>
                <a:lnTo>
                  <a:pt x="5694757" y="602994"/>
                </a:lnTo>
                <a:cubicBezTo>
                  <a:pt x="5712499" y="630630"/>
                  <a:pt x="5736010" y="661872"/>
                  <a:pt x="5771199" y="697053"/>
                </a:cubicBezTo>
                <a:cubicBezTo>
                  <a:pt x="5796821" y="722669"/>
                  <a:pt x="5810623" y="732887"/>
                  <a:pt x="5818374" y="725124"/>
                </a:cubicBezTo>
                <a:cubicBezTo>
                  <a:pt x="5826126" y="717374"/>
                  <a:pt x="5815906" y="703576"/>
                  <a:pt x="5790284" y="677960"/>
                </a:cubicBezTo>
                <a:cubicBezTo>
                  <a:pt x="5772689" y="660369"/>
                  <a:pt x="5756080" y="645695"/>
                  <a:pt x="5740413" y="633202"/>
                </a:cubicBezTo>
                <a:lnTo>
                  <a:pt x="5696210" y="601541"/>
                </a:lnTo>
                <a:lnTo>
                  <a:pt x="5696215" y="601536"/>
                </a:lnTo>
                <a:close/>
                <a:moveTo>
                  <a:pt x="5592015" y="588556"/>
                </a:moveTo>
                <a:cubicBezTo>
                  <a:pt x="5570014" y="588556"/>
                  <a:pt x="5559691" y="590755"/>
                  <a:pt x="5559691" y="600257"/>
                </a:cubicBezTo>
                <a:cubicBezTo>
                  <a:pt x="5559691" y="609759"/>
                  <a:pt x="5570001" y="611958"/>
                  <a:pt x="5592015" y="611958"/>
                </a:cubicBezTo>
                <a:cubicBezTo>
                  <a:pt x="5616959" y="611958"/>
                  <a:pt x="5637336" y="608723"/>
                  <a:pt x="5654656" y="604183"/>
                </a:cubicBezTo>
                <a:cubicBezTo>
                  <a:pt x="5628791" y="621793"/>
                  <a:pt x="5600061" y="646782"/>
                  <a:pt x="5567494" y="678996"/>
                </a:cubicBezTo>
                <a:cubicBezTo>
                  <a:pt x="5541936" y="704279"/>
                  <a:pt x="5531678" y="717822"/>
                  <a:pt x="5539097" y="725163"/>
                </a:cubicBezTo>
                <a:cubicBezTo>
                  <a:pt x="5546516" y="732503"/>
                  <a:pt x="5560203" y="722349"/>
                  <a:pt x="5585760" y="697066"/>
                </a:cubicBezTo>
                <a:cubicBezTo>
                  <a:pt x="5618328" y="664839"/>
                  <a:pt x="5643578" y="636423"/>
                  <a:pt x="5661371" y="610833"/>
                </a:cubicBezTo>
                <a:cubicBezTo>
                  <a:pt x="5656830" y="628149"/>
                  <a:pt x="5653581" y="648534"/>
                  <a:pt x="5653581" y="673510"/>
                </a:cubicBezTo>
                <a:cubicBezTo>
                  <a:pt x="5653581" y="695506"/>
                  <a:pt x="5655781" y="705814"/>
                  <a:pt x="5665285" y="705814"/>
                </a:cubicBezTo>
                <a:cubicBezTo>
                  <a:pt x="5674789" y="705814"/>
                  <a:pt x="5676990" y="695506"/>
                  <a:pt x="5676990" y="673510"/>
                </a:cubicBezTo>
                <a:cubicBezTo>
                  <a:pt x="5676990" y="643290"/>
                  <a:pt x="5672257" y="619772"/>
                  <a:pt x="5666181" y="600295"/>
                </a:cubicBezTo>
                <a:cubicBezTo>
                  <a:pt x="5666104" y="600027"/>
                  <a:pt x="5665963" y="599835"/>
                  <a:pt x="5665797" y="599707"/>
                </a:cubicBezTo>
                <a:lnTo>
                  <a:pt x="5665784" y="599694"/>
                </a:lnTo>
                <a:cubicBezTo>
                  <a:pt x="5665656" y="599554"/>
                  <a:pt x="5665477" y="599438"/>
                  <a:pt x="5665247" y="599362"/>
                </a:cubicBezTo>
                <a:cubicBezTo>
                  <a:pt x="5645753" y="593300"/>
                  <a:pt x="5622242" y="588556"/>
                  <a:pt x="5592015" y="588556"/>
                </a:cubicBezTo>
                <a:close/>
                <a:moveTo>
                  <a:pt x="5778874" y="575550"/>
                </a:moveTo>
                <a:cubicBezTo>
                  <a:pt x="5746013" y="575550"/>
                  <a:pt x="5720442" y="580294"/>
                  <a:pt x="5699260" y="586356"/>
                </a:cubicBezTo>
                <a:cubicBezTo>
                  <a:pt x="5698147" y="586676"/>
                  <a:pt x="5698147" y="587827"/>
                  <a:pt x="5699260" y="588146"/>
                </a:cubicBezTo>
                <a:cubicBezTo>
                  <a:pt x="5720442" y="594208"/>
                  <a:pt x="5746026" y="598940"/>
                  <a:pt x="5778874" y="598940"/>
                </a:cubicBezTo>
                <a:cubicBezTo>
                  <a:pt x="5802794" y="598940"/>
                  <a:pt x="5814013" y="596740"/>
                  <a:pt x="5814013" y="587251"/>
                </a:cubicBezTo>
                <a:cubicBezTo>
                  <a:pt x="5814013" y="577762"/>
                  <a:pt x="5802794" y="575550"/>
                  <a:pt x="5778874" y="575550"/>
                </a:cubicBezTo>
                <a:close/>
                <a:moveTo>
                  <a:pt x="5944575" y="515162"/>
                </a:moveTo>
                <a:lnTo>
                  <a:pt x="5975518" y="515162"/>
                </a:lnTo>
                <a:cubicBezTo>
                  <a:pt x="5986186" y="515162"/>
                  <a:pt x="5992377" y="520418"/>
                  <a:pt x="5992377" y="529395"/>
                </a:cubicBezTo>
                <a:cubicBezTo>
                  <a:pt x="5992377" y="538373"/>
                  <a:pt x="5986186" y="543629"/>
                  <a:pt x="5975518" y="543629"/>
                </a:cubicBezTo>
                <a:lnTo>
                  <a:pt x="5975518" y="543616"/>
                </a:lnTo>
                <a:lnTo>
                  <a:pt x="5944575" y="543616"/>
                </a:lnTo>
                <a:close/>
                <a:moveTo>
                  <a:pt x="6526180" y="497526"/>
                </a:moveTo>
                <a:cubicBezTo>
                  <a:pt x="6539483" y="497526"/>
                  <a:pt x="6549230" y="508038"/>
                  <a:pt x="6549230" y="522272"/>
                </a:cubicBezTo>
                <a:cubicBezTo>
                  <a:pt x="6549230" y="536506"/>
                  <a:pt x="6539483" y="547018"/>
                  <a:pt x="6526180" y="547018"/>
                </a:cubicBezTo>
                <a:cubicBezTo>
                  <a:pt x="6512877" y="547018"/>
                  <a:pt x="6503130" y="536506"/>
                  <a:pt x="6503130" y="522272"/>
                </a:cubicBezTo>
                <a:cubicBezTo>
                  <a:pt x="6503130" y="508038"/>
                  <a:pt x="6512877" y="497526"/>
                  <a:pt x="6526180" y="497526"/>
                </a:cubicBezTo>
                <a:close/>
                <a:moveTo>
                  <a:pt x="6063383" y="497526"/>
                </a:moveTo>
                <a:cubicBezTo>
                  <a:pt x="6076686" y="497526"/>
                  <a:pt x="6086433" y="508038"/>
                  <a:pt x="6086433" y="522272"/>
                </a:cubicBezTo>
                <a:cubicBezTo>
                  <a:pt x="6086433" y="536506"/>
                  <a:pt x="6076686" y="547018"/>
                  <a:pt x="6063383" y="547018"/>
                </a:cubicBezTo>
                <a:cubicBezTo>
                  <a:pt x="6050080" y="547018"/>
                  <a:pt x="6040333" y="536506"/>
                  <a:pt x="6040333" y="522272"/>
                </a:cubicBezTo>
                <a:cubicBezTo>
                  <a:pt x="6040333" y="508038"/>
                  <a:pt x="6050080" y="497526"/>
                  <a:pt x="6063383" y="497526"/>
                </a:cubicBezTo>
                <a:close/>
                <a:moveTo>
                  <a:pt x="6328346" y="496606"/>
                </a:moveTo>
                <a:cubicBezTo>
                  <a:pt x="6338247" y="496606"/>
                  <a:pt x="6346293" y="502488"/>
                  <a:pt x="6348608" y="513768"/>
                </a:cubicBezTo>
                <a:lnTo>
                  <a:pt x="6307778" y="513768"/>
                </a:lnTo>
                <a:cubicBezTo>
                  <a:pt x="6310246" y="503102"/>
                  <a:pt x="6317832" y="496606"/>
                  <a:pt x="6328346" y="496606"/>
                </a:cubicBezTo>
                <a:close/>
                <a:moveTo>
                  <a:pt x="6457042" y="482692"/>
                </a:moveTo>
                <a:lnTo>
                  <a:pt x="6457042" y="561865"/>
                </a:lnTo>
                <a:lnTo>
                  <a:pt x="6474681" y="561865"/>
                </a:lnTo>
                <a:lnTo>
                  <a:pt x="6474681" y="482692"/>
                </a:lnTo>
                <a:close/>
                <a:moveTo>
                  <a:pt x="6156966" y="481298"/>
                </a:moveTo>
                <a:cubicBezTo>
                  <a:pt x="6145364" y="481298"/>
                  <a:pt x="6137791" y="487794"/>
                  <a:pt x="6135310" y="497079"/>
                </a:cubicBezTo>
                <a:lnTo>
                  <a:pt x="6135310" y="482692"/>
                </a:lnTo>
                <a:lnTo>
                  <a:pt x="6117670" y="482692"/>
                </a:lnTo>
                <a:lnTo>
                  <a:pt x="6117670" y="561865"/>
                </a:lnTo>
                <a:lnTo>
                  <a:pt x="6135310" y="561865"/>
                </a:lnTo>
                <a:lnTo>
                  <a:pt x="6135310" y="518717"/>
                </a:lnTo>
                <a:cubicBezTo>
                  <a:pt x="6135310" y="505570"/>
                  <a:pt x="6140874" y="499547"/>
                  <a:pt x="6154804" y="499547"/>
                </a:cubicBezTo>
                <a:lnTo>
                  <a:pt x="6158667" y="499547"/>
                </a:lnTo>
                <a:lnTo>
                  <a:pt x="6158667" y="481298"/>
                </a:lnTo>
                <a:close/>
                <a:moveTo>
                  <a:pt x="6522624" y="480530"/>
                </a:moveTo>
                <a:cubicBezTo>
                  <a:pt x="6501902" y="480530"/>
                  <a:pt x="6484876" y="497999"/>
                  <a:pt x="6484876" y="522285"/>
                </a:cubicBezTo>
                <a:cubicBezTo>
                  <a:pt x="6484876" y="546570"/>
                  <a:pt x="6501889" y="564039"/>
                  <a:pt x="6522624" y="564039"/>
                </a:cubicBezTo>
                <a:cubicBezTo>
                  <a:pt x="6534840" y="564039"/>
                  <a:pt x="6543973" y="558783"/>
                  <a:pt x="6549230" y="548732"/>
                </a:cubicBezTo>
                <a:lnTo>
                  <a:pt x="6549230" y="561878"/>
                </a:lnTo>
                <a:lnTo>
                  <a:pt x="6566857" y="561878"/>
                </a:lnTo>
                <a:lnTo>
                  <a:pt x="6566857" y="482704"/>
                </a:lnTo>
                <a:lnTo>
                  <a:pt x="6549230" y="482704"/>
                </a:lnTo>
                <a:lnTo>
                  <a:pt x="6549230" y="495838"/>
                </a:lnTo>
                <a:cubicBezTo>
                  <a:pt x="6543973" y="485786"/>
                  <a:pt x="6534840" y="480530"/>
                  <a:pt x="6522624" y="480530"/>
                </a:cubicBezTo>
                <a:close/>
                <a:moveTo>
                  <a:pt x="6059814" y="480530"/>
                </a:moveTo>
                <a:cubicBezTo>
                  <a:pt x="6039092" y="480530"/>
                  <a:pt x="6022066" y="497999"/>
                  <a:pt x="6022066" y="522285"/>
                </a:cubicBezTo>
                <a:cubicBezTo>
                  <a:pt x="6022066" y="546570"/>
                  <a:pt x="6039079" y="564039"/>
                  <a:pt x="6059814" y="564039"/>
                </a:cubicBezTo>
                <a:cubicBezTo>
                  <a:pt x="6072030" y="564039"/>
                  <a:pt x="6081163" y="558783"/>
                  <a:pt x="6086420" y="548732"/>
                </a:cubicBezTo>
                <a:lnTo>
                  <a:pt x="6086420" y="561878"/>
                </a:lnTo>
                <a:lnTo>
                  <a:pt x="6104047" y="561878"/>
                </a:lnTo>
                <a:lnTo>
                  <a:pt x="6104047" y="482704"/>
                </a:lnTo>
                <a:lnTo>
                  <a:pt x="6086420" y="482704"/>
                </a:lnTo>
                <a:lnTo>
                  <a:pt x="6086420" y="495838"/>
                </a:lnTo>
                <a:cubicBezTo>
                  <a:pt x="6081163" y="485786"/>
                  <a:pt x="6072030" y="480530"/>
                  <a:pt x="6059814" y="480530"/>
                </a:cubicBezTo>
                <a:close/>
                <a:moveTo>
                  <a:pt x="6418220" y="480518"/>
                </a:moveTo>
                <a:cubicBezTo>
                  <a:pt x="6406004" y="480518"/>
                  <a:pt x="6397958" y="486554"/>
                  <a:pt x="6394555" y="493204"/>
                </a:cubicBezTo>
                <a:lnTo>
                  <a:pt x="6394555" y="482692"/>
                </a:lnTo>
                <a:lnTo>
                  <a:pt x="6376929" y="482692"/>
                </a:lnTo>
                <a:lnTo>
                  <a:pt x="6376929" y="561865"/>
                </a:lnTo>
                <a:lnTo>
                  <a:pt x="6394543" y="561865"/>
                </a:lnTo>
                <a:lnTo>
                  <a:pt x="6394543" y="514855"/>
                </a:lnTo>
                <a:cubicBezTo>
                  <a:pt x="6394543" y="502642"/>
                  <a:pt x="6401041" y="495992"/>
                  <a:pt x="6410941" y="495992"/>
                </a:cubicBezTo>
                <a:cubicBezTo>
                  <a:pt x="6420842" y="495992"/>
                  <a:pt x="6426406" y="502642"/>
                  <a:pt x="6426406" y="513461"/>
                </a:cubicBezTo>
                <a:lnTo>
                  <a:pt x="6426406" y="561865"/>
                </a:lnTo>
                <a:lnTo>
                  <a:pt x="6444046" y="561865"/>
                </a:lnTo>
                <a:lnTo>
                  <a:pt x="6444046" y="510366"/>
                </a:lnTo>
                <a:cubicBezTo>
                  <a:pt x="6444046" y="489955"/>
                  <a:pt x="6433058" y="480518"/>
                  <a:pt x="6418220" y="480518"/>
                </a:cubicBezTo>
                <a:close/>
                <a:moveTo>
                  <a:pt x="6328359" y="480518"/>
                </a:moveTo>
                <a:cubicBezTo>
                  <a:pt x="6305155" y="480518"/>
                  <a:pt x="6289217" y="498140"/>
                  <a:pt x="6289217" y="522272"/>
                </a:cubicBezTo>
                <a:cubicBezTo>
                  <a:pt x="6289217" y="546391"/>
                  <a:pt x="6306383" y="564026"/>
                  <a:pt x="6329741" y="564026"/>
                </a:cubicBezTo>
                <a:cubicBezTo>
                  <a:pt x="6344131" y="564026"/>
                  <a:pt x="6357741" y="556916"/>
                  <a:pt x="6364240" y="546238"/>
                </a:cubicBezTo>
                <a:lnTo>
                  <a:pt x="6352177" y="536032"/>
                </a:lnTo>
                <a:cubicBezTo>
                  <a:pt x="6347687" y="543450"/>
                  <a:pt x="6339334" y="547939"/>
                  <a:pt x="6329754" y="547939"/>
                </a:cubicBezTo>
                <a:cubicBezTo>
                  <a:pt x="6318152" y="547939"/>
                  <a:pt x="6309492" y="540048"/>
                  <a:pt x="6307330" y="527988"/>
                </a:cubicBezTo>
                <a:lnTo>
                  <a:pt x="6366567" y="527988"/>
                </a:lnTo>
                <a:cubicBezTo>
                  <a:pt x="6366875" y="525981"/>
                  <a:pt x="6367028" y="523653"/>
                  <a:pt x="6367028" y="521492"/>
                </a:cubicBezTo>
                <a:cubicBezTo>
                  <a:pt x="6367028" y="498754"/>
                  <a:pt x="6351563" y="480518"/>
                  <a:pt x="6328359" y="480518"/>
                </a:cubicBezTo>
                <a:close/>
                <a:moveTo>
                  <a:pt x="6208017" y="480518"/>
                </a:moveTo>
                <a:cubicBezTo>
                  <a:pt x="6196568" y="480518"/>
                  <a:pt x="6188996" y="486554"/>
                  <a:pt x="6185593" y="493204"/>
                </a:cubicBezTo>
                <a:lnTo>
                  <a:pt x="6185593" y="482692"/>
                </a:lnTo>
                <a:lnTo>
                  <a:pt x="6167954" y="482692"/>
                </a:lnTo>
                <a:lnTo>
                  <a:pt x="6167954" y="561865"/>
                </a:lnTo>
                <a:lnTo>
                  <a:pt x="6185580" y="561865"/>
                </a:lnTo>
                <a:lnTo>
                  <a:pt x="6185580" y="514855"/>
                </a:lnTo>
                <a:cubicBezTo>
                  <a:pt x="6185580" y="502642"/>
                  <a:pt x="6191618" y="495992"/>
                  <a:pt x="6200738" y="495992"/>
                </a:cubicBezTo>
                <a:cubicBezTo>
                  <a:pt x="6209859" y="495992"/>
                  <a:pt x="6214975" y="502642"/>
                  <a:pt x="6214975" y="513461"/>
                </a:cubicBezTo>
                <a:lnTo>
                  <a:pt x="6214975" y="561865"/>
                </a:lnTo>
                <a:lnTo>
                  <a:pt x="6232602" y="561865"/>
                </a:lnTo>
                <a:lnTo>
                  <a:pt x="6232602" y="513154"/>
                </a:lnTo>
                <a:cubicBezTo>
                  <a:pt x="6232602" y="502642"/>
                  <a:pt x="6238640" y="495992"/>
                  <a:pt x="6247760" y="495992"/>
                </a:cubicBezTo>
                <a:cubicBezTo>
                  <a:pt x="6256880" y="495992"/>
                  <a:pt x="6261997" y="502642"/>
                  <a:pt x="6261997" y="513461"/>
                </a:cubicBezTo>
                <a:lnTo>
                  <a:pt x="6261997" y="561865"/>
                </a:lnTo>
                <a:lnTo>
                  <a:pt x="6279636" y="561865"/>
                </a:lnTo>
                <a:lnTo>
                  <a:pt x="6279636" y="510366"/>
                </a:lnTo>
                <a:cubicBezTo>
                  <a:pt x="6279636" y="489955"/>
                  <a:pt x="6269122" y="480518"/>
                  <a:pt x="6253490" y="480518"/>
                </a:cubicBezTo>
                <a:cubicBezTo>
                  <a:pt x="6242976" y="480518"/>
                  <a:pt x="6234776" y="485160"/>
                  <a:pt x="6229673" y="494125"/>
                </a:cubicBezTo>
                <a:cubicBezTo>
                  <a:pt x="6225503" y="484840"/>
                  <a:pt x="6217610" y="480518"/>
                  <a:pt x="6208017" y="480518"/>
                </a:cubicBezTo>
                <a:close/>
                <a:moveTo>
                  <a:pt x="5944575" y="471860"/>
                </a:moveTo>
                <a:lnTo>
                  <a:pt x="5974584" y="471860"/>
                </a:lnTo>
                <a:cubicBezTo>
                  <a:pt x="5984178" y="471860"/>
                  <a:pt x="5989742" y="476502"/>
                  <a:pt x="5989742" y="484380"/>
                </a:cubicBezTo>
                <a:cubicBezTo>
                  <a:pt x="5989742" y="492257"/>
                  <a:pt x="5984178" y="496912"/>
                  <a:pt x="5974584" y="496912"/>
                </a:cubicBezTo>
                <a:lnTo>
                  <a:pt x="5944575" y="496912"/>
                </a:lnTo>
                <a:close/>
                <a:moveTo>
                  <a:pt x="5679804" y="462793"/>
                </a:moveTo>
                <a:cubicBezTo>
                  <a:pt x="5670312" y="462793"/>
                  <a:pt x="5668112" y="472934"/>
                  <a:pt x="5668112" y="494560"/>
                </a:cubicBezTo>
                <a:cubicBezTo>
                  <a:pt x="5668112" y="524268"/>
                  <a:pt x="5672845" y="547389"/>
                  <a:pt x="5678921" y="566534"/>
                </a:cubicBezTo>
                <a:cubicBezTo>
                  <a:pt x="5679241" y="567544"/>
                  <a:pt x="5680379" y="567544"/>
                  <a:pt x="5680699" y="566534"/>
                </a:cubicBezTo>
                <a:cubicBezTo>
                  <a:pt x="5686762" y="547377"/>
                  <a:pt x="5691508" y="524268"/>
                  <a:pt x="5691508" y="494560"/>
                </a:cubicBezTo>
                <a:cubicBezTo>
                  <a:pt x="5691508" y="472934"/>
                  <a:pt x="5689308" y="462793"/>
                  <a:pt x="5679804" y="462793"/>
                </a:cubicBezTo>
                <a:close/>
                <a:moveTo>
                  <a:pt x="5924467" y="453623"/>
                </a:moveTo>
                <a:lnTo>
                  <a:pt x="5924467" y="561865"/>
                </a:lnTo>
                <a:lnTo>
                  <a:pt x="5977833" y="561865"/>
                </a:lnTo>
                <a:cubicBezTo>
                  <a:pt x="6000257" y="561865"/>
                  <a:pt x="6013406" y="550573"/>
                  <a:pt x="6013406" y="531403"/>
                </a:cubicBezTo>
                <a:cubicBezTo>
                  <a:pt x="6013406" y="518256"/>
                  <a:pt x="6006141" y="509445"/>
                  <a:pt x="5994539" y="505583"/>
                </a:cubicBezTo>
                <a:cubicBezTo>
                  <a:pt x="6004593" y="501721"/>
                  <a:pt x="6010784" y="492743"/>
                  <a:pt x="6010784" y="481771"/>
                </a:cubicBezTo>
                <a:cubicBezTo>
                  <a:pt x="6010784" y="464135"/>
                  <a:pt x="5998415" y="453623"/>
                  <a:pt x="5977373" y="453623"/>
                </a:cubicBezTo>
                <a:close/>
                <a:moveTo>
                  <a:pt x="6465855" y="450669"/>
                </a:moveTo>
                <a:cubicBezTo>
                  <a:pt x="6459818" y="450669"/>
                  <a:pt x="6454867" y="455618"/>
                  <a:pt x="6454867" y="461654"/>
                </a:cubicBezTo>
                <a:cubicBezTo>
                  <a:pt x="6454867" y="467691"/>
                  <a:pt x="6459818" y="472640"/>
                  <a:pt x="6465855" y="472640"/>
                </a:cubicBezTo>
                <a:cubicBezTo>
                  <a:pt x="6471893" y="472640"/>
                  <a:pt x="6476843" y="467691"/>
                  <a:pt x="6476843" y="461654"/>
                </a:cubicBezTo>
                <a:cubicBezTo>
                  <a:pt x="6476843" y="455618"/>
                  <a:pt x="6471893" y="450669"/>
                  <a:pt x="6465855" y="450669"/>
                </a:cubicBezTo>
                <a:close/>
                <a:moveTo>
                  <a:pt x="5818502" y="447345"/>
                </a:moveTo>
                <a:cubicBezTo>
                  <a:pt x="5810751" y="439595"/>
                  <a:pt x="5796949" y="449813"/>
                  <a:pt x="5771327" y="475415"/>
                </a:cubicBezTo>
                <a:cubicBezTo>
                  <a:pt x="5736138" y="510597"/>
                  <a:pt x="5712614" y="541839"/>
                  <a:pt x="5694885" y="569475"/>
                </a:cubicBezTo>
                <a:cubicBezTo>
                  <a:pt x="5693951" y="570933"/>
                  <a:pt x="5694885" y="571867"/>
                  <a:pt x="5696343" y="570933"/>
                </a:cubicBezTo>
                <a:cubicBezTo>
                  <a:pt x="5723986" y="553195"/>
                  <a:pt x="5755235" y="529690"/>
                  <a:pt x="5790425" y="494509"/>
                </a:cubicBezTo>
                <a:cubicBezTo>
                  <a:pt x="5816046" y="468893"/>
                  <a:pt x="5826267" y="455094"/>
                  <a:pt x="5818502" y="447345"/>
                </a:cubicBezTo>
                <a:close/>
                <a:moveTo>
                  <a:pt x="5539698" y="447281"/>
                </a:moveTo>
                <a:cubicBezTo>
                  <a:pt x="5531946" y="455031"/>
                  <a:pt x="5542167" y="468829"/>
                  <a:pt x="5567775" y="494445"/>
                </a:cubicBezTo>
                <a:cubicBezTo>
                  <a:pt x="5602965" y="529626"/>
                  <a:pt x="5634215" y="553144"/>
                  <a:pt x="5661857" y="570869"/>
                </a:cubicBezTo>
                <a:lnTo>
                  <a:pt x="5661857" y="570882"/>
                </a:lnTo>
                <a:cubicBezTo>
                  <a:pt x="5663315" y="571815"/>
                  <a:pt x="5664249" y="570882"/>
                  <a:pt x="5663315" y="569424"/>
                </a:cubicBezTo>
                <a:cubicBezTo>
                  <a:pt x="5645573" y="541788"/>
                  <a:pt x="5622063" y="510546"/>
                  <a:pt x="5586873" y="475364"/>
                </a:cubicBezTo>
                <a:cubicBezTo>
                  <a:pt x="5561264" y="449749"/>
                  <a:pt x="5547450" y="439531"/>
                  <a:pt x="5539698" y="447281"/>
                </a:cubicBezTo>
                <a:close/>
                <a:moveTo>
                  <a:pt x="0" y="0"/>
                </a:moveTo>
                <a:lnTo>
                  <a:pt x="7047465" y="0"/>
                </a:lnTo>
                <a:lnTo>
                  <a:pt x="7047465" y="4925436"/>
                </a:lnTo>
                <a:lnTo>
                  <a:pt x="1325965" y="5936138"/>
                </a:lnTo>
                <a:cubicBezTo>
                  <a:pt x="1177425" y="5962377"/>
                  <a:pt x="1035739" y="5863234"/>
                  <a:pt x="1009499" y="5714695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228BC24-B4A7-0770-DEFF-37F7F116AB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377300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01948D-EE55-A777-DF7E-0C28A848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66CE5-6E4E-254F-BACD-C75F7D6843BB}" type="datetime1">
              <a:rPr lang="de-DE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FD7DB9-9267-EDBC-EB1C-5F7A525B2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D207B8-0A3D-ECE3-7B59-A6218679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3652864-A7F6-3A7E-5C2E-CAE4529350E2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tx2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F15C8C-0F79-3FB9-1CF1-70496DFF955A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tx2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13AF55-06C4-E714-A433-F93F7EFF65F0}"/>
              </a:ext>
            </a:extLst>
          </p:cNvPr>
          <p:cNvSpPr txBox="1"/>
          <p:nvPr userDrawn="1"/>
        </p:nvSpPr>
        <p:spPr>
          <a:xfrm>
            <a:off x="294886" y="-328141"/>
            <a:ext cx="110884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6600" b="0" i="0" u="none" strike="noStrike" kern="1200" cap="none" spc="0" normalizeH="0" baseline="0" noProof="0" dirty="0">
                <a:ln w="12700">
                  <a:solidFill>
                    <a:schemeClr val="accent4"/>
                  </a:solidFill>
                </a:ln>
                <a:noFill/>
                <a:effectLst/>
                <a:uLnTx/>
                <a:uFillTx/>
                <a:latin typeface="BarmeniaGothaer Offc Medium" panose="020B0603020204020204" pitchFamily="34" charset="0"/>
                <a:ea typeface="+mj-ea"/>
                <a:cs typeface="+mj-cs"/>
              </a:rPr>
              <a:t>„</a:t>
            </a:r>
            <a:endParaRPr lang="de-DE" sz="8000" dirty="0">
              <a:ln w="12700">
                <a:solidFill>
                  <a:schemeClr val="accent4"/>
                </a:solidFill>
              </a:ln>
              <a:noFill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2063DC4-92BC-157F-46C4-B4DE6099F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425" y="2569034"/>
            <a:ext cx="4763135" cy="802399"/>
          </a:xfrm>
        </p:spPr>
        <p:txBody>
          <a:bodyPr>
            <a:sp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2"/>
                </a:solidFill>
                <a:latin typeface="+mj-lt"/>
              </a:defRPr>
            </a:lvl1pPr>
            <a:lvl2pPr marL="171450" indent="-171450" algn="l">
              <a:buFont typeface="Symbol" pitchFamily="2" charset="2"/>
              <a:buChar char="-"/>
              <a:defRPr>
                <a:solidFill>
                  <a:schemeClr val="tx2"/>
                </a:solidFill>
                <a:latin typeface="+mn-lt"/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Zitatformat</a:t>
            </a:r>
          </a:p>
          <a:p>
            <a:pPr lvl="1"/>
            <a:r>
              <a:rPr lang="de-DE" dirty="0"/>
              <a:t>Zitatgeber</a:t>
            </a:r>
          </a:p>
        </p:txBody>
      </p:sp>
      <p:sp>
        <p:nvSpPr>
          <p:cNvPr id="2" name="Freihandform 1">
            <a:extLst>
              <a:ext uri="{FF2B5EF4-FFF2-40B4-BE49-F238E27FC236}">
                <a16:creationId xmlns:a16="http://schemas.microsoft.com/office/drawing/2014/main" id="{B131C456-0F29-83BD-BAE4-994478A44886}"/>
              </a:ext>
            </a:extLst>
          </p:cNvPr>
          <p:cNvSpPr/>
          <p:nvPr userDrawn="1"/>
        </p:nvSpPr>
        <p:spPr>
          <a:xfrm rot="21421220">
            <a:off x="6021668" y="-168105"/>
            <a:ext cx="6312646" cy="5968515"/>
          </a:xfrm>
          <a:custGeom>
            <a:avLst/>
            <a:gdLst>
              <a:gd name="connsiteX0" fmla="*/ 5530154 w 6312646"/>
              <a:gd name="connsiteY0" fmla="*/ 940994 h 5968515"/>
              <a:gd name="connsiteX1" fmla="*/ 5551887 w 6312646"/>
              <a:gd name="connsiteY1" fmla="*/ 966905 h 5968515"/>
              <a:gd name="connsiteX2" fmla="*/ 5527582 w 6312646"/>
              <a:gd name="connsiteY2" fmla="*/ 990419 h 5968515"/>
              <a:gd name="connsiteX3" fmla="*/ 5505848 w 6312646"/>
              <a:gd name="connsiteY3" fmla="*/ 964508 h 5968515"/>
              <a:gd name="connsiteX4" fmla="*/ 5530154 w 6312646"/>
              <a:gd name="connsiteY4" fmla="*/ 940994 h 5968515"/>
              <a:gd name="connsiteX5" fmla="*/ 5305251 w 6312646"/>
              <a:gd name="connsiteY5" fmla="*/ 929288 h 5968515"/>
              <a:gd name="connsiteX6" fmla="*/ 5326983 w 6312646"/>
              <a:gd name="connsiteY6" fmla="*/ 955198 h 5968515"/>
              <a:gd name="connsiteX7" fmla="*/ 5302678 w 6312646"/>
              <a:gd name="connsiteY7" fmla="*/ 978712 h 5968515"/>
              <a:gd name="connsiteX8" fmla="*/ 5280946 w 6312646"/>
              <a:gd name="connsiteY8" fmla="*/ 952802 h 5968515"/>
              <a:gd name="connsiteX9" fmla="*/ 5305251 w 6312646"/>
              <a:gd name="connsiteY9" fmla="*/ 929288 h 5968515"/>
              <a:gd name="connsiteX10" fmla="*/ 5620107 w 6312646"/>
              <a:gd name="connsiteY10" fmla="*/ 944754 h 5968515"/>
              <a:gd name="connsiteX11" fmla="*/ 5639449 w 6312646"/>
              <a:gd name="connsiteY11" fmla="*/ 962947 h 5968515"/>
              <a:gd name="connsiteX12" fmla="*/ 5598674 w 6312646"/>
              <a:gd name="connsiteY12" fmla="*/ 960824 h 5968515"/>
              <a:gd name="connsiteX13" fmla="*/ 5620107 w 6312646"/>
              <a:gd name="connsiteY13" fmla="*/ 944754 h 5968515"/>
              <a:gd name="connsiteX14" fmla="*/ 5708637 w 6312646"/>
              <a:gd name="connsiteY14" fmla="*/ 934021 h 5968515"/>
              <a:gd name="connsiteX15" fmla="*/ 5686191 w 6312646"/>
              <a:gd name="connsiteY15" fmla="*/ 948643 h 5968515"/>
              <a:gd name="connsiteX16" fmla="*/ 5686939 w 6312646"/>
              <a:gd name="connsiteY16" fmla="*/ 934275 h 5968515"/>
              <a:gd name="connsiteX17" fmla="*/ 5669335 w 6312646"/>
              <a:gd name="connsiteY17" fmla="*/ 933359 h 5968515"/>
              <a:gd name="connsiteX18" fmla="*/ 5665220 w 6312646"/>
              <a:gd name="connsiteY18" fmla="*/ 1012425 h 5968515"/>
              <a:gd name="connsiteX19" fmla="*/ 5665219 w 6312646"/>
              <a:gd name="connsiteY19" fmla="*/ 1012451 h 5968515"/>
              <a:gd name="connsiteX20" fmla="*/ 5682822 w 6312646"/>
              <a:gd name="connsiteY20" fmla="*/ 1013367 h 5968515"/>
              <a:gd name="connsiteX21" fmla="*/ 5685065 w 6312646"/>
              <a:gd name="connsiteY21" fmla="*/ 970277 h 5968515"/>
              <a:gd name="connsiteX22" fmla="*/ 5705529 w 6312646"/>
              <a:gd name="connsiteY22" fmla="*/ 952133 h 5968515"/>
              <a:gd name="connsiteX23" fmla="*/ 5709387 w 6312646"/>
              <a:gd name="connsiteY23" fmla="*/ 952334 h 5968515"/>
              <a:gd name="connsiteX24" fmla="*/ 5710336 w 6312646"/>
              <a:gd name="connsiteY24" fmla="*/ 934110 h 5968515"/>
              <a:gd name="connsiteX25" fmla="*/ 5527487 w 6312646"/>
              <a:gd name="connsiteY25" fmla="*/ 923836 h 5968515"/>
              <a:gd name="connsiteX26" fmla="*/ 5487632 w 6312646"/>
              <a:gd name="connsiteY26" fmla="*/ 963573 h 5968515"/>
              <a:gd name="connsiteX27" fmla="*/ 5523146 w 6312646"/>
              <a:gd name="connsiteY27" fmla="*/ 1007232 h 5968515"/>
              <a:gd name="connsiteX28" fmla="*/ 5550511 w 6312646"/>
              <a:gd name="connsiteY28" fmla="*/ 993328 h 5968515"/>
              <a:gd name="connsiteX29" fmla="*/ 5549828 w 6312646"/>
              <a:gd name="connsiteY29" fmla="*/ 1006457 h 5968515"/>
              <a:gd name="connsiteX30" fmla="*/ 5567444 w 6312646"/>
              <a:gd name="connsiteY30" fmla="*/ 1007374 h 5968515"/>
              <a:gd name="connsiteX31" fmla="*/ 5571560 w 6312646"/>
              <a:gd name="connsiteY31" fmla="*/ 928308 h 5968515"/>
              <a:gd name="connsiteX32" fmla="*/ 5553944 w 6312646"/>
              <a:gd name="connsiteY32" fmla="*/ 927391 h 5968515"/>
              <a:gd name="connsiteX33" fmla="*/ 5553261 w 6312646"/>
              <a:gd name="connsiteY33" fmla="*/ 940507 h 5968515"/>
              <a:gd name="connsiteX34" fmla="*/ 5527487 w 6312646"/>
              <a:gd name="connsiteY34" fmla="*/ 923836 h 5968515"/>
              <a:gd name="connsiteX35" fmla="*/ 5306135 w 6312646"/>
              <a:gd name="connsiteY35" fmla="*/ 912302 h 5968515"/>
              <a:gd name="connsiteX36" fmla="*/ 5262716 w 6312646"/>
              <a:gd name="connsiteY36" fmla="*/ 951853 h 5968515"/>
              <a:gd name="connsiteX37" fmla="*/ 5301794 w 6312646"/>
              <a:gd name="connsiteY37" fmla="*/ 995698 h 5968515"/>
              <a:gd name="connsiteX38" fmla="*/ 5345213 w 6312646"/>
              <a:gd name="connsiteY38" fmla="*/ 956147 h 5968515"/>
              <a:gd name="connsiteX39" fmla="*/ 5306135 w 6312646"/>
              <a:gd name="connsiteY39" fmla="*/ 912302 h 5968515"/>
              <a:gd name="connsiteX40" fmla="*/ 5620956 w 6312646"/>
              <a:gd name="connsiteY40" fmla="*/ 928676 h 5968515"/>
              <a:gd name="connsiteX41" fmla="*/ 5579710 w 6312646"/>
              <a:gd name="connsiteY41" fmla="*/ 968340 h 5968515"/>
              <a:gd name="connsiteX42" fmla="*/ 5579696 w 6312646"/>
              <a:gd name="connsiteY42" fmla="*/ 968352 h 5968515"/>
              <a:gd name="connsiteX43" fmla="*/ 5617995 w 6312646"/>
              <a:gd name="connsiteY43" fmla="*/ 1012157 h 5968515"/>
              <a:gd name="connsiteX44" fmla="*/ 5653372 w 6312646"/>
              <a:gd name="connsiteY44" fmla="*/ 996185 h 5968515"/>
              <a:gd name="connsiteX45" fmla="*/ 5641856 w 6312646"/>
              <a:gd name="connsiteY45" fmla="*/ 985367 h 5968515"/>
              <a:gd name="connsiteX46" fmla="*/ 5618844 w 6312646"/>
              <a:gd name="connsiteY46" fmla="*/ 996091 h 5968515"/>
              <a:gd name="connsiteX47" fmla="*/ 5597488 w 6312646"/>
              <a:gd name="connsiteY47" fmla="*/ 975002 h 5968515"/>
              <a:gd name="connsiteX48" fmla="*/ 5656645 w 6312646"/>
              <a:gd name="connsiteY48" fmla="*/ 978082 h 5968515"/>
              <a:gd name="connsiteX49" fmla="*/ 5657443 w 6312646"/>
              <a:gd name="connsiteY49" fmla="*/ 971618 h 5968515"/>
              <a:gd name="connsiteX50" fmla="*/ 5620956 w 6312646"/>
              <a:gd name="connsiteY50" fmla="*/ 928676 h 5968515"/>
              <a:gd name="connsiteX51" fmla="*/ 5383207 w 6312646"/>
              <a:gd name="connsiteY51" fmla="*/ 895555 h 5968515"/>
              <a:gd name="connsiteX52" fmla="*/ 5365309 w 6312646"/>
              <a:gd name="connsiteY52" fmla="*/ 900041 h 5968515"/>
              <a:gd name="connsiteX53" fmla="*/ 5364401 w 6312646"/>
              <a:gd name="connsiteY53" fmla="*/ 917486 h 5968515"/>
              <a:gd name="connsiteX54" fmla="*/ 5349111 w 6312646"/>
              <a:gd name="connsiteY54" fmla="*/ 916690 h 5968515"/>
              <a:gd name="connsiteX55" fmla="*/ 5348323 w 6312646"/>
              <a:gd name="connsiteY55" fmla="*/ 931824 h 5968515"/>
              <a:gd name="connsiteX56" fmla="*/ 5363613 w 6312646"/>
              <a:gd name="connsiteY56" fmla="*/ 932620 h 5968515"/>
              <a:gd name="connsiteX57" fmla="*/ 5361596 w 6312646"/>
              <a:gd name="connsiteY57" fmla="*/ 971381 h 5968515"/>
              <a:gd name="connsiteX58" fmla="*/ 5385682 w 6312646"/>
              <a:gd name="connsiteY58" fmla="*/ 999578 h 5968515"/>
              <a:gd name="connsiteX59" fmla="*/ 5397188 w 6312646"/>
              <a:gd name="connsiteY59" fmla="*/ 998781 h 5968515"/>
              <a:gd name="connsiteX60" fmla="*/ 5397199 w 6312646"/>
              <a:gd name="connsiteY60" fmla="*/ 998807 h 5968515"/>
              <a:gd name="connsiteX61" fmla="*/ 5397971 w 6312646"/>
              <a:gd name="connsiteY61" fmla="*/ 983980 h 5968515"/>
              <a:gd name="connsiteX62" fmla="*/ 5391304 w 6312646"/>
              <a:gd name="connsiteY62" fmla="*/ 984094 h 5968515"/>
              <a:gd name="connsiteX63" fmla="*/ 5379300 w 6312646"/>
              <a:gd name="connsiteY63" fmla="*/ 970612 h 5968515"/>
              <a:gd name="connsiteX64" fmla="*/ 5381229 w 6312646"/>
              <a:gd name="connsiteY64" fmla="*/ 933550 h 5968515"/>
              <a:gd name="connsiteX65" fmla="*/ 5400544 w 6312646"/>
              <a:gd name="connsiteY65" fmla="*/ 934555 h 5968515"/>
              <a:gd name="connsiteX66" fmla="*/ 5401332 w 6312646"/>
              <a:gd name="connsiteY66" fmla="*/ 919421 h 5968515"/>
              <a:gd name="connsiteX67" fmla="*/ 5382017 w 6312646"/>
              <a:gd name="connsiteY67" fmla="*/ 918416 h 5968515"/>
              <a:gd name="connsiteX68" fmla="*/ 5414595 w 6312646"/>
              <a:gd name="connsiteY68" fmla="*/ 891004 h 5968515"/>
              <a:gd name="connsiteX69" fmla="*/ 5408967 w 6312646"/>
              <a:gd name="connsiteY69" fmla="*/ 999112 h 5968515"/>
              <a:gd name="connsiteX70" fmla="*/ 5426558 w 6312646"/>
              <a:gd name="connsiteY70" fmla="*/ 1000028 h 5968515"/>
              <a:gd name="connsiteX71" fmla="*/ 5429001 w 6312646"/>
              <a:gd name="connsiteY71" fmla="*/ 953081 h 5968515"/>
              <a:gd name="connsiteX72" fmla="*/ 5446358 w 6312646"/>
              <a:gd name="connsiteY72" fmla="*/ 935096 h 5968515"/>
              <a:gd name="connsiteX73" fmla="*/ 5460894 w 6312646"/>
              <a:gd name="connsiteY73" fmla="*/ 953345 h 5968515"/>
              <a:gd name="connsiteX74" fmla="*/ 5458378 w 6312646"/>
              <a:gd name="connsiteY74" fmla="*/ 1001684 h 5968515"/>
              <a:gd name="connsiteX75" fmla="*/ 5475994 w 6312646"/>
              <a:gd name="connsiteY75" fmla="*/ 1002601 h 5968515"/>
              <a:gd name="connsiteX76" fmla="*/ 5478671 w 6312646"/>
              <a:gd name="connsiteY76" fmla="*/ 951172 h 5968515"/>
              <a:gd name="connsiteX77" fmla="*/ 5454431 w 6312646"/>
              <a:gd name="connsiteY77" fmla="*/ 920021 h 5968515"/>
              <a:gd name="connsiteX78" fmla="*/ 5430140 w 6312646"/>
              <a:gd name="connsiteY78" fmla="*/ 931460 h 5968515"/>
              <a:gd name="connsiteX79" fmla="*/ 5432198 w 6312646"/>
              <a:gd name="connsiteY79" fmla="*/ 891920 h 5968515"/>
              <a:gd name="connsiteX80" fmla="*/ 5207225 w 6312646"/>
              <a:gd name="connsiteY80" fmla="*/ 878353 h 5968515"/>
              <a:gd name="connsiteX81" fmla="*/ 5149926 w 6312646"/>
              <a:gd name="connsiteY81" fmla="*/ 931588 h 5968515"/>
              <a:gd name="connsiteX82" fmla="*/ 5199063 w 6312646"/>
              <a:gd name="connsiteY82" fmla="*/ 990363 h 5968515"/>
              <a:gd name="connsiteX83" fmla="*/ 5232959 w 6312646"/>
              <a:gd name="connsiteY83" fmla="*/ 976018 h 5968515"/>
              <a:gd name="connsiteX84" fmla="*/ 5232236 w 6312646"/>
              <a:gd name="connsiteY84" fmla="*/ 989913 h 5968515"/>
              <a:gd name="connsiteX85" fmla="*/ 5250158 w 6312646"/>
              <a:gd name="connsiteY85" fmla="*/ 990846 h 5968515"/>
              <a:gd name="connsiteX86" fmla="*/ 5253117 w 6312646"/>
              <a:gd name="connsiteY86" fmla="*/ 934014 h 5968515"/>
              <a:gd name="connsiteX87" fmla="*/ 5206311 w 6312646"/>
              <a:gd name="connsiteY87" fmla="*/ 931578 h 5968515"/>
              <a:gd name="connsiteX88" fmla="*/ 5205394 w 6312646"/>
              <a:gd name="connsiteY88" fmla="*/ 949189 h 5968515"/>
              <a:gd name="connsiteX89" fmla="*/ 5232731 w 6312646"/>
              <a:gd name="connsiteY89" fmla="*/ 950612 h 5968515"/>
              <a:gd name="connsiteX90" fmla="*/ 5202356 w 6312646"/>
              <a:gd name="connsiteY90" fmla="*/ 971646 h 5968515"/>
              <a:gd name="connsiteX91" fmla="*/ 5170926 w 6312646"/>
              <a:gd name="connsiteY91" fmla="*/ 932694 h 5968515"/>
              <a:gd name="connsiteX92" fmla="*/ 5206230 w 6312646"/>
              <a:gd name="connsiteY92" fmla="*/ 897216 h 5968515"/>
              <a:gd name="connsiteX93" fmla="*/ 5234709 w 6312646"/>
              <a:gd name="connsiteY93" fmla="*/ 915576 h 5968515"/>
              <a:gd name="connsiteX94" fmla="*/ 5251971 w 6312646"/>
              <a:gd name="connsiteY94" fmla="*/ 905321 h 5968515"/>
              <a:gd name="connsiteX95" fmla="*/ 5207211 w 6312646"/>
              <a:gd name="connsiteY95" fmla="*/ 878365 h 5968515"/>
              <a:gd name="connsiteX96" fmla="*/ 4931941 w 6312646"/>
              <a:gd name="connsiteY96" fmla="*/ 859068 h 5968515"/>
              <a:gd name="connsiteX97" fmla="*/ 4931949 w 6312646"/>
              <a:gd name="connsiteY97" fmla="*/ 859074 h 5968515"/>
              <a:gd name="connsiteX98" fmla="*/ 4930422 w 6312646"/>
              <a:gd name="connsiteY98" fmla="*/ 860449 h 5968515"/>
              <a:gd name="connsiteX99" fmla="*/ 5001872 w 6312646"/>
              <a:gd name="connsiteY99" fmla="*/ 958355 h 5968515"/>
              <a:gd name="connsiteX100" fmla="*/ 5047524 w 6312646"/>
              <a:gd name="connsiteY100" fmla="*/ 988840 h 5968515"/>
              <a:gd name="connsiteX101" fmla="*/ 5021923 w 6312646"/>
              <a:gd name="connsiteY101" fmla="*/ 940280 h 5968515"/>
              <a:gd name="connsiteX102" fmla="*/ 4974446 w 6312646"/>
              <a:gd name="connsiteY102" fmla="*/ 892989 h 5968515"/>
              <a:gd name="connsiteX103" fmla="*/ 4931949 w 6312646"/>
              <a:gd name="connsiteY103" fmla="*/ 859074 h 5968515"/>
              <a:gd name="connsiteX104" fmla="*/ 4931954 w 6312646"/>
              <a:gd name="connsiteY104" fmla="*/ 859069 h 5968515"/>
              <a:gd name="connsiteX105" fmla="*/ 4828570 w 6312646"/>
              <a:gd name="connsiteY105" fmla="*/ 840690 h 5968515"/>
              <a:gd name="connsiteX106" fmla="*/ 4795681 w 6312646"/>
              <a:gd name="connsiteY106" fmla="*/ 850695 h 5968515"/>
              <a:gd name="connsiteX107" fmla="*/ 4827353 w 6312646"/>
              <a:gd name="connsiteY107" fmla="*/ 864061 h 5968515"/>
              <a:gd name="connsiteX108" fmla="*/ 4890314 w 6312646"/>
              <a:gd name="connsiteY108" fmla="*/ 859552 h 5968515"/>
              <a:gd name="connsiteX109" fmla="*/ 4799381 w 6312646"/>
              <a:gd name="connsiteY109" fmla="*/ 929733 h 5968515"/>
              <a:gd name="connsiteX110" fmla="*/ 4768622 w 6312646"/>
              <a:gd name="connsiteY110" fmla="*/ 974361 h 5968515"/>
              <a:gd name="connsiteX111" fmla="*/ 4816683 w 6312646"/>
              <a:gd name="connsiteY111" fmla="*/ 948728 h 5968515"/>
              <a:gd name="connsiteX112" fmla="*/ 4896674 w 6312646"/>
              <a:gd name="connsiteY112" fmla="*/ 866542 h 5968515"/>
              <a:gd name="connsiteX113" fmla="*/ 4885637 w 6312646"/>
              <a:gd name="connsiteY113" fmla="*/ 928729 h 5968515"/>
              <a:gd name="connsiteX114" fmla="*/ 4895645 w 6312646"/>
              <a:gd name="connsiteY114" fmla="*/ 961598 h 5968515"/>
              <a:gd name="connsiteX115" fmla="*/ 4909014 w 6312646"/>
              <a:gd name="connsiteY115" fmla="*/ 929946 h 5968515"/>
              <a:gd name="connsiteX116" fmla="*/ 4902025 w 6312646"/>
              <a:gd name="connsiteY116" fmla="*/ 856269 h 5968515"/>
              <a:gd name="connsiteX117" fmla="*/ 4901672 w 6312646"/>
              <a:gd name="connsiteY117" fmla="*/ 855661 h 5968515"/>
              <a:gd name="connsiteX118" fmla="*/ 4901660 w 6312646"/>
              <a:gd name="connsiteY118" fmla="*/ 855648 h 5968515"/>
              <a:gd name="connsiteX119" fmla="*/ 4901141 w 6312646"/>
              <a:gd name="connsiteY119" fmla="*/ 855288 h 5968515"/>
              <a:gd name="connsiteX120" fmla="*/ 4828570 w 6312646"/>
              <a:gd name="connsiteY120" fmla="*/ 840690 h 5968515"/>
              <a:gd name="connsiteX121" fmla="*/ 5015852 w 6312646"/>
              <a:gd name="connsiteY121" fmla="*/ 837414 h 5968515"/>
              <a:gd name="connsiteX122" fmla="*/ 4935784 w 6312646"/>
              <a:gd name="connsiteY122" fmla="*/ 844068 h 5968515"/>
              <a:gd name="connsiteX123" fmla="*/ 4935691 w 6312646"/>
              <a:gd name="connsiteY123" fmla="*/ 845856 h 5968515"/>
              <a:gd name="connsiteX124" fmla="*/ 5014636 w 6312646"/>
              <a:gd name="connsiteY124" fmla="*/ 860773 h 5968515"/>
              <a:gd name="connsiteX125" fmla="*/ 5050335 w 6312646"/>
              <a:gd name="connsiteY125" fmla="*/ 850927 h 5968515"/>
              <a:gd name="connsiteX126" fmla="*/ 5015852 w 6312646"/>
              <a:gd name="connsiteY126" fmla="*/ 837414 h 5968515"/>
              <a:gd name="connsiteX127" fmla="*/ 5184468 w 6312646"/>
              <a:gd name="connsiteY127" fmla="*/ 785721 h 5968515"/>
              <a:gd name="connsiteX128" fmla="*/ 5215369 w 6312646"/>
              <a:gd name="connsiteY128" fmla="*/ 787330 h 5968515"/>
              <a:gd name="connsiteX129" fmla="*/ 5231466 w 6312646"/>
              <a:gd name="connsiteY129" fmla="*/ 802421 h 5968515"/>
              <a:gd name="connsiteX130" fmla="*/ 5213890 w 6312646"/>
              <a:gd name="connsiteY130" fmla="*/ 815759 h 5968515"/>
              <a:gd name="connsiteX131" fmla="*/ 5213890 w 6312646"/>
              <a:gd name="connsiteY131" fmla="*/ 815746 h 5968515"/>
              <a:gd name="connsiteX132" fmla="*/ 5182989 w 6312646"/>
              <a:gd name="connsiteY132" fmla="*/ 814137 h 5968515"/>
              <a:gd name="connsiteX133" fmla="*/ 5766204 w 6312646"/>
              <a:gd name="connsiteY133" fmla="*/ 798343 h 5968515"/>
              <a:gd name="connsiteX134" fmla="*/ 5787936 w 6312646"/>
              <a:gd name="connsiteY134" fmla="*/ 824253 h 5968515"/>
              <a:gd name="connsiteX135" fmla="*/ 5763631 w 6312646"/>
              <a:gd name="connsiteY135" fmla="*/ 847767 h 5968515"/>
              <a:gd name="connsiteX136" fmla="*/ 5741899 w 6312646"/>
              <a:gd name="connsiteY136" fmla="*/ 821857 h 5968515"/>
              <a:gd name="connsiteX137" fmla="*/ 5766204 w 6312646"/>
              <a:gd name="connsiteY137" fmla="*/ 798343 h 5968515"/>
              <a:gd name="connsiteX138" fmla="*/ 5304032 w 6312646"/>
              <a:gd name="connsiteY138" fmla="*/ 774286 h 5968515"/>
              <a:gd name="connsiteX139" fmla="*/ 5325765 w 6312646"/>
              <a:gd name="connsiteY139" fmla="*/ 800196 h 5968515"/>
              <a:gd name="connsiteX140" fmla="*/ 5301460 w 6312646"/>
              <a:gd name="connsiteY140" fmla="*/ 823710 h 5968515"/>
              <a:gd name="connsiteX141" fmla="*/ 5279727 w 6312646"/>
              <a:gd name="connsiteY141" fmla="*/ 797800 h 5968515"/>
              <a:gd name="connsiteX142" fmla="*/ 5304032 w 6312646"/>
              <a:gd name="connsiteY142" fmla="*/ 774286 h 5968515"/>
              <a:gd name="connsiteX143" fmla="*/ 5568685 w 6312646"/>
              <a:gd name="connsiteY143" fmla="*/ 787139 h 5968515"/>
              <a:gd name="connsiteX144" fmla="*/ 5588028 w 6312646"/>
              <a:gd name="connsiteY144" fmla="*/ 805332 h 5968515"/>
              <a:gd name="connsiteX145" fmla="*/ 5547253 w 6312646"/>
              <a:gd name="connsiteY145" fmla="*/ 803209 h 5968515"/>
              <a:gd name="connsiteX146" fmla="*/ 5568685 w 6312646"/>
              <a:gd name="connsiteY146" fmla="*/ 787139 h 5968515"/>
              <a:gd name="connsiteX147" fmla="*/ 5697930 w 6312646"/>
              <a:gd name="connsiteY147" fmla="*/ 779934 h 5968515"/>
              <a:gd name="connsiteX148" fmla="*/ 5693815 w 6312646"/>
              <a:gd name="connsiteY148" fmla="*/ 859001 h 5968515"/>
              <a:gd name="connsiteX149" fmla="*/ 5711430 w 6312646"/>
              <a:gd name="connsiteY149" fmla="*/ 859918 h 5968515"/>
              <a:gd name="connsiteX150" fmla="*/ 5715545 w 6312646"/>
              <a:gd name="connsiteY150" fmla="*/ 780851 h 5968515"/>
              <a:gd name="connsiteX151" fmla="*/ 5398332 w 6312646"/>
              <a:gd name="connsiteY151" fmla="*/ 762944 h 5968515"/>
              <a:gd name="connsiteX152" fmla="*/ 5375885 w 6312646"/>
              <a:gd name="connsiteY152" fmla="*/ 777578 h 5968515"/>
              <a:gd name="connsiteX153" fmla="*/ 5376633 w 6312646"/>
              <a:gd name="connsiteY153" fmla="*/ 763210 h 5968515"/>
              <a:gd name="connsiteX154" fmla="*/ 5359017 w 6312646"/>
              <a:gd name="connsiteY154" fmla="*/ 762293 h 5968515"/>
              <a:gd name="connsiteX155" fmla="*/ 5354902 w 6312646"/>
              <a:gd name="connsiteY155" fmla="*/ 841360 h 5968515"/>
              <a:gd name="connsiteX156" fmla="*/ 5372518 w 6312646"/>
              <a:gd name="connsiteY156" fmla="*/ 842277 h 5968515"/>
              <a:gd name="connsiteX157" fmla="*/ 5374761 w 6312646"/>
              <a:gd name="connsiteY157" fmla="*/ 799186 h 5968515"/>
              <a:gd name="connsiteX158" fmla="*/ 5395225 w 6312646"/>
              <a:gd name="connsiteY158" fmla="*/ 781056 h 5968515"/>
              <a:gd name="connsiteX159" fmla="*/ 5399083 w 6312646"/>
              <a:gd name="connsiteY159" fmla="*/ 781256 h 5968515"/>
              <a:gd name="connsiteX160" fmla="*/ 5400031 w 6312646"/>
              <a:gd name="connsiteY160" fmla="*/ 763032 h 5968515"/>
              <a:gd name="connsiteX161" fmla="*/ 5763536 w 6312646"/>
              <a:gd name="connsiteY161" fmla="*/ 781185 h 5968515"/>
              <a:gd name="connsiteX162" fmla="*/ 5723669 w 6312646"/>
              <a:gd name="connsiteY162" fmla="*/ 820921 h 5968515"/>
              <a:gd name="connsiteX163" fmla="*/ 5759195 w 6312646"/>
              <a:gd name="connsiteY163" fmla="*/ 864581 h 5968515"/>
              <a:gd name="connsiteX164" fmla="*/ 5786561 w 6312646"/>
              <a:gd name="connsiteY164" fmla="*/ 850677 h 5968515"/>
              <a:gd name="connsiteX165" fmla="*/ 5785877 w 6312646"/>
              <a:gd name="connsiteY165" fmla="*/ 863806 h 5968515"/>
              <a:gd name="connsiteX166" fmla="*/ 5803481 w 6312646"/>
              <a:gd name="connsiteY166" fmla="*/ 864722 h 5968515"/>
              <a:gd name="connsiteX167" fmla="*/ 5807596 w 6312646"/>
              <a:gd name="connsiteY167" fmla="*/ 785655 h 5968515"/>
              <a:gd name="connsiteX168" fmla="*/ 5789993 w 6312646"/>
              <a:gd name="connsiteY168" fmla="*/ 784739 h 5968515"/>
              <a:gd name="connsiteX169" fmla="*/ 5789310 w 6312646"/>
              <a:gd name="connsiteY169" fmla="*/ 797855 h 5968515"/>
              <a:gd name="connsiteX170" fmla="*/ 5763536 w 6312646"/>
              <a:gd name="connsiteY170" fmla="*/ 781185 h 5968515"/>
              <a:gd name="connsiteX171" fmla="*/ 5301352 w 6312646"/>
              <a:gd name="connsiteY171" fmla="*/ 757127 h 5968515"/>
              <a:gd name="connsiteX172" fmla="*/ 5261484 w 6312646"/>
              <a:gd name="connsiteY172" fmla="*/ 796863 h 5968515"/>
              <a:gd name="connsiteX173" fmla="*/ 5297011 w 6312646"/>
              <a:gd name="connsiteY173" fmla="*/ 840523 h 5968515"/>
              <a:gd name="connsiteX174" fmla="*/ 5324377 w 6312646"/>
              <a:gd name="connsiteY174" fmla="*/ 826619 h 5968515"/>
              <a:gd name="connsiteX175" fmla="*/ 5323693 w 6312646"/>
              <a:gd name="connsiteY175" fmla="*/ 839748 h 5968515"/>
              <a:gd name="connsiteX176" fmla="*/ 5341296 w 6312646"/>
              <a:gd name="connsiteY176" fmla="*/ 840664 h 5968515"/>
              <a:gd name="connsiteX177" fmla="*/ 5345412 w 6312646"/>
              <a:gd name="connsiteY177" fmla="*/ 761598 h 5968515"/>
              <a:gd name="connsiteX178" fmla="*/ 5327809 w 6312646"/>
              <a:gd name="connsiteY178" fmla="*/ 760681 h 5968515"/>
              <a:gd name="connsiteX179" fmla="*/ 5327126 w 6312646"/>
              <a:gd name="connsiteY179" fmla="*/ 773797 h 5968515"/>
              <a:gd name="connsiteX180" fmla="*/ 5301352 w 6312646"/>
              <a:gd name="connsiteY180" fmla="*/ 757127 h 5968515"/>
              <a:gd name="connsiteX181" fmla="*/ 5659274 w 6312646"/>
              <a:gd name="connsiteY181" fmla="*/ 775745 h 5968515"/>
              <a:gd name="connsiteX182" fmla="*/ 5634981 w 6312646"/>
              <a:gd name="connsiteY182" fmla="*/ 787184 h 5968515"/>
              <a:gd name="connsiteX183" fmla="*/ 5635528 w 6312646"/>
              <a:gd name="connsiteY183" fmla="*/ 776686 h 5968515"/>
              <a:gd name="connsiteX184" fmla="*/ 5617926 w 6312646"/>
              <a:gd name="connsiteY184" fmla="*/ 775770 h 5968515"/>
              <a:gd name="connsiteX185" fmla="*/ 5613810 w 6312646"/>
              <a:gd name="connsiteY185" fmla="*/ 854836 h 5968515"/>
              <a:gd name="connsiteX186" fmla="*/ 5631400 w 6312646"/>
              <a:gd name="connsiteY186" fmla="*/ 855752 h 5968515"/>
              <a:gd name="connsiteX187" fmla="*/ 5633844 w 6312646"/>
              <a:gd name="connsiteY187" fmla="*/ 808805 h 5968515"/>
              <a:gd name="connsiteX188" fmla="*/ 5651200 w 6312646"/>
              <a:gd name="connsiteY188" fmla="*/ 790820 h 5968515"/>
              <a:gd name="connsiteX189" fmla="*/ 5665736 w 6312646"/>
              <a:gd name="connsiteY189" fmla="*/ 809069 h 5968515"/>
              <a:gd name="connsiteX190" fmla="*/ 5663220 w 6312646"/>
              <a:gd name="connsiteY190" fmla="*/ 857408 h 5968515"/>
              <a:gd name="connsiteX191" fmla="*/ 5680836 w 6312646"/>
              <a:gd name="connsiteY191" fmla="*/ 858325 h 5968515"/>
              <a:gd name="connsiteX192" fmla="*/ 5683513 w 6312646"/>
              <a:gd name="connsiteY192" fmla="*/ 806895 h 5968515"/>
              <a:gd name="connsiteX193" fmla="*/ 5659274 w 6312646"/>
              <a:gd name="connsiteY193" fmla="*/ 775745 h 5968515"/>
              <a:gd name="connsiteX194" fmla="*/ 5569534 w 6312646"/>
              <a:gd name="connsiteY194" fmla="*/ 771074 h 5968515"/>
              <a:gd name="connsiteX195" fmla="*/ 5528275 w 6312646"/>
              <a:gd name="connsiteY195" fmla="*/ 810737 h 5968515"/>
              <a:gd name="connsiteX196" fmla="*/ 5566573 w 6312646"/>
              <a:gd name="connsiteY196" fmla="*/ 854542 h 5968515"/>
              <a:gd name="connsiteX197" fmla="*/ 5601951 w 6312646"/>
              <a:gd name="connsiteY197" fmla="*/ 838570 h 5968515"/>
              <a:gd name="connsiteX198" fmla="*/ 5590434 w 6312646"/>
              <a:gd name="connsiteY198" fmla="*/ 827752 h 5968515"/>
              <a:gd name="connsiteX199" fmla="*/ 5567423 w 6312646"/>
              <a:gd name="connsiteY199" fmla="*/ 838476 h 5968515"/>
              <a:gd name="connsiteX200" fmla="*/ 5546066 w 6312646"/>
              <a:gd name="connsiteY200" fmla="*/ 817387 h 5968515"/>
              <a:gd name="connsiteX201" fmla="*/ 5605223 w 6312646"/>
              <a:gd name="connsiteY201" fmla="*/ 820467 h 5968515"/>
              <a:gd name="connsiteX202" fmla="*/ 5606021 w 6312646"/>
              <a:gd name="connsiteY202" fmla="*/ 814003 h 5968515"/>
              <a:gd name="connsiteX203" fmla="*/ 5569534 w 6312646"/>
              <a:gd name="connsiteY203" fmla="*/ 771074 h 5968515"/>
              <a:gd name="connsiteX204" fmla="*/ 5449355 w 6312646"/>
              <a:gd name="connsiteY204" fmla="*/ 764818 h 5968515"/>
              <a:gd name="connsiteX205" fmla="*/ 5426302 w 6312646"/>
              <a:gd name="connsiteY205" fmla="*/ 776322 h 5968515"/>
              <a:gd name="connsiteX206" fmla="*/ 5426848 w 6312646"/>
              <a:gd name="connsiteY206" fmla="*/ 765824 h 5968515"/>
              <a:gd name="connsiteX207" fmla="*/ 5409233 w 6312646"/>
              <a:gd name="connsiteY207" fmla="*/ 764907 h 5968515"/>
              <a:gd name="connsiteX208" fmla="*/ 5405118 w 6312646"/>
              <a:gd name="connsiteY208" fmla="*/ 843973 h 5968515"/>
              <a:gd name="connsiteX209" fmla="*/ 5422720 w 6312646"/>
              <a:gd name="connsiteY209" fmla="*/ 844890 h 5968515"/>
              <a:gd name="connsiteX210" fmla="*/ 5425163 w 6312646"/>
              <a:gd name="connsiteY210" fmla="*/ 797943 h 5968515"/>
              <a:gd name="connsiteX211" fmla="*/ 5441281 w 6312646"/>
              <a:gd name="connsiteY211" fmla="*/ 779893 h 5968515"/>
              <a:gd name="connsiteX212" fmla="*/ 5454591 w 6312646"/>
              <a:gd name="connsiteY212" fmla="*/ 798079 h 5968515"/>
              <a:gd name="connsiteX213" fmla="*/ 5452075 w 6312646"/>
              <a:gd name="connsiteY213" fmla="*/ 846418 h 5968515"/>
              <a:gd name="connsiteX214" fmla="*/ 5469678 w 6312646"/>
              <a:gd name="connsiteY214" fmla="*/ 847334 h 5968515"/>
              <a:gd name="connsiteX215" fmla="*/ 5472210 w 6312646"/>
              <a:gd name="connsiteY215" fmla="*/ 798688 h 5968515"/>
              <a:gd name="connsiteX216" fmla="*/ 5488240 w 6312646"/>
              <a:gd name="connsiteY216" fmla="*/ 782337 h 5968515"/>
              <a:gd name="connsiteX217" fmla="*/ 5501550 w 6312646"/>
              <a:gd name="connsiteY217" fmla="*/ 800523 h 5968515"/>
              <a:gd name="connsiteX218" fmla="*/ 5499033 w 6312646"/>
              <a:gd name="connsiteY218" fmla="*/ 848862 h 5968515"/>
              <a:gd name="connsiteX219" fmla="*/ 5516649 w 6312646"/>
              <a:gd name="connsiteY219" fmla="*/ 849779 h 5968515"/>
              <a:gd name="connsiteX220" fmla="*/ 5519326 w 6312646"/>
              <a:gd name="connsiteY220" fmla="*/ 798349 h 5968515"/>
              <a:gd name="connsiteX221" fmla="*/ 5494766 w 6312646"/>
              <a:gd name="connsiteY221" fmla="*/ 767182 h 5968515"/>
              <a:gd name="connsiteX222" fmla="*/ 5470274 w 6312646"/>
              <a:gd name="connsiteY222" fmla="*/ 779533 h 5968515"/>
              <a:gd name="connsiteX223" fmla="*/ 5449355 w 6312646"/>
              <a:gd name="connsiteY223" fmla="*/ 764818 h 5968515"/>
              <a:gd name="connsiteX224" fmla="*/ 5186719 w 6312646"/>
              <a:gd name="connsiteY224" fmla="*/ 742478 h 5968515"/>
              <a:gd name="connsiteX225" fmla="*/ 5216688 w 6312646"/>
              <a:gd name="connsiteY225" fmla="*/ 744038 h 5968515"/>
              <a:gd name="connsiteX226" fmla="*/ 5231174 w 6312646"/>
              <a:gd name="connsiteY226" fmla="*/ 757329 h 5968515"/>
              <a:gd name="connsiteX227" fmla="*/ 5215385 w 6312646"/>
              <a:gd name="connsiteY227" fmla="*/ 769057 h 5968515"/>
              <a:gd name="connsiteX228" fmla="*/ 5185417 w 6312646"/>
              <a:gd name="connsiteY228" fmla="*/ 767497 h 5968515"/>
              <a:gd name="connsiteX229" fmla="*/ 4922777 w 6312646"/>
              <a:gd name="connsiteY229" fmla="*/ 719661 h 5968515"/>
              <a:gd name="connsiteX230" fmla="*/ 4909450 w 6312646"/>
              <a:gd name="connsiteY230" fmla="*/ 750777 h 5968515"/>
              <a:gd name="connsiteX231" fmla="*/ 4916503 w 6312646"/>
              <a:gd name="connsiteY231" fmla="*/ 823215 h 5968515"/>
              <a:gd name="connsiteX232" fmla="*/ 4918279 w 6312646"/>
              <a:gd name="connsiteY232" fmla="*/ 823307 h 5968515"/>
              <a:gd name="connsiteX233" fmla="*/ 4932814 w 6312646"/>
              <a:gd name="connsiteY233" fmla="*/ 751993 h 5968515"/>
              <a:gd name="connsiteX234" fmla="*/ 4922777 w 6312646"/>
              <a:gd name="connsiteY234" fmla="*/ 719661 h 5968515"/>
              <a:gd name="connsiteX235" fmla="*/ 5167586 w 6312646"/>
              <a:gd name="connsiteY235" fmla="*/ 723221 h 5968515"/>
              <a:gd name="connsiteX236" fmla="*/ 5161960 w 6312646"/>
              <a:gd name="connsiteY236" fmla="*/ 831317 h 5968515"/>
              <a:gd name="connsiteX237" fmla="*/ 5215254 w 6312646"/>
              <a:gd name="connsiteY237" fmla="*/ 834091 h 5968515"/>
              <a:gd name="connsiteX238" fmla="*/ 5252362 w 6312646"/>
              <a:gd name="connsiteY238" fmla="*/ 805519 h 5968515"/>
              <a:gd name="connsiteX239" fmla="*/ 5234863 w 6312646"/>
              <a:gd name="connsiteY239" fmla="*/ 778753 h 5968515"/>
              <a:gd name="connsiteX240" fmla="*/ 5252323 w 6312646"/>
              <a:gd name="connsiteY240" fmla="*/ 755817 h 5968515"/>
              <a:gd name="connsiteX241" fmla="*/ 5220421 w 6312646"/>
              <a:gd name="connsiteY241" fmla="*/ 725971 h 5968515"/>
              <a:gd name="connsiteX242" fmla="*/ 5708396 w 6312646"/>
              <a:gd name="connsiteY242" fmla="*/ 748413 h 5968515"/>
              <a:gd name="connsiteX243" fmla="*/ 5696852 w 6312646"/>
              <a:gd name="connsiteY243" fmla="*/ 758812 h 5968515"/>
              <a:gd name="connsiteX244" fmla="*/ 5707254 w 6312646"/>
              <a:gd name="connsiteY244" fmla="*/ 770354 h 5968515"/>
              <a:gd name="connsiteX245" fmla="*/ 5718798 w 6312646"/>
              <a:gd name="connsiteY245" fmla="*/ 759955 h 5968515"/>
              <a:gd name="connsiteX246" fmla="*/ 5708396 w 6312646"/>
              <a:gd name="connsiteY246" fmla="*/ 748413 h 5968515"/>
              <a:gd name="connsiteX247" fmla="*/ 5062091 w 6312646"/>
              <a:gd name="connsiteY247" fmla="*/ 711443 h 5968515"/>
              <a:gd name="connsiteX248" fmla="*/ 5013521 w 6312646"/>
              <a:gd name="connsiteY248" fmla="*/ 737023 h 5968515"/>
              <a:gd name="connsiteX249" fmla="*/ 4932293 w 6312646"/>
              <a:gd name="connsiteY249" fmla="*/ 826982 h 5968515"/>
              <a:gd name="connsiteX250" fmla="*/ 4933673 w 6312646"/>
              <a:gd name="connsiteY250" fmla="*/ 828514 h 5968515"/>
              <a:gd name="connsiteX251" fmla="*/ 5031600 w 6312646"/>
              <a:gd name="connsiteY251" fmla="*/ 757083 h 5968515"/>
              <a:gd name="connsiteX252" fmla="*/ 5062091 w 6312646"/>
              <a:gd name="connsiteY252" fmla="*/ 711443 h 5968515"/>
              <a:gd name="connsiteX253" fmla="*/ 4783667 w 6312646"/>
              <a:gd name="connsiteY253" fmla="*/ 696886 h 5968515"/>
              <a:gd name="connsiteX254" fmla="*/ 4809255 w 6312646"/>
              <a:gd name="connsiteY254" fmla="*/ 745446 h 5968515"/>
              <a:gd name="connsiteX255" fmla="*/ 4899237 w 6312646"/>
              <a:gd name="connsiteY255" fmla="*/ 826657 h 5968515"/>
              <a:gd name="connsiteX256" fmla="*/ 4899236 w 6312646"/>
              <a:gd name="connsiteY256" fmla="*/ 826670 h 5968515"/>
              <a:gd name="connsiteX257" fmla="*/ 4900768 w 6312646"/>
              <a:gd name="connsiteY257" fmla="*/ 825290 h 5968515"/>
              <a:gd name="connsiteX258" fmla="*/ 4829319 w 6312646"/>
              <a:gd name="connsiteY258" fmla="*/ 727384 h 5968515"/>
              <a:gd name="connsiteX259" fmla="*/ 4783667 w 6312646"/>
              <a:gd name="connsiteY259" fmla="*/ 696886 h 5968515"/>
              <a:gd name="connsiteX260" fmla="*/ 6312646 w 6312646"/>
              <a:gd name="connsiteY260" fmla="*/ 328585 h 5968515"/>
              <a:gd name="connsiteX261" fmla="*/ 6019077 w 6312646"/>
              <a:gd name="connsiteY261" fmla="*/ 5968515 h 5968515"/>
              <a:gd name="connsiteX262" fmla="*/ 273146 w 6312646"/>
              <a:gd name="connsiteY262" fmla="*/ 5968515 h 5968515"/>
              <a:gd name="connsiteX263" fmla="*/ 0 w 6312646"/>
              <a:gd name="connsiteY263" fmla="*/ 5695369 h 5968515"/>
              <a:gd name="connsiteX264" fmla="*/ 0 w 6312646"/>
              <a:gd name="connsiteY264" fmla="*/ 0 h 5968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6312646" h="5968515">
                <a:moveTo>
                  <a:pt x="5530154" y="940994"/>
                </a:moveTo>
                <a:cubicBezTo>
                  <a:pt x="5543439" y="941686"/>
                  <a:pt x="5552627" y="952690"/>
                  <a:pt x="5551887" y="966905"/>
                </a:cubicBezTo>
                <a:cubicBezTo>
                  <a:pt x="5551147" y="981119"/>
                  <a:pt x="5540867" y="991110"/>
                  <a:pt x="5527582" y="990419"/>
                </a:cubicBezTo>
                <a:cubicBezTo>
                  <a:pt x="5514297" y="989727"/>
                  <a:pt x="5505108" y="978723"/>
                  <a:pt x="5505848" y="964508"/>
                </a:cubicBezTo>
                <a:cubicBezTo>
                  <a:pt x="5506588" y="950294"/>
                  <a:pt x="5516869" y="940303"/>
                  <a:pt x="5530154" y="940994"/>
                </a:cubicBezTo>
                <a:close/>
                <a:moveTo>
                  <a:pt x="5305251" y="929288"/>
                </a:moveTo>
                <a:cubicBezTo>
                  <a:pt x="5318536" y="929979"/>
                  <a:pt x="5327723" y="940984"/>
                  <a:pt x="5326983" y="955198"/>
                </a:cubicBezTo>
                <a:cubicBezTo>
                  <a:pt x="5326243" y="969412"/>
                  <a:pt x="5315963" y="979404"/>
                  <a:pt x="5302678" y="978712"/>
                </a:cubicBezTo>
                <a:cubicBezTo>
                  <a:pt x="5289393" y="978021"/>
                  <a:pt x="5280206" y="967016"/>
                  <a:pt x="5280946" y="952802"/>
                </a:cubicBezTo>
                <a:cubicBezTo>
                  <a:pt x="5281686" y="938587"/>
                  <a:pt x="5291966" y="928596"/>
                  <a:pt x="5305251" y="929288"/>
                </a:cubicBezTo>
                <a:close/>
                <a:moveTo>
                  <a:pt x="5620107" y="944754"/>
                </a:moveTo>
                <a:cubicBezTo>
                  <a:pt x="5629994" y="945269"/>
                  <a:pt x="5637723" y="951562"/>
                  <a:pt x="5639449" y="962947"/>
                </a:cubicBezTo>
                <a:lnTo>
                  <a:pt x="5598674" y="960824"/>
                </a:lnTo>
                <a:cubicBezTo>
                  <a:pt x="5601694" y="950301"/>
                  <a:pt x="5609607" y="944208"/>
                  <a:pt x="5620107" y="944754"/>
                </a:cubicBezTo>
                <a:close/>
                <a:moveTo>
                  <a:pt x="5708637" y="934021"/>
                </a:moveTo>
                <a:cubicBezTo>
                  <a:pt x="5697051" y="933418"/>
                  <a:pt x="5689150" y="939512"/>
                  <a:pt x="5686191" y="948643"/>
                </a:cubicBezTo>
                <a:lnTo>
                  <a:pt x="5686939" y="934275"/>
                </a:lnTo>
                <a:lnTo>
                  <a:pt x="5669335" y="933359"/>
                </a:lnTo>
                <a:lnTo>
                  <a:pt x="5665220" y="1012425"/>
                </a:lnTo>
                <a:lnTo>
                  <a:pt x="5665219" y="1012451"/>
                </a:lnTo>
                <a:lnTo>
                  <a:pt x="5682822" y="1013367"/>
                </a:lnTo>
                <a:lnTo>
                  <a:pt x="5685065" y="970277"/>
                </a:lnTo>
                <a:cubicBezTo>
                  <a:pt x="5685748" y="957148"/>
                  <a:pt x="5691618" y="951409"/>
                  <a:pt x="5705529" y="952133"/>
                </a:cubicBezTo>
                <a:lnTo>
                  <a:pt x="5709387" y="952334"/>
                </a:lnTo>
                <a:lnTo>
                  <a:pt x="5710336" y="934110"/>
                </a:lnTo>
                <a:close/>
                <a:moveTo>
                  <a:pt x="5527487" y="923836"/>
                </a:moveTo>
                <a:cubicBezTo>
                  <a:pt x="5506792" y="922759"/>
                  <a:pt x="5488895" y="939320"/>
                  <a:pt x="5487632" y="963573"/>
                </a:cubicBezTo>
                <a:cubicBezTo>
                  <a:pt x="5486370" y="987825"/>
                  <a:pt x="5502451" y="1006155"/>
                  <a:pt x="5523146" y="1007232"/>
                </a:cubicBezTo>
                <a:cubicBezTo>
                  <a:pt x="5535345" y="1007867"/>
                  <a:pt x="5544739" y="1003093"/>
                  <a:pt x="5550511" y="993328"/>
                </a:cubicBezTo>
                <a:lnTo>
                  <a:pt x="5549828" y="1006457"/>
                </a:lnTo>
                <a:lnTo>
                  <a:pt x="5567444" y="1007374"/>
                </a:lnTo>
                <a:lnTo>
                  <a:pt x="5571560" y="928308"/>
                </a:lnTo>
                <a:lnTo>
                  <a:pt x="5553944" y="927391"/>
                </a:lnTo>
                <a:lnTo>
                  <a:pt x="5553261" y="940507"/>
                </a:lnTo>
                <a:cubicBezTo>
                  <a:pt x="5548534" y="930195"/>
                  <a:pt x="5539686" y="924471"/>
                  <a:pt x="5527487" y="923836"/>
                </a:cubicBezTo>
                <a:close/>
                <a:moveTo>
                  <a:pt x="5306135" y="912302"/>
                </a:moveTo>
                <a:cubicBezTo>
                  <a:pt x="5282656" y="911080"/>
                  <a:pt x="5263979" y="927600"/>
                  <a:pt x="5262716" y="951853"/>
                </a:cubicBezTo>
                <a:cubicBezTo>
                  <a:pt x="5261454" y="976105"/>
                  <a:pt x="5278315" y="994476"/>
                  <a:pt x="5301794" y="995698"/>
                </a:cubicBezTo>
                <a:cubicBezTo>
                  <a:pt x="5325273" y="996920"/>
                  <a:pt x="5343950" y="980399"/>
                  <a:pt x="5345213" y="956147"/>
                </a:cubicBezTo>
                <a:cubicBezTo>
                  <a:pt x="5346475" y="931894"/>
                  <a:pt x="5329614" y="913524"/>
                  <a:pt x="5306135" y="912302"/>
                </a:cubicBezTo>
                <a:close/>
                <a:moveTo>
                  <a:pt x="5620956" y="928676"/>
                </a:moveTo>
                <a:cubicBezTo>
                  <a:pt x="5597785" y="927470"/>
                  <a:pt x="5580964" y="944254"/>
                  <a:pt x="5579710" y="968340"/>
                </a:cubicBezTo>
                <a:lnTo>
                  <a:pt x="5579696" y="968352"/>
                </a:lnTo>
                <a:cubicBezTo>
                  <a:pt x="5578442" y="992439"/>
                  <a:pt x="5594669" y="1010943"/>
                  <a:pt x="5617995" y="1012157"/>
                </a:cubicBezTo>
                <a:cubicBezTo>
                  <a:pt x="5632365" y="1012905"/>
                  <a:pt x="5646327" y="1006511"/>
                  <a:pt x="5653372" y="996185"/>
                </a:cubicBezTo>
                <a:lnTo>
                  <a:pt x="5641856" y="985367"/>
                </a:lnTo>
                <a:cubicBezTo>
                  <a:pt x="5636986" y="992553"/>
                  <a:pt x="5628411" y="996589"/>
                  <a:pt x="5618844" y="996091"/>
                </a:cubicBezTo>
                <a:cubicBezTo>
                  <a:pt x="5607258" y="995488"/>
                  <a:pt x="5599020" y="987158"/>
                  <a:pt x="5597488" y="975002"/>
                </a:cubicBezTo>
                <a:lnTo>
                  <a:pt x="5656645" y="978082"/>
                </a:lnTo>
                <a:cubicBezTo>
                  <a:pt x="5657056" y="976093"/>
                  <a:pt x="5657330" y="973776"/>
                  <a:pt x="5657443" y="971618"/>
                </a:cubicBezTo>
                <a:cubicBezTo>
                  <a:pt x="5658624" y="948911"/>
                  <a:pt x="5644129" y="929882"/>
                  <a:pt x="5620956" y="928676"/>
                </a:cubicBezTo>
                <a:close/>
                <a:moveTo>
                  <a:pt x="5383207" y="895555"/>
                </a:moveTo>
                <a:lnTo>
                  <a:pt x="5365309" y="900041"/>
                </a:lnTo>
                <a:lnTo>
                  <a:pt x="5364401" y="917486"/>
                </a:lnTo>
                <a:lnTo>
                  <a:pt x="5349111" y="916690"/>
                </a:lnTo>
                <a:lnTo>
                  <a:pt x="5348323" y="931824"/>
                </a:lnTo>
                <a:lnTo>
                  <a:pt x="5363613" y="932620"/>
                </a:lnTo>
                <a:lnTo>
                  <a:pt x="5361596" y="971381"/>
                </a:lnTo>
                <a:cubicBezTo>
                  <a:pt x="5360704" y="988520"/>
                  <a:pt x="5369624" y="998742"/>
                  <a:pt x="5385682" y="999578"/>
                </a:cubicBezTo>
                <a:cubicBezTo>
                  <a:pt x="5390166" y="999811"/>
                  <a:pt x="5394201" y="999560"/>
                  <a:pt x="5397188" y="998781"/>
                </a:cubicBezTo>
                <a:lnTo>
                  <a:pt x="5397199" y="998807"/>
                </a:lnTo>
                <a:lnTo>
                  <a:pt x="5397971" y="983980"/>
                </a:lnTo>
                <a:cubicBezTo>
                  <a:pt x="5395949" y="984182"/>
                  <a:pt x="5393157" y="984190"/>
                  <a:pt x="5391304" y="984094"/>
                </a:cubicBezTo>
                <a:cubicBezTo>
                  <a:pt x="5382656" y="983644"/>
                  <a:pt x="5378866" y="978951"/>
                  <a:pt x="5379300" y="970612"/>
                </a:cubicBezTo>
                <a:lnTo>
                  <a:pt x="5381229" y="933550"/>
                </a:lnTo>
                <a:lnTo>
                  <a:pt x="5400544" y="934555"/>
                </a:lnTo>
                <a:lnTo>
                  <a:pt x="5401332" y="919421"/>
                </a:lnTo>
                <a:lnTo>
                  <a:pt x="5382017" y="918416"/>
                </a:lnTo>
                <a:close/>
                <a:moveTo>
                  <a:pt x="5414595" y="891004"/>
                </a:moveTo>
                <a:lnTo>
                  <a:pt x="5408967" y="999112"/>
                </a:lnTo>
                <a:lnTo>
                  <a:pt x="5426558" y="1000028"/>
                </a:lnTo>
                <a:lnTo>
                  <a:pt x="5429001" y="953081"/>
                </a:lnTo>
                <a:cubicBezTo>
                  <a:pt x="5429636" y="940884"/>
                  <a:pt x="5436471" y="934581"/>
                  <a:pt x="5446358" y="935096"/>
                </a:cubicBezTo>
                <a:cubicBezTo>
                  <a:pt x="5456245" y="935610"/>
                  <a:pt x="5461456" y="942541"/>
                  <a:pt x="5460894" y="953345"/>
                </a:cubicBezTo>
                <a:lnTo>
                  <a:pt x="5458378" y="1001684"/>
                </a:lnTo>
                <a:lnTo>
                  <a:pt x="5475994" y="1002601"/>
                </a:lnTo>
                <a:lnTo>
                  <a:pt x="5478671" y="951172"/>
                </a:lnTo>
                <a:cubicBezTo>
                  <a:pt x="5479732" y="930789"/>
                  <a:pt x="5469249" y="920792"/>
                  <a:pt x="5454431" y="920021"/>
                </a:cubicBezTo>
                <a:cubicBezTo>
                  <a:pt x="5442232" y="919386"/>
                  <a:pt x="5433883" y="924996"/>
                  <a:pt x="5430140" y="931460"/>
                </a:cubicBezTo>
                <a:lnTo>
                  <a:pt x="5432198" y="891920"/>
                </a:lnTo>
                <a:close/>
                <a:moveTo>
                  <a:pt x="5207225" y="878353"/>
                </a:moveTo>
                <a:cubicBezTo>
                  <a:pt x="5176170" y="876737"/>
                  <a:pt x="5151623" y="898996"/>
                  <a:pt x="5149926" y="931588"/>
                </a:cubicBezTo>
                <a:cubicBezTo>
                  <a:pt x="5148230" y="964180"/>
                  <a:pt x="5170333" y="988868"/>
                  <a:pt x="5199063" y="990363"/>
                </a:cubicBezTo>
                <a:cubicBezTo>
                  <a:pt x="5212348" y="991055"/>
                  <a:pt x="5225176" y="985525"/>
                  <a:pt x="5232959" y="976018"/>
                </a:cubicBezTo>
                <a:lnTo>
                  <a:pt x="5232236" y="989913"/>
                </a:lnTo>
                <a:lnTo>
                  <a:pt x="5250158" y="990846"/>
                </a:lnTo>
                <a:lnTo>
                  <a:pt x="5253117" y="934014"/>
                </a:lnTo>
                <a:lnTo>
                  <a:pt x="5206311" y="931578"/>
                </a:lnTo>
                <a:lnTo>
                  <a:pt x="5205394" y="949189"/>
                </a:lnTo>
                <a:lnTo>
                  <a:pt x="5232731" y="950612"/>
                </a:lnTo>
                <a:cubicBezTo>
                  <a:pt x="5229408" y="963757"/>
                  <a:pt x="5217187" y="972418"/>
                  <a:pt x="5202356" y="971646"/>
                </a:cubicBezTo>
                <a:cubicBezTo>
                  <a:pt x="5182887" y="970633"/>
                  <a:pt x="5169809" y="954162"/>
                  <a:pt x="5170926" y="932694"/>
                </a:cubicBezTo>
                <a:cubicBezTo>
                  <a:pt x="5172044" y="911226"/>
                  <a:pt x="5186761" y="896202"/>
                  <a:pt x="5206230" y="897216"/>
                </a:cubicBezTo>
                <a:cubicBezTo>
                  <a:pt x="5220128" y="897939"/>
                  <a:pt x="5229807" y="905409"/>
                  <a:pt x="5234709" y="915576"/>
                </a:cubicBezTo>
                <a:lnTo>
                  <a:pt x="5251971" y="905321"/>
                </a:lnTo>
                <a:cubicBezTo>
                  <a:pt x="5244586" y="889454"/>
                  <a:pt x="5227764" y="879435"/>
                  <a:pt x="5207211" y="878365"/>
                </a:cubicBezTo>
                <a:close/>
                <a:moveTo>
                  <a:pt x="4931941" y="859068"/>
                </a:moveTo>
                <a:lnTo>
                  <a:pt x="4931949" y="859074"/>
                </a:lnTo>
                <a:lnTo>
                  <a:pt x="4930422" y="860449"/>
                </a:lnTo>
                <a:cubicBezTo>
                  <a:pt x="4946704" y="888970"/>
                  <a:pt x="4968559" y="921392"/>
                  <a:pt x="5001872" y="958355"/>
                </a:cubicBezTo>
                <a:cubicBezTo>
                  <a:pt x="5026127" y="985268"/>
                  <a:pt x="5039380" y="996189"/>
                  <a:pt x="5047524" y="988840"/>
                </a:cubicBezTo>
                <a:cubicBezTo>
                  <a:pt x="5055668" y="981504"/>
                  <a:pt x="5046179" y="967192"/>
                  <a:pt x="5021923" y="940280"/>
                </a:cubicBezTo>
                <a:cubicBezTo>
                  <a:pt x="5005267" y="921798"/>
                  <a:pt x="4989443" y="906280"/>
                  <a:pt x="4974446" y="892989"/>
                </a:cubicBezTo>
                <a:lnTo>
                  <a:pt x="4931949" y="859074"/>
                </a:lnTo>
                <a:lnTo>
                  <a:pt x="4931954" y="859069"/>
                </a:lnTo>
                <a:close/>
                <a:moveTo>
                  <a:pt x="4828570" y="840690"/>
                </a:moveTo>
                <a:cubicBezTo>
                  <a:pt x="4806599" y="839546"/>
                  <a:pt x="4796175" y="841206"/>
                  <a:pt x="4795681" y="850695"/>
                </a:cubicBezTo>
                <a:cubicBezTo>
                  <a:pt x="4795187" y="860184"/>
                  <a:pt x="4805369" y="862917"/>
                  <a:pt x="4827353" y="864061"/>
                </a:cubicBezTo>
                <a:cubicBezTo>
                  <a:pt x="4852264" y="865357"/>
                  <a:pt x="4872781" y="863186"/>
                  <a:pt x="4890314" y="859552"/>
                </a:cubicBezTo>
                <a:cubicBezTo>
                  <a:pt x="4863568" y="875794"/>
                  <a:pt x="4833578" y="899255"/>
                  <a:pt x="4799381" y="929733"/>
                </a:cubicBezTo>
                <a:cubicBezTo>
                  <a:pt x="4772543" y="953653"/>
                  <a:pt x="4761595" y="966645"/>
                  <a:pt x="4768622" y="974361"/>
                </a:cubicBezTo>
                <a:cubicBezTo>
                  <a:pt x="4775650" y="982077"/>
                  <a:pt x="4789846" y="972649"/>
                  <a:pt x="4816683" y="948728"/>
                </a:cubicBezTo>
                <a:cubicBezTo>
                  <a:pt x="4850882" y="918238"/>
                  <a:pt x="4877575" y="891173"/>
                  <a:pt x="4896674" y="866542"/>
                </a:cubicBezTo>
                <a:cubicBezTo>
                  <a:pt x="4891239" y="883598"/>
                  <a:pt x="4886935" y="903787"/>
                  <a:pt x="4885637" y="928729"/>
                </a:cubicBezTo>
                <a:cubicBezTo>
                  <a:pt x="4884493" y="950696"/>
                  <a:pt x="4886154" y="961104"/>
                  <a:pt x="4895645" y="961598"/>
                </a:cubicBezTo>
                <a:cubicBezTo>
                  <a:pt x="4905137" y="962092"/>
                  <a:pt x="4907870" y="951913"/>
                  <a:pt x="4909014" y="929946"/>
                </a:cubicBezTo>
                <a:cubicBezTo>
                  <a:pt x="4910585" y="899767"/>
                  <a:pt x="4907081" y="876035"/>
                  <a:pt x="4902025" y="856269"/>
                </a:cubicBezTo>
                <a:cubicBezTo>
                  <a:pt x="4901962" y="855997"/>
                  <a:pt x="4901831" y="855798"/>
                  <a:pt x="4901672" y="855661"/>
                </a:cubicBezTo>
                <a:lnTo>
                  <a:pt x="4901660" y="855648"/>
                </a:lnTo>
                <a:cubicBezTo>
                  <a:pt x="4901540" y="855501"/>
                  <a:pt x="4901367" y="855376"/>
                  <a:pt x="4901141" y="855288"/>
                </a:cubicBezTo>
                <a:cubicBezTo>
                  <a:pt x="4881989" y="848221"/>
                  <a:pt x="4858756" y="842261"/>
                  <a:pt x="4828570" y="840690"/>
                </a:cubicBezTo>
                <a:close/>
                <a:moveTo>
                  <a:pt x="5015852" y="837414"/>
                </a:moveTo>
                <a:cubicBezTo>
                  <a:pt x="4983036" y="835706"/>
                  <a:pt x="4957253" y="839115"/>
                  <a:pt x="4935784" y="844068"/>
                </a:cubicBezTo>
                <a:cubicBezTo>
                  <a:pt x="4934656" y="844329"/>
                  <a:pt x="4934596" y="845478"/>
                  <a:pt x="4935691" y="845856"/>
                </a:cubicBezTo>
                <a:cubicBezTo>
                  <a:pt x="4956529" y="853010"/>
                  <a:pt x="4981833" y="859065"/>
                  <a:pt x="5014636" y="860773"/>
                </a:cubicBezTo>
                <a:cubicBezTo>
                  <a:pt x="5038524" y="862016"/>
                  <a:pt x="5049842" y="860403"/>
                  <a:pt x="5050335" y="850927"/>
                </a:cubicBezTo>
                <a:cubicBezTo>
                  <a:pt x="5050829" y="841450"/>
                  <a:pt x="5039740" y="838658"/>
                  <a:pt x="5015852" y="837414"/>
                </a:cubicBezTo>
                <a:close/>
                <a:moveTo>
                  <a:pt x="5184468" y="785721"/>
                </a:moveTo>
                <a:lnTo>
                  <a:pt x="5215369" y="787330"/>
                </a:lnTo>
                <a:cubicBezTo>
                  <a:pt x="5226023" y="787884"/>
                  <a:pt x="5231932" y="793455"/>
                  <a:pt x="5231466" y="802421"/>
                </a:cubicBezTo>
                <a:cubicBezTo>
                  <a:pt x="5230999" y="811386"/>
                  <a:pt x="5224543" y="816313"/>
                  <a:pt x="5213890" y="815759"/>
                </a:cubicBezTo>
                <a:lnTo>
                  <a:pt x="5213890" y="815746"/>
                </a:lnTo>
                <a:lnTo>
                  <a:pt x="5182989" y="814137"/>
                </a:lnTo>
                <a:close/>
                <a:moveTo>
                  <a:pt x="5766204" y="798343"/>
                </a:moveTo>
                <a:cubicBezTo>
                  <a:pt x="5779489" y="799034"/>
                  <a:pt x="5788676" y="810039"/>
                  <a:pt x="5787936" y="824253"/>
                </a:cubicBezTo>
                <a:cubicBezTo>
                  <a:pt x="5787196" y="838467"/>
                  <a:pt x="5776916" y="848459"/>
                  <a:pt x="5763631" y="847767"/>
                </a:cubicBezTo>
                <a:cubicBezTo>
                  <a:pt x="5750346" y="847076"/>
                  <a:pt x="5741159" y="836071"/>
                  <a:pt x="5741899" y="821857"/>
                </a:cubicBezTo>
                <a:cubicBezTo>
                  <a:pt x="5742638" y="807642"/>
                  <a:pt x="5752919" y="797651"/>
                  <a:pt x="5766204" y="798343"/>
                </a:cubicBezTo>
                <a:close/>
                <a:moveTo>
                  <a:pt x="5304032" y="774286"/>
                </a:moveTo>
                <a:cubicBezTo>
                  <a:pt x="5317317" y="774977"/>
                  <a:pt x="5326505" y="785982"/>
                  <a:pt x="5325765" y="800196"/>
                </a:cubicBezTo>
                <a:cubicBezTo>
                  <a:pt x="5325025" y="814410"/>
                  <a:pt x="5314745" y="824402"/>
                  <a:pt x="5301460" y="823710"/>
                </a:cubicBezTo>
                <a:cubicBezTo>
                  <a:pt x="5288175" y="823019"/>
                  <a:pt x="5278987" y="812014"/>
                  <a:pt x="5279727" y="797800"/>
                </a:cubicBezTo>
                <a:cubicBezTo>
                  <a:pt x="5280467" y="783585"/>
                  <a:pt x="5290747" y="773594"/>
                  <a:pt x="5304032" y="774286"/>
                </a:cubicBezTo>
                <a:close/>
                <a:moveTo>
                  <a:pt x="5568685" y="787139"/>
                </a:moveTo>
                <a:cubicBezTo>
                  <a:pt x="5578573" y="787654"/>
                  <a:pt x="5586302" y="793947"/>
                  <a:pt x="5588028" y="805332"/>
                </a:cubicBezTo>
                <a:lnTo>
                  <a:pt x="5547253" y="803209"/>
                </a:lnTo>
                <a:cubicBezTo>
                  <a:pt x="5550272" y="792686"/>
                  <a:pt x="5558185" y="786593"/>
                  <a:pt x="5568685" y="787139"/>
                </a:cubicBezTo>
                <a:close/>
                <a:moveTo>
                  <a:pt x="5697930" y="779934"/>
                </a:moveTo>
                <a:lnTo>
                  <a:pt x="5693815" y="859001"/>
                </a:lnTo>
                <a:lnTo>
                  <a:pt x="5711430" y="859918"/>
                </a:lnTo>
                <a:lnTo>
                  <a:pt x="5715545" y="780851"/>
                </a:lnTo>
                <a:close/>
                <a:moveTo>
                  <a:pt x="5398332" y="762944"/>
                </a:moveTo>
                <a:cubicBezTo>
                  <a:pt x="5386746" y="762341"/>
                  <a:pt x="5378846" y="768435"/>
                  <a:pt x="5375885" y="777578"/>
                </a:cubicBezTo>
                <a:lnTo>
                  <a:pt x="5376633" y="763210"/>
                </a:lnTo>
                <a:lnTo>
                  <a:pt x="5359017" y="762293"/>
                </a:lnTo>
                <a:lnTo>
                  <a:pt x="5354902" y="841360"/>
                </a:lnTo>
                <a:lnTo>
                  <a:pt x="5372518" y="842277"/>
                </a:lnTo>
                <a:lnTo>
                  <a:pt x="5374761" y="799186"/>
                </a:lnTo>
                <a:cubicBezTo>
                  <a:pt x="5375444" y="786058"/>
                  <a:pt x="5381314" y="780332"/>
                  <a:pt x="5395225" y="781056"/>
                </a:cubicBezTo>
                <a:lnTo>
                  <a:pt x="5399083" y="781256"/>
                </a:lnTo>
                <a:lnTo>
                  <a:pt x="5400031" y="763032"/>
                </a:lnTo>
                <a:close/>
                <a:moveTo>
                  <a:pt x="5763536" y="781185"/>
                </a:moveTo>
                <a:cubicBezTo>
                  <a:pt x="5742842" y="780108"/>
                  <a:pt x="5724931" y="796668"/>
                  <a:pt x="5723669" y="820921"/>
                </a:cubicBezTo>
                <a:cubicBezTo>
                  <a:pt x="5722406" y="845173"/>
                  <a:pt x="5738488" y="863503"/>
                  <a:pt x="5759195" y="864581"/>
                </a:cubicBezTo>
                <a:cubicBezTo>
                  <a:pt x="5771395" y="865216"/>
                  <a:pt x="5780788" y="860442"/>
                  <a:pt x="5786561" y="850677"/>
                </a:cubicBezTo>
                <a:lnTo>
                  <a:pt x="5785877" y="863806"/>
                </a:lnTo>
                <a:lnTo>
                  <a:pt x="5803481" y="864722"/>
                </a:lnTo>
                <a:lnTo>
                  <a:pt x="5807596" y="785655"/>
                </a:lnTo>
                <a:lnTo>
                  <a:pt x="5789993" y="784739"/>
                </a:lnTo>
                <a:lnTo>
                  <a:pt x="5789310" y="797855"/>
                </a:lnTo>
                <a:cubicBezTo>
                  <a:pt x="5784583" y="787543"/>
                  <a:pt x="5775735" y="781820"/>
                  <a:pt x="5763536" y="781185"/>
                </a:cubicBezTo>
                <a:close/>
                <a:moveTo>
                  <a:pt x="5301352" y="757127"/>
                </a:moveTo>
                <a:cubicBezTo>
                  <a:pt x="5280658" y="756050"/>
                  <a:pt x="5262747" y="772611"/>
                  <a:pt x="5261484" y="796863"/>
                </a:cubicBezTo>
                <a:cubicBezTo>
                  <a:pt x="5260222" y="821116"/>
                  <a:pt x="5276304" y="839445"/>
                  <a:pt x="5297011" y="840523"/>
                </a:cubicBezTo>
                <a:cubicBezTo>
                  <a:pt x="5309210" y="841158"/>
                  <a:pt x="5318604" y="836384"/>
                  <a:pt x="5324377" y="826619"/>
                </a:cubicBezTo>
                <a:lnTo>
                  <a:pt x="5323693" y="839748"/>
                </a:lnTo>
                <a:lnTo>
                  <a:pt x="5341296" y="840664"/>
                </a:lnTo>
                <a:lnTo>
                  <a:pt x="5345412" y="761598"/>
                </a:lnTo>
                <a:lnTo>
                  <a:pt x="5327809" y="760681"/>
                </a:lnTo>
                <a:lnTo>
                  <a:pt x="5327126" y="773797"/>
                </a:lnTo>
                <a:cubicBezTo>
                  <a:pt x="5322399" y="763486"/>
                  <a:pt x="5313551" y="757762"/>
                  <a:pt x="5301352" y="757127"/>
                </a:cubicBezTo>
                <a:close/>
                <a:moveTo>
                  <a:pt x="5659274" y="775745"/>
                </a:moveTo>
                <a:cubicBezTo>
                  <a:pt x="5647074" y="775110"/>
                  <a:pt x="5638725" y="780720"/>
                  <a:pt x="5634981" y="787184"/>
                </a:cubicBezTo>
                <a:lnTo>
                  <a:pt x="5635528" y="776686"/>
                </a:lnTo>
                <a:lnTo>
                  <a:pt x="5617926" y="775770"/>
                </a:lnTo>
                <a:lnTo>
                  <a:pt x="5613810" y="854836"/>
                </a:lnTo>
                <a:lnTo>
                  <a:pt x="5631400" y="855752"/>
                </a:lnTo>
                <a:lnTo>
                  <a:pt x="5633844" y="808805"/>
                </a:lnTo>
                <a:cubicBezTo>
                  <a:pt x="5634479" y="796608"/>
                  <a:pt x="5641314" y="790305"/>
                  <a:pt x="5651200" y="790820"/>
                </a:cubicBezTo>
                <a:cubicBezTo>
                  <a:pt x="5661088" y="791334"/>
                  <a:pt x="5666299" y="798265"/>
                  <a:pt x="5665736" y="809069"/>
                </a:cubicBezTo>
                <a:lnTo>
                  <a:pt x="5663220" y="857408"/>
                </a:lnTo>
                <a:lnTo>
                  <a:pt x="5680836" y="858325"/>
                </a:lnTo>
                <a:lnTo>
                  <a:pt x="5683513" y="806895"/>
                </a:lnTo>
                <a:cubicBezTo>
                  <a:pt x="5684574" y="786513"/>
                  <a:pt x="5674092" y="776516"/>
                  <a:pt x="5659274" y="775745"/>
                </a:cubicBezTo>
                <a:close/>
                <a:moveTo>
                  <a:pt x="5569534" y="771074"/>
                </a:moveTo>
                <a:cubicBezTo>
                  <a:pt x="5546362" y="769868"/>
                  <a:pt x="5529529" y="786638"/>
                  <a:pt x="5528275" y="810737"/>
                </a:cubicBezTo>
                <a:cubicBezTo>
                  <a:pt x="5527021" y="834824"/>
                  <a:pt x="5543247" y="853328"/>
                  <a:pt x="5566573" y="854542"/>
                </a:cubicBezTo>
                <a:cubicBezTo>
                  <a:pt x="5580944" y="855290"/>
                  <a:pt x="5594905" y="848896"/>
                  <a:pt x="5601951" y="838570"/>
                </a:cubicBezTo>
                <a:lnTo>
                  <a:pt x="5590434" y="827752"/>
                </a:lnTo>
                <a:cubicBezTo>
                  <a:pt x="5585565" y="834926"/>
                  <a:pt x="5576990" y="838974"/>
                  <a:pt x="5567423" y="838476"/>
                </a:cubicBezTo>
                <a:cubicBezTo>
                  <a:pt x="5555836" y="837873"/>
                  <a:pt x="5547598" y="829543"/>
                  <a:pt x="5546066" y="817387"/>
                </a:cubicBezTo>
                <a:lnTo>
                  <a:pt x="5605223" y="820467"/>
                </a:lnTo>
                <a:cubicBezTo>
                  <a:pt x="5605635" y="818478"/>
                  <a:pt x="5605909" y="816161"/>
                  <a:pt x="5606021" y="814003"/>
                </a:cubicBezTo>
                <a:cubicBezTo>
                  <a:pt x="5607203" y="791296"/>
                  <a:pt x="5592707" y="772280"/>
                  <a:pt x="5569534" y="771074"/>
                </a:cubicBezTo>
                <a:close/>
                <a:moveTo>
                  <a:pt x="5449355" y="764818"/>
                </a:moveTo>
                <a:cubicBezTo>
                  <a:pt x="5437921" y="764223"/>
                  <a:pt x="5430046" y="769857"/>
                  <a:pt x="5426302" y="776322"/>
                </a:cubicBezTo>
                <a:lnTo>
                  <a:pt x="5426848" y="765824"/>
                </a:lnTo>
                <a:lnTo>
                  <a:pt x="5409233" y="764907"/>
                </a:lnTo>
                <a:lnTo>
                  <a:pt x="5405118" y="843973"/>
                </a:lnTo>
                <a:lnTo>
                  <a:pt x="5422720" y="844890"/>
                </a:lnTo>
                <a:lnTo>
                  <a:pt x="5425163" y="797943"/>
                </a:lnTo>
                <a:cubicBezTo>
                  <a:pt x="5425798" y="785746"/>
                  <a:pt x="5432174" y="779419"/>
                  <a:pt x="5441281" y="779893"/>
                </a:cubicBezTo>
                <a:cubicBezTo>
                  <a:pt x="5450390" y="780367"/>
                  <a:pt x="5455154" y="787274"/>
                  <a:pt x="5454591" y="798079"/>
                </a:cubicBezTo>
                <a:lnTo>
                  <a:pt x="5452075" y="846418"/>
                </a:lnTo>
                <a:lnTo>
                  <a:pt x="5469678" y="847334"/>
                </a:lnTo>
                <a:lnTo>
                  <a:pt x="5472210" y="798688"/>
                </a:lnTo>
                <a:cubicBezTo>
                  <a:pt x="5472757" y="788190"/>
                  <a:pt x="5479132" y="781863"/>
                  <a:pt x="5488240" y="782337"/>
                </a:cubicBezTo>
                <a:cubicBezTo>
                  <a:pt x="5497348" y="782811"/>
                  <a:pt x="5502112" y="789718"/>
                  <a:pt x="5501550" y="800523"/>
                </a:cubicBezTo>
                <a:lnTo>
                  <a:pt x="5499033" y="848862"/>
                </a:lnTo>
                <a:lnTo>
                  <a:pt x="5516649" y="849779"/>
                </a:lnTo>
                <a:lnTo>
                  <a:pt x="5519326" y="798349"/>
                </a:lnTo>
                <a:cubicBezTo>
                  <a:pt x="5520387" y="777966"/>
                  <a:pt x="5510377" y="767995"/>
                  <a:pt x="5494766" y="767182"/>
                </a:cubicBezTo>
                <a:cubicBezTo>
                  <a:pt x="5484267" y="766636"/>
                  <a:pt x="5475836" y="770845"/>
                  <a:pt x="5470274" y="779533"/>
                </a:cubicBezTo>
                <a:cubicBezTo>
                  <a:pt x="5466593" y="770044"/>
                  <a:pt x="5458935" y="765317"/>
                  <a:pt x="5449355" y="764818"/>
                </a:cubicBezTo>
                <a:close/>
                <a:moveTo>
                  <a:pt x="5186719" y="742478"/>
                </a:moveTo>
                <a:lnTo>
                  <a:pt x="5216688" y="744038"/>
                </a:lnTo>
                <a:cubicBezTo>
                  <a:pt x="5226269" y="744537"/>
                  <a:pt x="5231584" y="749462"/>
                  <a:pt x="5231174" y="757329"/>
                </a:cubicBezTo>
                <a:cubicBezTo>
                  <a:pt x="5230765" y="765196"/>
                  <a:pt x="5224966" y="769555"/>
                  <a:pt x="5215385" y="769057"/>
                </a:cubicBezTo>
                <a:lnTo>
                  <a:pt x="5185417" y="767497"/>
                </a:lnTo>
                <a:close/>
                <a:moveTo>
                  <a:pt x="4922777" y="719661"/>
                </a:moveTo>
                <a:cubicBezTo>
                  <a:pt x="4913298" y="719167"/>
                  <a:pt x="4910574" y="729180"/>
                  <a:pt x="4909450" y="750777"/>
                </a:cubicBezTo>
                <a:cubicBezTo>
                  <a:pt x="4907906" y="780444"/>
                  <a:pt x="4911430" y="803780"/>
                  <a:pt x="4916503" y="823215"/>
                </a:cubicBezTo>
                <a:cubicBezTo>
                  <a:pt x="4916770" y="824241"/>
                  <a:pt x="4917907" y="824300"/>
                  <a:pt x="4918279" y="823307"/>
                </a:cubicBezTo>
                <a:cubicBezTo>
                  <a:pt x="4925329" y="804491"/>
                  <a:pt x="4931270" y="781660"/>
                  <a:pt x="4932814" y="751993"/>
                </a:cubicBezTo>
                <a:cubicBezTo>
                  <a:pt x="4933938" y="730397"/>
                  <a:pt x="4932269" y="720155"/>
                  <a:pt x="4922777" y="719661"/>
                </a:cubicBezTo>
                <a:close/>
                <a:moveTo>
                  <a:pt x="5167586" y="723221"/>
                </a:moveTo>
                <a:lnTo>
                  <a:pt x="5161960" y="831317"/>
                </a:lnTo>
                <a:lnTo>
                  <a:pt x="5215254" y="834091"/>
                </a:lnTo>
                <a:cubicBezTo>
                  <a:pt x="5237647" y="835256"/>
                  <a:pt x="5251366" y="824663"/>
                  <a:pt x="5252362" y="805519"/>
                </a:cubicBezTo>
                <a:cubicBezTo>
                  <a:pt x="5253045" y="792390"/>
                  <a:pt x="5246248" y="783213"/>
                  <a:pt x="5234863" y="778753"/>
                </a:cubicBezTo>
                <a:cubicBezTo>
                  <a:pt x="5245104" y="775419"/>
                  <a:pt x="5251753" y="766775"/>
                  <a:pt x="5252323" y="755817"/>
                </a:cubicBezTo>
                <a:cubicBezTo>
                  <a:pt x="5253240" y="738206"/>
                  <a:pt x="5241434" y="727065"/>
                  <a:pt x="5220421" y="725971"/>
                </a:cubicBezTo>
                <a:close/>
                <a:moveTo>
                  <a:pt x="5708396" y="748413"/>
                </a:moveTo>
                <a:cubicBezTo>
                  <a:pt x="5702367" y="748099"/>
                  <a:pt x="5697166" y="752784"/>
                  <a:pt x="5696852" y="758812"/>
                </a:cubicBezTo>
                <a:cubicBezTo>
                  <a:pt x="5696538" y="764840"/>
                  <a:pt x="5701225" y="770040"/>
                  <a:pt x="5707254" y="770354"/>
                </a:cubicBezTo>
                <a:cubicBezTo>
                  <a:pt x="5713284" y="770668"/>
                  <a:pt x="5718484" y="765983"/>
                  <a:pt x="5718798" y="759955"/>
                </a:cubicBezTo>
                <a:cubicBezTo>
                  <a:pt x="5719112" y="753927"/>
                  <a:pt x="5714426" y="748727"/>
                  <a:pt x="5708396" y="748413"/>
                </a:cubicBezTo>
                <a:close/>
                <a:moveTo>
                  <a:pt x="5062091" y="711443"/>
                </a:moveTo>
                <a:cubicBezTo>
                  <a:pt x="5054753" y="703300"/>
                  <a:pt x="5040439" y="712787"/>
                  <a:pt x="5013521" y="737023"/>
                </a:cubicBezTo>
                <a:cubicBezTo>
                  <a:pt x="4976550" y="770328"/>
                  <a:pt x="4951434" y="800305"/>
                  <a:pt x="4932293" y="826982"/>
                </a:cubicBezTo>
                <a:cubicBezTo>
                  <a:pt x="4931284" y="828390"/>
                  <a:pt x="4932168" y="829370"/>
                  <a:pt x="4933673" y="828514"/>
                </a:cubicBezTo>
                <a:cubicBezTo>
                  <a:pt x="4962200" y="812237"/>
                  <a:pt x="4994629" y="790388"/>
                  <a:pt x="5031600" y="757083"/>
                </a:cubicBezTo>
                <a:cubicBezTo>
                  <a:pt x="5058518" y="732835"/>
                  <a:pt x="5069443" y="719586"/>
                  <a:pt x="5062091" y="711443"/>
                </a:cubicBezTo>
                <a:close/>
                <a:moveTo>
                  <a:pt x="4783667" y="696886"/>
                </a:moveTo>
                <a:cubicBezTo>
                  <a:pt x="4775523" y="704223"/>
                  <a:pt x="4785013" y="718534"/>
                  <a:pt x="4809255" y="745446"/>
                </a:cubicBezTo>
                <a:cubicBezTo>
                  <a:pt x="4842568" y="782409"/>
                  <a:pt x="4872553" y="807520"/>
                  <a:pt x="4899237" y="826657"/>
                </a:cubicBezTo>
                <a:lnTo>
                  <a:pt x="4899236" y="826670"/>
                </a:lnTo>
                <a:cubicBezTo>
                  <a:pt x="4900644" y="827678"/>
                  <a:pt x="4901625" y="826794"/>
                  <a:pt x="4900768" y="825290"/>
                </a:cubicBezTo>
                <a:cubicBezTo>
                  <a:pt x="4884486" y="796769"/>
                  <a:pt x="4862632" y="764347"/>
                  <a:pt x="4829319" y="727384"/>
                </a:cubicBezTo>
                <a:cubicBezTo>
                  <a:pt x="4805076" y="700472"/>
                  <a:pt x="4791812" y="689550"/>
                  <a:pt x="4783667" y="696886"/>
                </a:cubicBezTo>
                <a:close/>
                <a:moveTo>
                  <a:pt x="6312646" y="328585"/>
                </a:moveTo>
                <a:lnTo>
                  <a:pt x="6019077" y="5968515"/>
                </a:lnTo>
                <a:lnTo>
                  <a:pt x="273146" y="5968515"/>
                </a:lnTo>
                <a:cubicBezTo>
                  <a:pt x="122291" y="5968515"/>
                  <a:pt x="0" y="5846224"/>
                  <a:pt x="0" y="569536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635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>
              <a:solidFill>
                <a:schemeClr val="accent2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92C0D30-6CEE-B235-8448-C2E5FDB3E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44536" y="1"/>
            <a:ext cx="7047465" cy="5940347"/>
          </a:xfrm>
          <a:custGeom>
            <a:avLst/>
            <a:gdLst>
              <a:gd name="connsiteX0" fmla="*/ 6297865 w 7047465"/>
              <a:gd name="connsiteY0" fmla="*/ 652255 h 5940347"/>
              <a:gd name="connsiteX1" fmla="*/ 6320915 w 7047465"/>
              <a:gd name="connsiteY1" fmla="*/ 677001 h 5940347"/>
              <a:gd name="connsiteX2" fmla="*/ 6297865 w 7047465"/>
              <a:gd name="connsiteY2" fmla="*/ 701747 h 5940347"/>
              <a:gd name="connsiteX3" fmla="*/ 6274814 w 7047465"/>
              <a:gd name="connsiteY3" fmla="*/ 677001 h 5940347"/>
              <a:gd name="connsiteX4" fmla="*/ 6297865 w 7047465"/>
              <a:gd name="connsiteY4" fmla="*/ 652255 h 5940347"/>
              <a:gd name="connsiteX5" fmla="*/ 6072657 w 7047465"/>
              <a:gd name="connsiteY5" fmla="*/ 652255 h 5940347"/>
              <a:gd name="connsiteX6" fmla="*/ 6095707 w 7047465"/>
              <a:gd name="connsiteY6" fmla="*/ 677001 h 5940347"/>
              <a:gd name="connsiteX7" fmla="*/ 6072657 w 7047465"/>
              <a:gd name="connsiteY7" fmla="*/ 701747 h 5940347"/>
              <a:gd name="connsiteX8" fmla="*/ 6049607 w 7047465"/>
              <a:gd name="connsiteY8" fmla="*/ 677001 h 5940347"/>
              <a:gd name="connsiteX9" fmla="*/ 6072657 w 7047465"/>
              <a:gd name="connsiteY9" fmla="*/ 652255 h 5940347"/>
              <a:gd name="connsiteX10" fmla="*/ 6387892 w 7047465"/>
              <a:gd name="connsiteY10" fmla="*/ 651334 h 5940347"/>
              <a:gd name="connsiteX11" fmla="*/ 6408153 w 7047465"/>
              <a:gd name="connsiteY11" fmla="*/ 668497 h 5940347"/>
              <a:gd name="connsiteX12" fmla="*/ 6367323 w 7047465"/>
              <a:gd name="connsiteY12" fmla="*/ 668497 h 5940347"/>
              <a:gd name="connsiteX13" fmla="*/ 6387892 w 7047465"/>
              <a:gd name="connsiteY13" fmla="*/ 651334 h 5940347"/>
              <a:gd name="connsiteX14" fmla="*/ 6475744 w 7047465"/>
              <a:gd name="connsiteY14" fmla="*/ 636014 h 5940347"/>
              <a:gd name="connsiteX15" fmla="*/ 6454088 w 7047465"/>
              <a:gd name="connsiteY15" fmla="*/ 651782 h 5940347"/>
              <a:gd name="connsiteX16" fmla="*/ 6454088 w 7047465"/>
              <a:gd name="connsiteY16" fmla="*/ 637395 h 5940347"/>
              <a:gd name="connsiteX17" fmla="*/ 6436461 w 7047465"/>
              <a:gd name="connsiteY17" fmla="*/ 637395 h 5940347"/>
              <a:gd name="connsiteX18" fmla="*/ 6436461 w 7047465"/>
              <a:gd name="connsiteY18" fmla="*/ 716569 h 5940347"/>
              <a:gd name="connsiteX19" fmla="*/ 6436461 w 7047465"/>
              <a:gd name="connsiteY19" fmla="*/ 716594 h 5940347"/>
              <a:gd name="connsiteX20" fmla="*/ 6454088 w 7047465"/>
              <a:gd name="connsiteY20" fmla="*/ 716594 h 5940347"/>
              <a:gd name="connsiteX21" fmla="*/ 6454088 w 7047465"/>
              <a:gd name="connsiteY21" fmla="*/ 673446 h 5940347"/>
              <a:gd name="connsiteX22" fmla="*/ 6473582 w 7047465"/>
              <a:gd name="connsiteY22" fmla="*/ 654263 h 5940347"/>
              <a:gd name="connsiteX23" fmla="*/ 6477445 w 7047465"/>
              <a:gd name="connsiteY23" fmla="*/ 654263 h 5940347"/>
              <a:gd name="connsiteX24" fmla="*/ 6477445 w 7047465"/>
              <a:gd name="connsiteY24" fmla="*/ 636014 h 5940347"/>
              <a:gd name="connsiteX25" fmla="*/ 6294309 w 7047465"/>
              <a:gd name="connsiteY25" fmla="*/ 635259 h 5940347"/>
              <a:gd name="connsiteX26" fmla="*/ 6256574 w 7047465"/>
              <a:gd name="connsiteY26" fmla="*/ 677014 h 5940347"/>
              <a:gd name="connsiteX27" fmla="*/ 6294309 w 7047465"/>
              <a:gd name="connsiteY27" fmla="*/ 718768 h 5940347"/>
              <a:gd name="connsiteX28" fmla="*/ 6320915 w 7047465"/>
              <a:gd name="connsiteY28" fmla="*/ 703460 h 5940347"/>
              <a:gd name="connsiteX29" fmla="*/ 6320915 w 7047465"/>
              <a:gd name="connsiteY29" fmla="*/ 716607 h 5940347"/>
              <a:gd name="connsiteX30" fmla="*/ 6338555 w 7047465"/>
              <a:gd name="connsiteY30" fmla="*/ 716607 h 5940347"/>
              <a:gd name="connsiteX31" fmla="*/ 6338555 w 7047465"/>
              <a:gd name="connsiteY31" fmla="*/ 637433 h 5940347"/>
              <a:gd name="connsiteX32" fmla="*/ 6320915 w 7047465"/>
              <a:gd name="connsiteY32" fmla="*/ 637433 h 5940347"/>
              <a:gd name="connsiteX33" fmla="*/ 6320915 w 7047465"/>
              <a:gd name="connsiteY33" fmla="*/ 650567 h 5940347"/>
              <a:gd name="connsiteX34" fmla="*/ 6294309 w 7047465"/>
              <a:gd name="connsiteY34" fmla="*/ 635259 h 5940347"/>
              <a:gd name="connsiteX35" fmla="*/ 6072657 w 7047465"/>
              <a:gd name="connsiteY35" fmla="*/ 635247 h 5940347"/>
              <a:gd name="connsiteX36" fmla="*/ 6031353 w 7047465"/>
              <a:gd name="connsiteY36" fmla="*/ 677001 h 5940347"/>
              <a:gd name="connsiteX37" fmla="*/ 6072657 w 7047465"/>
              <a:gd name="connsiteY37" fmla="*/ 718755 h 5940347"/>
              <a:gd name="connsiteX38" fmla="*/ 6113961 w 7047465"/>
              <a:gd name="connsiteY38" fmla="*/ 677001 h 5940347"/>
              <a:gd name="connsiteX39" fmla="*/ 6072657 w 7047465"/>
              <a:gd name="connsiteY39" fmla="*/ 635247 h 5940347"/>
              <a:gd name="connsiteX40" fmla="*/ 6387904 w 7047465"/>
              <a:gd name="connsiteY40" fmla="*/ 635234 h 5940347"/>
              <a:gd name="connsiteX41" fmla="*/ 6348775 w 7047465"/>
              <a:gd name="connsiteY41" fmla="*/ 676988 h 5940347"/>
              <a:gd name="connsiteX42" fmla="*/ 6348762 w 7047465"/>
              <a:gd name="connsiteY42" fmla="*/ 677001 h 5940347"/>
              <a:gd name="connsiteX43" fmla="*/ 6389286 w 7047465"/>
              <a:gd name="connsiteY43" fmla="*/ 718755 h 5940347"/>
              <a:gd name="connsiteX44" fmla="*/ 6423785 w 7047465"/>
              <a:gd name="connsiteY44" fmla="*/ 700967 h 5940347"/>
              <a:gd name="connsiteX45" fmla="*/ 6411722 w 7047465"/>
              <a:gd name="connsiteY45" fmla="*/ 690761 h 5940347"/>
              <a:gd name="connsiteX46" fmla="*/ 6389299 w 7047465"/>
              <a:gd name="connsiteY46" fmla="*/ 702667 h 5940347"/>
              <a:gd name="connsiteX47" fmla="*/ 6366875 w 7047465"/>
              <a:gd name="connsiteY47" fmla="*/ 682717 h 5940347"/>
              <a:gd name="connsiteX48" fmla="*/ 6426113 w 7047465"/>
              <a:gd name="connsiteY48" fmla="*/ 682717 h 5940347"/>
              <a:gd name="connsiteX49" fmla="*/ 6426573 w 7047465"/>
              <a:gd name="connsiteY49" fmla="*/ 676221 h 5940347"/>
              <a:gd name="connsiteX50" fmla="*/ 6387904 w 7047465"/>
              <a:gd name="connsiteY50" fmla="*/ 635234 h 5940347"/>
              <a:gd name="connsiteX51" fmla="*/ 6148754 w 7047465"/>
              <a:gd name="connsiteY51" fmla="*/ 614516 h 5940347"/>
              <a:gd name="connsiteX52" fmla="*/ 6131114 w 7047465"/>
              <a:gd name="connsiteY52" fmla="*/ 619926 h 5940347"/>
              <a:gd name="connsiteX53" fmla="*/ 6131114 w 7047465"/>
              <a:gd name="connsiteY53" fmla="*/ 637395 h 5940347"/>
              <a:gd name="connsiteX54" fmla="*/ 6115803 w 7047465"/>
              <a:gd name="connsiteY54" fmla="*/ 637395 h 5940347"/>
              <a:gd name="connsiteX55" fmla="*/ 6115803 w 7047465"/>
              <a:gd name="connsiteY55" fmla="*/ 652549 h 5940347"/>
              <a:gd name="connsiteX56" fmla="*/ 6131114 w 7047465"/>
              <a:gd name="connsiteY56" fmla="*/ 652549 h 5940347"/>
              <a:gd name="connsiteX57" fmla="*/ 6131114 w 7047465"/>
              <a:gd name="connsiteY57" fmla="*/ 691362 h 5940347"/>
              <a:gd name="connsiteX58" fmla="*/ 6156633 w 7047465"/>
              <a:gd name="connsiteY58" fmla="*/ 718269 h 5940347"/>
              <a:gd name="connsiteX59" fmla="*/ 6168082 w 7047465"/>
              <a:gd name="connsiteY59" fmla="*/ 716875 h 5940347"/>
              <a:gd name="connsiteX60" fmla="*/ 6168095 w 7047465"/>
              <a:gd name="connsiteY60" fmla="*/ 716901 h 5940347"/>
              <a:gd name="connsiteX61" fmla="*/ 6168095 w 7047465"/>
              <a:gd name="connsiteY61" fmla="*/ 702054 h 5940347"/>
              <a:gd name="connsiteX62" fmla="*/ 6161443 w 7047465"/>
              <a:gd name="connsiteY62" fmla="*/ 702514 h 5940347"/>
              <a:gd name="connsiteX63" fmla="*/ 6148754 w 7047465"/>
              <a:gd name="connsiteY63" fmla="*/ 689674 h 5940347"/>
              <a:gd name="connsiteX64" fmla="*/ 6148754 w 7047465"/>
              <a:gd name="connsiteY64" fmla="*/ 652562 h 5940347"/>
              <a:gd name="connsiteX65" fmla="*/ 6168095 w 7047465"/>
              <a:gd name="connsiteY65" fmla="*/ 652562 h 5940347"/>
              <a:gd name="connsiteX66" fmla="*/ 6168095 w 7047465"/>
              <a:gd name="connsiteY66" fmla="*/ 637408 h 5940347"/>
              <a:gd name="connsiteX67" fmla="*/ 6148754 w 7047465"/>
              <a:gd name="connsiteY67" fmla="*/ 637408 h 5940347"/>
              <a:gd name="connsiteX68" fmla="*/ 6179863 w 7047465"/>
              <a:gd name="connsiteY68" fmla="*/ 608340 h 5940347"/>
              <a:gd name="connsiteX69" fmla="*/ 6179863 w 7047465"/>
              <a:gd name="connsiteY69" fmla="*/ 716594 h 5940347"/>
              <a:gd name="connsiteX70" fmla="*/ 6197477 w 7047465"/>
              <a:gd name="connsiteY70" fmla="*/ 716594 h 5940347"/>
              <a:gd name="connsiteX71" fmla="*/ 6197477 w 7047465"/>
              <a:gd name="connsiteY71" fmla="*/ 669584 h 5940347"/>
              <a:gd name="connsiteX72" fmla="*/ 6213875 w 7047465"/>
              <a:gd name="connsiteY72" fmla="*/ 650721 h 5940347"/>
              <a:gd name="connsiteX73" fmla="*/ 6229340 w 7047465"/>
              <a:gd name="connsiteY73" fmla="*/ 668190 h 5940347"/>
              <a:gd name="connsiteX74" fmla="*/ 6229340 w 7047465"/>
              <a:gd name="connsiteY74" fmla="*/ 716594 h 5940347"/>
              <a:gd name="connsiteX75" fmla="*/ 6246980 w 7047465"/>
              <a:gd name="connsiteY75" fmla="*/ 716594 h 5940347"/>
              <a:gd name="connsiteX76" fmla="*/ 6246980 w 7047465"/>
              <a:gd name="connsiteY76" fmla="*/ 665095 h 5940347"/>
              <a:gd name="connsiteX77" fmla="*/ 6221154 w 7047465"/>
              <a:gd name="connsiteY77" fmla="*/ 635247 h 5940347"/>
              <a:gd name="connsiteX78" fmla="*/ 6197490 w 7047465"/>
              <a:gd name="connsiteY78" fmla="*/ 647933 h 5940347"/>
              <a:gd name="connsiteX79" fmla="*/ 6197490 w 7047465"/>
              <a:gd name="connsiteY79" fmla="*/ 608340 h 5940347"/>
              <a:gd name="connsiteX80" fmla="*/ 5972116 w 7047465"/>
              <a:gd name="connsiteY80" fmla="*/ 606485 h 5940347"/>
              <a:gd name="connsiteX81" fmla="*/ 5917662 w 7047465"/>
              <a:gd name="connsiteY81" fmla="*/ 662627 h 5940347"/>
              <a:gd name="connsiteX82" fmla="*/ 5969788 w 7047465"/>
              <a:gd name="connsiteY82" fmla="*/ 718768 h 5940347"/>
              <a:gd name="connsiteX83" fmla="*/ 6002892 w 7047465"/>
              <a:gd name="connsiteY83" fmla="*/ 702680 h 5940347"/>
              <a:gd name="connsiteX84" fmla="*/ 6002892 w 7047465"/>
              <a:gd name="connsiteY84" fmla="*/ 716594 h 5940347"/>
              <a:gd name="connsiteX85" fmla="*/ 6020839 w 7047465"/>
              <a:gd name="connsiteY85" fmla="*/ 716594 h 5940347"/>
              <a:gd name="connsiteX86" fmla="*/ 6020839 w 7047465"/>
              <a:gd name="connsiteY86" fmla="*/ 659685 h 5940347"/>
              <a:gd name="connsiteX87" fmla="*/ 5973970 w 7047465"/>
              <a:gd name="connsiteY87" fmla="*/ 659685 h 5940347"/>
              <a:gd name="connsiteX88" fmla="*/ 5973970 w 7047465"/>
              <a:gd name="connsiteY88" fmla="*/ 677321 h 5940347"/>
              <a:gd name="connsiteX89" fmla="*/ 6001344 w 7047465"/>
              <a:gd name="connsiteY89" fmla="*/ 677321 h 5940347"/>
              <a:gd name="connsiteX90" fmla="*/ 5972103 w 7047465"/>
              <a:gd name="connsiteY90" fmla="*/ 699905 h 5940347"/>
              <a:gd name="connsiteX91" fmla="*/ 5938691 w 7047465"/>
              <a:gd name="connsiteY91" fmla="*/ 662639 h 5940347"/>
              <a:gd name="connsiteX92" fmla="*/ 5972103 w 7047465"/>
              <a:gd name="connsiteY92" fmla="*/ 625374 h 5940347"/>
              <a:gd name="connsiteX93" fmla="*/ 6001498 w 7047465"/>
              <a:gd name="connsiteY93" fmla="*/ 642229 h 5940347"/>
              <a:gd name="connsiteX94" fmla="*/ 6018203 w 7047465"/>
              <a:gd name="connsiteY94" fmla="*/ 631090 h 5940347"/>
              <a:gd name="connsiteX95" fmla="*/ 5972103 w 7047465"/>
              <a:gd name="connsiteY95" fmla="*/ 606498 h 5940347"/>
              <a:gd name="connsiteX96" fmla="*/ 5696202 w 7047465"/>
              <a:gd name="connsiteY96" fmla="*/ 601536 h 5940347"/>
              <a:gd name="connsiteX97" fmla="*/ 5696210 w 7047465"/>
              <a:gd name="connsiteY97" fmla="*/ 601541 h 5940347"/>
              <a:gd name="connsiteX98" fmla="*/ 5694757 w 7047465"/>
              <a:gd name="connsiteY98" fmla="*/ 602994 h 5940347"/>
              <a:gd name="connsiteX99" fmla="*/ 5771199 w 7047465"/>
              <a:gd name="connsiteY99" fmla="*/ 697053 h 5940347"/>
              <a:gd name="connsiteX100" fmla="*/ 5818374 w 7047465"/>
              <a:gd name="connsiteY100" fmla="*/ 725124 h 5940347"/>
              <a:gd name="connsiteX101" fmla="*/ 5790284 w 7047465"/>
              <a:gd name="connsiteY101" fmla="*/ 677960 h 5940347"/>
              <a:gd name="connsiteX102" fmla="*/ 5740413 w 7047465"/>
              <a:gd name="connsiteY102" fmla="*/ 633202 h 5940347"/>
              <a:gd name="connsiteX103" fmla="*/ 5696210 w 7047465"/>
              <a:gd name="connsiteY103" fmla="*/ 601541 h 5940347"/>
              <a:gd name="connsiteX104" fmla="*/ 5696215 w 7047465"/>
              <a:gd name="connsiteY104" fmla="*/ 601536 h 5940347"/>
              <a:gd name="connsiteX105" fmla="*/ 5592015 w 7047465"/>
              <a:gd name="connsiteY105" fmla="*/ 588556 h 5940347"/>
              <a:gd name="connsiteX106" fmla="*/ 5559691 w 7047465"/>
              <a:gd name="connsiteY106" fmla="*/ 600257 h 5940347"/>
              <a:gd name="connsiteX107" fmla="*/ 5592015 w 7047465"/>
              <a:gd name="connsiteY107" fmla="*/ 611958 h 5940347"/>
              <a:gd name="connsiteX108" fmla="*/ 5654656 w 7047465"/>
              <a:gd name="connsiteY108" fmla="*/ 604183 h 5940347"/>
              <a:gd name="connsiteX109" fmla="*/ 5567494 w 7047465"/>
              <a:gd name="connsiteY109" fmla="*/ 678996 h 5940347"/>
              <a:gd name="connsiteX110" fmla="*/ 5539097 w 7047465"/>
              <a:gd name="connsiteY110" fmla="*/ 725163 h 5940347"/>
              <a:gd name="connsiteX111" fmla="*/ 5585760 w 7047465"/>
              <a:gd name="connsiteY111" fmla="*/ 697066 h 5940347"/>
              <a:gd name="connsiteX112" fmla="*/ 5661371 w 7047465"/>
              <a:gd name="connsiteY112" fmla="*/ 610833 h 5940347"/>
              <a:gd name="connsiteX113" fmla="*/ 5653581 w 7047465"/>
              <a:gd name="connsiteY113" fmla="*/ 673510 h 5940347"/>
              <a:gd name="connsiteX114" fmla="*/ 5665285 w 7047465"/>
              <a:gd name="connsiteY114" fmla="*/ 705814 h 5940347"/>
              <a:gd name="connsiteX115" fmla="*/ 5676990 w 7047465"/>
              <a:gd name="connsiteY115" fmla="*/ 673510 h 5940347"/>
              <a:gd name="connsiteX116" fmla="*/ 5666181 w 7047465"/>
              <a:gd name="connsiteY116" fmla="*/ 600295 h 5940347"/>
              <a:gd name="connsiteX117" fmla="*/ 5665797 w 7047465"/>
              <a:gd name="connsiteY117" fmla="*/ 599707 h 5940347"/>
              <a:gd name="connsiteX118" fmla="*/ 5665784 w 7047465"/>
              <a:gd name="connsiteY118" fmla="*/ 599694 h 5940347"/>
              <a:gd name="connsiteX119" fmla="*/ 5665247 w 7047465"/>
              <a:gd name="connsiteY119" fmla="*/ 599362 h 5940347"/>
              <a:gd name="connsiteX120" fmla="*/ 5592015 w 7047465"/>
              <a:gd name="connsiteY120" fmla="*/ 588556 h 5940347"/>
              <a:gd name="connsiteX121" fmla="*/ 5778874 w 7047465"/>
              <a:gd name="connsiteY121" fmla="*/ 575550 h 5940347"/>
              <a:gd name="connsiteX122" fmla="*/ 5699260 w 7047465"/>
              <a:gd name="connsiteY122" fmla="*/ 586356 h 5940347"/>
              <a:gd name="connsiteX123" fmla="*/ 5699260 w 7047465"/>
              <a:gd name="connsiteY123" fmla="*/ 588146 h 5940347"/>
              <a:gd name="connsiteX124" fmla="*/ 5778874 w 7047465"/>
              <a:gd name="connsiteY124" fmla="*/ 598940 h 5940347"/>
              <a:gd name="connsiteX125" fmla="*/ 5814013 w 7047465"/>
              <a:gd name="connsiteY125" fmla="*/ 587251 h 5940347"/>
              <a:gd name="connsiteX126" fmla="*/ 5778874 w 7047465"/>
              <a:gd name="connsiteY126" fmla="*/ 575550 h 5940347"/>
              <a:gd name="connsiteX127" fmla="*/ 5944575 w 7047465"/>
              <a:gd name="connsiteY127" fmla="*/ 515162 h 5940347"/>
              <a:gd name="connsiteX128" fmla="*/ 5975518 w 7047465"/>
              <a:gd name="connsiteY128" fmla="*/ 515162 h 5940347"/>
              <a:gd name="connsiteX129" fmla="*/ 5992377 w 7047465"/>
              <a:gd name="connsiteY129" fmla="*/ 529395 h 5940347"/>
              <a:gd name="connsiteX130" fmla="*/ 5975518 w 7047465"/>
              <a:gd name="connsiteY130" fmla="*/ 543629 h 5940347"/>
              <a:gd name="connsiteX131" fmla="*/ 5975518 w 7047465"/>
              <a:gd name="connsiteY131" fmla="*/ 543616 h 5940347"/>
              <a:gd name="connsiteX132" fmla="*/ 5944575 w 7047465"/>
              <a:gd name="connsiteY132" fmla="*/ 543616 h 5940347"/>
              <a:gd name="connsiteX133" fmla="*/ 6526180 w 7047465"/>
              <a:gd name="connsiteY133" fmla="*/ 497526 h 5940347"/>
              <a:gd name="connsiteX134" fmla="*/ 6549230 w 7047465"/>
              <a:gd name="connsiteY134" fmla="*/ 522272 h 5940347"/>
              <a:gd name="connsiteX135" fmla="*/ 6526180 w 7047465"/>
              <a:gd name="connsiteY135" fmla="*/ 547018 h 5940347"/>
              <a:gd name="connsiteX136" fmla="*/ 6503130 w 7047465"/>
              <a:gd name="connsiteY136" fmla="*/ 522272 h 5940347"/>
              <a:gd name="connsiteX137" fmla="*/ 6526180 w 7047465"/>
              <a:gd name="connsiteY137" fmla="*/ 497526 h 5940347"/>
              <a:gd name="connsiteX138" fmla="*/ 6063383 w 7047465"/>
              <a:gd name="connsiteY138" fmla="*/ 497526 h 5940347"/>
              <a:gd name="connsiteX139" fmla="*/ 6086433 w 7047465"/>
              <a:gd name="connsiteY139" fmla="*/ 522272 h 5940347"/>
              <a:gd name="connsiteX140" fmla="*/ 6063383 w 7047465"/>
              <a:gd name="connsiteY140" fmla="*/ 547018 h 5940347"/>
              <a:gd name="connsiteX141" fmla="*/ 6040333 w 7047465"/>
              <a:gd name="connsiteY141" fmla="*/ 522272 h 5940347"/>
              <a:gd name="connsiteX142" fmla="*/ 6063383 w 7047465"/>
              <a:gd name="connsiteY142" fmla="*/ 497526 h 5940347"/>
              <a:gd name="connsiteX143" fmla="*/ 6328346 w 7047465"/>
              <a:gd name="connsiteY143" fmla="*/ 496606 h 5940347"/>
              <a:gd name="connsiteX144" fmla="*/ 6348608 w 7047465"/>
              <a:gd name="connsiteY144" fmla="*/ 513768 h 5940347"/>
              <a:gd name="connsiteX145" fmla="*/ 6307778 w 7047465"/>
              <a:gd name="connsiteY145" fmla="*/ 513768 h 5940347"/>
              <a:gd name="connsiteX146" fmla="*/ 6328346 w 7047465"/>
              <a:gd name="connsiteY146" fmla="*/ 496606 h 5940347"/>
              <a:gd name="connsiteX147" fmla="*/ 6457042 w 7047465"/>
              <a:gd name="connsiteY147" fmla="*/ 482692 h 5940347"/>
              <a:gd name="connsiteX148" fmla="*/ 6457042 w 7047465"/>
              <a:gd name="connsiteY148" fmla="*/ 561865 h 5940347"/>
              <a:gd name="connsiteX149" fmla="*/ 6474681 w 7047465"/>
              <a:gd name="connsiteY149" fmla="*/ 561865 h 5940347"/>
              <a:gd name="connsiteX150" fmla="*/ 6474681 w 7047465"/>
              <a:gd name="connsiteY150" fmla="*/ 482692 h 5940347"/>
              <a:gd name="connsiteX151" fmla="*/ 6156966 w 7047465"/>
              <a:gd name="connsiteY151" fmla="*/ 481298 h 5940347"/>
              <a:gd name="connsiteX152" fmla="*/ 6135310 w 7047465"/>
              <a:gd name="connsiteY152" fmla="*/ 497079 h 5940347"/>
              <a:gd name="connsiteX153" fmla="*/ 6135310 w 7047465"/>
              <a:gd name="connsiteY153" fmla="*/ 482692 h 5940347"/>
              <a:gd name="connsiteX154" fmla="*/ 6117670 w 7047465"/>
              <a:gd name="connsiteY154" fmla="*/ 482692 h 5940347"/>
              <a:gd name="connsiteX155" fmla="*/ 6117670 w 7047465"/>
              <a:gd name="connsiteY155" fmla="*/ 561865 h 5940347"/>
              <a:gd name="connsiteX156" fmla="*/ 6135310 w 7047465"/>
              <a:gd name="connsiteY156" fmla="*/ 561865 h 5940347"/>
              <a:gd name="connsiteX157" fmla="*/ 6135310 w 7047465"/>
              <a:gd name="connsiteY157" fmla="*/ 518717 h 5940347"/>
              <a:gd name="connsiteX158" fmla="*/ 6154804 w 7047465"/>
              <a:gd name="connsiteY158" fmla="*/ 499547 h 5940347"/>
              <a:gd name="connsiteX159" fmla="*/ 6158667 w 7047465"/>
              <a:gd name="connsiteY159" fmla="*/ 499547 h 5940347"/>
              <a:gd name="connsiteX160" fmla="*/ 6158667 w 7047465"/>
              <a:gd name="connsiteY160" fmla="*/ 481298 h 5940347"/>
              <a:gd name="connsiteX161" fmla="*/ 6522624 w 7047465"/>
              <a:gd name="connsiteY161" fmla="*/ 480530 h 5940347"/>
              <a:gd name="connsiteX162" fmla="*/ 6484876 w 7047465"/>
              <a:gd name="connsiteY162" fmla="*/ 522285 h 5940347"/>
              <a:gd name="connsiteX163" fmla="*/ 6522624 w 7047465"/>
              <a:gd name="connsiteY163" fmla="*/ 564039 h 5940347"/>
              <a:gd name="connsiteX164" fmla="*/ 6549230 w 7047465"/>
              <a:gd name="connsiteY164" fmla="*/ 548732 h 5940347"/>
              <a:gd name="connsiteX165" fmla="*/ 6549230 w 7047465"/>
              <a:gd name="connsiteY165" fmla="*/ 561878 h 5940347"/>
              <a:gd name="connsiteX166" fmla="*/ 6566857 w 7047465"/>
              <a:gd name="connsiteY166" fmla="*/ 561878 h 5940347"/>
              <a:gd name="connsiteX167" fmla="*/ 6566857 w 7047465"/>
              <a:gd name="connsiteY167" fmla="*/ 482704 h 5940347"/>
              <a:gd name="connsiteX168" fmla="*/ 6549230 w 7047465"/>
              <a:gd name="connsiteY168" fmla="*/ 482704 h 5940347"/>
              <a:gd name="connsiteX169" fmla="*/ 6549230 w 7047465"/>
              <a:gd name="connsiteY169" fmla="*/ 495838 h 5940347"/>
              <a:gd name="connsiteX170" fmla="*/ 6522624 w 7047465"/>
              <a:gd name="connsiteY170" fmla="*/ 480530 h 5940347"/>
              <a:gd name="connsiteX171" fmla="*/ 6059814 w 7047465"/>
              <a:gd name="connsiteY171" fmla="*/ 480530 h 5940347"/>
              <a:gd name="connsiteX172" fmla="*/ 6022066 w 7047465"/>
              <a:gd name="connsiteY172" fmla="*/ 522285 h 5940347"/>
              <a:gd name="connsiteX173" fmla="*/ 6059814 w 7047465"/>
              <a:gd name="connsiteY173" fmla="*/ 564039 h 5940347"/>
              <a:gd name="connsiteX174" fmla="*/ 6086420 w 7047465"/>
              <a:gd name="connsiteY174" fmla="*/ 548732 h 5940347"/>
              <a:gd name="connsiteX175" fmla="*/ 6086420 w 7047465"/>
              <a:gd name="connsiteY175" fmla="*/ 561878 h 5940347"/>
              <a:gd name="connsiteX176" fmla="*/ 6104047 w 7047465"/>
              <a:gd name="connsiteY176" fmla="*/ 561878 h 5940347"/>
              <a:gd name="connsiteX177" fmla="*/ 6104047 w 7047465"/>
              <a:gd name="connsiteY177" fmla="*/ 482704 h 5940347"/>
              <a:gd name="connsiteX178" fmla="*/ 6086420 w 7047465"/>
              <a:gd name="connsiteY178" fmla="*/ 482704 h 5940347"/>
              <a:gd name="connsiteX179" fmla="*/ 6086420 w 7047465"/>
              <a:gd name="connsiteY179" fmla="*/ 495838 h 5940347"/>
              <a:gd name="connsiteX180" fmla="*/ 6059814 w 7047465"/>
              <a:gd name="connsiteY180" fmla="*/ 480530 h 5940347"/>
              <a:gd name="connsiteX181" fmla="*/ 6418220 w 7047465"/>
              <a:gd name="connsiteY181" fmla="*/ 480518 h 5940347"/>
              <a:gd name="connsiteX182" fmla="*/ 6394555 w 7047465"/>
              <a:gd name="connsiteY182" fmla="*/ 493204 h 5940347"/>
              <a:gd name="connsiteX183" fmla="*/ 6394555 w 7047465"/>
              <a:gd name="connsiteY183" fmla="*/ 482692 h 5940347"/>
              <a:gd name="connsiteX184" fmla="*/ 6376929 w 7047465"/>
              <a:gd name="connsiteY184" fmla="*/ 482692 h 5940347"/>
              <a:gd name="connsiteX185" fmla="*/ 6376929 w 7047465"/>
              <a:gd name="connsiteY185" fmla="*/ 561865 h 5940347"/>
              <a:gd name="connsiteX186" fmla="*/ 6394543 w 7047465"/>
              <a:gd name="connsiteY186" fmla="*/ 561865 h 5940347"/>
              <a:gd name="connsiteX187" fmla="*/ 6394543 w 7047465"/>
              <a:gd name="connsiteY187" fmla="*/ 514855 h 5940347"/>
              <a:gd name="connsiteX188" fmla="*/ 6410941 w 7047465"/>
              <a:gd name="connsiteY188" fmla="*/ 495992 h 5940347"/>
              <a:gd name="connsiteX189" fmla="*/ 6426406 w 7047465"/>
              <a:gd name="connsiteY189" fmla="*/ 513461 h 5940347"/>
              <a:gd name="connsiteX190" fmla="*/ 6426406 w 7047465"/>
              <a:gd name="connsiteY190" fmla="*/ 561865 h 5940347"/>
              <a:gd name="connsiteX191" fmla="*/ 6444046 w 7047465"/>
              <a:gd name="connsiteY191" fmla="*/ 561865 h 5940347"/>
              <a:gd name="connsiteX192" fmla="*/ 6444046 w 7047465"/>
              <a:gd name="connsiteY192" fmla="*/ 510366 h 5940347"/>
              <a:gd name="connsiteX193" fmla="*/ 6418220 w 7047465"/>
              <a:gd name="connsiteY193" fmla="*/ 480518 h 5940347"/>
              <a:gd name="connsiteX194" fmla="*/ 6328359 w 7047465"/>
              <a:gd name="connsiteY194" fmla="*/ 480518 h 5940347"/>
              <a:gd name="connsiteX195" fmla="*/ 6289217 w 7047465"/>
              <a:gd name="connsiteY195" fmla="*/ 522272 h 5940347"/>
              <a:gd name="connsiteX196" fmla="*/ 6329741 w 7047465"/>
              <a:gd name="connsiteY196" fmla="*/ 564026 h 5940347"/>
              <a:gd name="connsiteX197" fmla="*/ 6364240 w 7047465"/>
              <a:gd name="connsiteY197" fmla="*/ 546238 h 5940347"/>
              <a:gd name="connsiteX198" fmla="*/ 6352177 w 7047465"/>
              <a:gd name="connsiteY198" fmla="*/ 536032 h 5940347"/>
              <a:gd name="connsiteX199" fmla="*/ 6329754 w 7047465"/>
              <a:gd name="connsiteY199" fmla="*/ 547939 h 5940347"/>
              <a:gd name="connsiteX200" fmla="*/ 6307330 w 7047465"/>
              <a:gd name="connsiteY200" fmla="*/ 527988 h 5940347"/>
              <a:gd name="connsiteX201" fmla="*/ 6366567 w 7047465"/>
              <a:gd name="connsiteY201" fmla="*/ 527988 h 5940347"/>
              <a:gd name="connsiteX202" fmla="*/ 6367028 w 7047465"/>
              <a:gd name="connsiteY202" fmla="*/ 521492 h 5940347"/>
              <a:gd name="connsiteX203" fmla="*/ 6328359 w 7047465"/>
              <a:gd name="connsiteY203" fmla="*/ 480518 h 5940347"/>
              <a:gd name="connsiteX204" fmla="*/ 6208017 w 7047465"/>
              <a:gd name="connsiteY204" fmla="*/ 480518 h 5940347"/>
              <a:gd name="connsiteX205" fmla="*/ 6185593 w 7047465"/>
              <a:gd name="connsiteY205" fmla="*/ 493204 h 5940347"/>
              <a:gd name="connsiteX206" fmla="*/ 6185593 w 7047465"/>
              <a:gd name="connsiteY206" fmla="*/ 482692 h 5940347"/>
              <a:gd name="connsiteX207" fmla="*/ 6167954 w 7047465"/>
              <a:gd name="connsiteY207" fmla="*/ 482692 h 5940347"/>
              <a:gd name="connsiteX208" fmla="*/ 6167954 w 7047465"/>
              <a:gd name="connsiteY208" fmla="*/ 561865 h 5940347"/>
              <a:gd name="connsiteX209" fmla="*/ 6185580 w 7047465"/>
              <a:gd name="connsiteY209" fmla="*/ 561865 h 5940347"/>
              <a:gd name="connsiteX210" fmla="*/ 6185580 w 7047465"/>
              <a:gd name="connsiteY210" fmla="*/ 514855 h 5940347"/>
              <a:gd name="connsiteX211" fmla="*/ 6200738 w 7047465"/>
              <a:gd name="connsiteY211" fmla="*/ 495992 h 5940347"/>
              <a:gd name="connsiteX212" fmla="*/ 6214975 w 7047465"/>
              <a:gd name="connsiteY212" fmla="*/ 513461 h 5940347"/>
              <a:gd name="connsiteX213" fmla="*/ 6214975 w 7047465"/>
              <a:gd name="connsiteY213" fmla="*/ 561865 h 5940347"/>
              <a:gd name="connsiteX214" fmla="*/ 6232602 w 7047465"/>
              <a:gd name="connsiteY214" fmla="*/ 561865 h 5940347"/>
              <a:gd name="connsiteX215" fmla="*/ 6232602 w 7047465"/>
              <a:gd name="connsiteY215" fmla="*/ 513154 h 5940347"/>
              <a:gd name="connsiteX216" fmla="*/ 6247760 w 7047465"/>
              <a:gd name="connsiteY216" fmla="*/ 495992 h 5940347"/>
              <a:gd name="connsiteX217" fmla="*/ 6261997 w 7047465"/>
              <a:gd name="connsiteY217" fmla="*/ 513461 h 5940347"/>
              <a:gd name="connsiteX218" fmla="*/ 6261997 w 7047465"/>
              <a:gd name="connsiteY218" fmla="*/ 561865 h 5940347"/>
              <a:gd name="connsiteX219" fmla="*/ 6279636 w 7047465"/>
              <a:gd name="connsiteY219" fmla="*/ 561865 h 5940347"/>
              <a:gd name="connsiteX220" fmla="*/ 6279636 w 7047465"/>
              <a:gd name="connsiteY220" fmla="*/ 510366 h 5940347"/>
              <a:gd name="connsiteX221" fmla="*/ 6253490 w 7047465"/>
              <a:gd name="connsiteY221" fmla="*/ 480518 h 5940347"/>
              <a:gd name="connsiteX222" fmla="*/ 6229673 w 7047465"/>
              <a:gd name="connsiteY222" fmla="*/ 494125 h 5940347"/>
              <a:gd name="connsiteX223" fmla="*/ 6208017 w 7047465"/>
              <a:gd name="connsiteY223" fmla="*/ 480518 h 5940347"/>
              <a:gd name="connsiteX224" fmla="*/ 5944575 w 7047465"/>
              <a:gd name="connsiteY224" fmla="*/ 471860 h 5940347"/>
              <a:gd name="connsiteX225" fmla="*/ 5974584 w 7047465"/>
              <a:gd name="connsiteY225" fmla="*/ 471860 h 5940347"/>
              <a:gd name="connsiteX226" fmla="*/ 5989742 w 7047465"/>
              <a:gd name="connsiteY226" fmla="*/ 484380 h 5940347"/>
              <a:gd name="connsiteX227" fmla="*/ 5974584 w 7047465"/>
              <a:gd name="connsiteY227" fmla="*/ 496912 h 5940347"/>
              <a:gd name="connsiteX228" fmla="*/ 5944575 w 7047465"/>
              <a:gd name="connsiteY228" fmla="*/ 496912 h 5940347"/>
              <a:gd name="connsiteX229" fmla="*/ 5679804 w 7047465"/>
              <a:gd name="connsiteY229" fmla="*/ 462793 h 5940347"/>
              <a:gd name="connsiteX230" fmla="*/ 5668112 w 7047465"/>
              <a:gd name="connsiteY230" fmla="*/ 494560 h 5940347"/>
              <a:gd name="connsiteX231" fmla="*/ 5678921 w 7047465"/>
              <a:gd name="connsiteY231" fmla="*/ 566534 h 5940347"/>
              <a:gd name="connsiteX232" fmla="*/ 5680699 w 7047465"/>
              <a:gd name="connsiteY232" fmla="*/ 566534 h 5940347"/>
              <a:gd name="connsiteX233" fmla="*/ 5691508 w 7047465"/>
              <a:gd name="connsiteY233" fmla="*/ 494560 h 5940347"/>
              <a:gd name="connsiteX234" fmla="*/ 5679804 w 7047465"/>
              <a:gd name="connsiteY234" fmla="*/ 462793 h 5940347"/>
              <a:gd name="connsiteX235" fmla="*/ 5924467 w 7047465"/>
              <a:gd name="connsiteY235" fmla="*/ 453623 h 5940347"/>
              <a:gd name="connsiteX236" fmla="*/ 5924467 w 7047465"/>
              <a:gd name="connsiteY236" fmla="*/ 561865 h 5940347"/>
              <a:gd name="connsiteX237" fmla="*/ 5977833 w 7047465"/>
              <a:gd name="connsiteY237" fmla="*/ 561865 h 5940347"/>
              <a:gd name="connsiteX238" fmla="*/ 6013406 w 7047465"/>
              <a:gd name="connsiteY238" fmla="*/ 531403 h 5940347"/>
              <a:gd name="connsiteX239" fmla="*/ 5994539 w 7047465"/>
              <a:gd name="connsiteY239" fmla="*/ 505583 h 5940347"/>
              <a:gd name="connsiteX240" fmla="*/ 6010784 w 7047465"/>
              <a:gd name="connsiteY240" fmla="*/ 481771 h 5940347"/>
              <a:gd name="connsiteX241" fmla="*/ 5977373 w 7047465"/>
              <a:gd name="connsiteY241" fmla="*/ 453623 h 5940347"/>
              <a:gd name="connsiteX242" fmla="*/ 6465855 w 7047465"/>
              <a:gd name="connsiteY242" fmla="*/ 450669 h 5940347"/>
              <a:gd name="connsiteX243" fmla="*/ 6454867 w 7047465"/>
              <a:gd name="connsiteY243" fmla="*/ 461654 h 5940347"/>
              <a:gd name="connsiteX244" fmla="*/ 6465855 w 7047465"/>
              <a:gd name="connsiteY244" fmla="*/ 472640 h 5940347"/>
              <a:gd name="connsiteX245" fmla="*/ 6476843 w 7047465"/>
              <a:gd name="connsiteY245" fmla="*/ 461654 h 5940347"/>
              <a:gd name="connsiteX246" fmla="*/ 6465855 w 7047465"/>
              <a:gd name="connsiteY246" fmla="*/ 450669 h 5940347"/>
              <a:gd name="connsiteX247" fmla="*/ 5818502 w 7047465"/>
              <a:gd name="connsiteY247" fmla="*/ 447345 h 5940347"/>
              <a:gd name="connsiteX248" fmla="*/ 5771327 w 7047465"/>
              <a:gd name="connsiteY248" fmla="*/ 475415 h 5940347"/>
              <a:gd name="connsiteX249" fmla="*/ 5694885 w 7047465"/>
              <a:gd name="connsiteY249" fmla="*/ 569475 h 5940347"/>
              <a:gd name="connsiteX250" fmla="*/ 5696343 w 7047465"/>
              <a:gd name="connsiteY250" fmla="*/ 570933 h 5940347"/>
              <a:gd name="connsiteX251" fmla="*/ 5790425 w 7047465"/>
              <a:gd name="connsiteY251" fmla="*/ 494509 h 5940347"/>
              <a:gd name="connsiteX252" fmla="*/ 5818502 w 7047465"/>
              <a:gd name="connsiteY252" fmla="*/ 447345 h 5940347"/>
              <a:gd name="connsiteX253" fmla="*/ 5539698 w 7047465"/>
              <a:gd name="connsiteY253" fmla="*/ 447281 h 5940347"/>
              <a:gd name="connsiteX254" fmla="*/ 5567775 w 7047465"/>
              <a:gd name="connsiteY254" fmla="*/ 494445 h 5940347"/>
              <a:gd name="connsiteX255" fmla="*/ 5661857 w 7047465"/>
              <a:gd name="connsiteY255" fmla="*/ 570869 h 5940347"/>
              <a:gd name="connsiteX256" fmla="*/ 5661857 w 7047465"/>
              <a:gd name="connsiteY256" fmla="*/ 570882 h 5940347"/>
              <a:gd name="connsiteX257" fmla="*/ 5663315 w 7047465"/>
              <a:gd name="connsiteY257" fmla="*/ 569424 h 5940347"/>
              <a:gd name="connsiteX258" fmla="*/ 5586873 w 7047465"/>
              <a:gd name="connsiteY258" fmla="*/ 475364 h 5940347"/>
              <a:gd name="connsiteX259" fmla="*/ 5539698 w 7047465"/>
              <a:gd name="connsiteY259" fmla="*/ 447281 h 5940347"/>
              <a:gd name="connsiteX260" fmla="*/ 0 w 7047465"/>
              <a:gd name="connsiteY260" fmla="*/ 0 h 5940347"/>
              <a:gd name="connsiteX261" fmla="*/ 7047465 w 7047465"/>
              <a:gd name="connsiteY261" fmla="*/ 0 h 5940347"/>
              <a:gd name="connsiteX262" fmla="*/ 7047465 w 7047465"/>
              <a:gd name="connsiteY262" fmla="*/ 4925436 h 5940347"/>
              <a:gd name="connsiteX263" fmla="*/ 1325965 w 7047465"/>
              <a:gd name="connsiteY263" fmla="*/ 5936138 h 5940347"/>
              <a:gd name="connsiteX264" fmla="*/ 1009499 w 7047465"/>
              <a:gd name="connsiteY264" fmla="*/ 5714695 h 594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7047465" h="5940347">
                <a:moveTo>
                  <a:pt x="6297865" y="652255"/>
                </a:moveTo>
                <a:cubicBezTo>
                  <a:pt x="6311168" y="652255"/>
                  <a:pt x="6320915" y="662767"/>
                  <a:pt x="6320915" y="677001"/>
                </a:cubicBezTo>
                <a:cubicBezTo>
                  <a:pt x="6320915" y="691235"/>
                  <a:pt x="6311168" y="701747"/>
                  <a:pt x="6297865" y="701747"/>
                </a:cubicBezTo>
                <a:cubicBezTo>
                  <a:pt x="6284562" y="701747"/>
                  <a:pt x="6274814" y="691235"/>
                  <a:pt x="6274814" y="677001"/>
                </a:cubicBezTo>
                <a:cubicBezTo>
                  <a:pt x="6274814" y="662767"/>
                  <a:pt x="6284562" y="652255"/>
                  <a:pt x="6297865" y="652255"/>
                </a:cubicBezTo>
                <a:close/>
                <a:moveTo>
                  <a:pt x="6072657" y="652255"/>
                </a:moveTo>
                <a:cubicBezTo>
                  <a:pt x="6085960" y="652255"/>
                  <a:pt x="6095707" y="662767"/>
                  <a:pt x="6095707" y="677001"/>
                </a:cubicBezTo>
                <a:cubicBezTo>
                  <a:pt x="6095707" y="691235"/>
                  <a:pt x="6085960" y="701747"/>
                  <a:pt x="6072657" y="701747"/>
                </a:cubicBezTo>
                <a:cubicBezTo>
                  <a:pt x="6059354" y="701747"/>
                  <a:pt x="6049607" y="691235"/>
                  <a:pt x="6049607" y="677001"/>
                </a:cubicBezTo>
                <a:cubicBezTo>
                  <a:pt x="6049607" y="662767"/>
                  <a:pt x="6059354" y="652255"/>
                  <a:pt x="6072657" y="652255"/>
                </a:cubicBezTo>
                <a:close/>
                <a:moveTo>
                  <a:pt x="6387892" y="651334"/>
                </a:moveTo>
                <a:cubicBezTo>
                  <a:pt x="6397792" y="651334"/>
                  <a:pt x="6405838" y="657217"/>
                  <a:pt x="6408153" y="668497"/>
                </a:cubicBezTo>
                <a:lnTo>
                  <a:pt x="6367323" y="668497"/>
                </a:lnTo>
                <a:cubicBezTo>
                  <a:pt x="6369792" y="657831"/>
                  <a:pt x="6377377" y="651334"/>
                  <a:pt x="6387892" y="651334"/>
                </a:cubicBezTo>
                <a:close/>
                <a:moveTo>
                  <a:pt x="6475744" y="636014"/>
                </a:moveTo>
                <a:cubicBezTo>
                  <a:pt x="6464142" y="636014"/>
                  <a:pt x="6456569" y="642510"/>
                  <a:pt x="6454088" y="651782"/>
                </a:cubicBezTo>
                <a:lnTo>
                  <a:pt x="6454088" y="637395"/>
                </a:lnTo>
                <a:lnTo>
                  <a:pt x="6436461" y="637395"/>
                </a:lnTo>
                <a:lnTo>
                  <a:pt x="6436461" y="716569"/>
                </a:lnTo>
                <a:lnTo>
                  <a:pt x="6436461" y="716594"/>
                </a:lnTo>
                <a:lnTo>
                  <a:pt x="6454088" y="716594"/>
                </a:lnTo>
                <a:lnTo>
                  <a:pt x="6454088" y="673446"/>
                </a:lnTo>
                <a:cubicBezTo>
                  <a:pt x="6454088" y="660299"/>
                  <a:pt x="6459652" y="654263"/>
                  <a:pt x="6473582" y="654263"/>
                </a:cubicBezTo>
                <a:lnTo>
                  <a:pt x="6477445" y="654263"/>
                </a:lnTo>
                <a:lnTo>
                  <a:pt x="6477445" y="636014"/>
                </a:lnTo>
                <a:close/>
                <a:moveTo>
                  <a:pt x="6294309" y="635259"/>
                </a:moveTo>
                <a:cubicBezTo>
                  <a:pt x="6273586" y="635259"/>
                  <a:pt x="6256574" y="652728"/>
                  <a:pt x="6256574" y="677014"/>
                </a:cubicBezTo>
                <a:cubicBezTo>
                  <a:pt x="6256574" y="701299"/>
                  <a:pt x="6273586" y="718768"/>
                  <a:pt x="6294309" y="718768"/>
                </a:cubicBezTo>
                <a:cubicBezTo>
                  <a:pt x="6306525" y="718768"/>
                  <a:pt x="6315658" y="713512"/>
                  <a:pt x="6320915" y="703460"/>
                </a:cubicBezTo>
                <a:lnTo>
                  <a:pt x="6320915" y="716607"/>
                </a:lnTo>
                <a:lnTo>
                  <a:pt x="6338555" y="716607"/>
                </a:lnTo>
                <a:lnTo>
                  <a:pt x="6338555" y="637433"/>
                </a:lnTo>
                <a:lnTo>
                  <a:pt x="6320915" y="637433"/>
                </a:lnTo>
                <a:lnTo>
                  <a:pt x="6320915" y="650567"/>
                </a:lnTo>
                <a:cubicBezTo>
                  <a:pt x="6315658" y="640515"/>
                  <a:pt x="6306525" y="635259"/>
                  <a:pt x="6294309" y="635259"/>
                </a:cubicBezTo>
                <a:close/>
                <a:moveTo>
                  <a:pt x="6072657" y="635247"/>
                </a:moveTo>
                <a:cubicBezTo>
                  <a:pt x="6049146" y="635247"/>
                  <a:pt x="6031353" y="652716"/>
                  <a:pt x="6031353" y="677001"/>
                </a:cubicBezTo>
                <a:cubicBezTo>
                  <a:pt x="6031353" y="701286"/>
                  <a:pt x="6049146" y="718755"/>
                  <a:pt x="6072657" y="718755"/>
                </a:cubicBezTo>
                <a:cubicBezTo>
                  <a:pt x="6096168" y="718755"/>
                  <a:pt x="6113961" y="701286"/>
                  <a:pt x="6113961" y="677001"/>
                </a:cubicBezTo>
                <a:cubicBezTo>
                  <a:pt x="6113961" y="652716"/>
                  <a:pt x="6096168" y="635247"/>
                  <a:pt x="6072657" y="635247"/>
                </a:cubicBezTo>
                <a:close/>
                <a:moveTo>
                  <a:pt x="6387904" y="635234"/>
                </a:moveTo>
                <a:cubicBezTo>
                  <a:pt x="6364701" y="635234"/>
                  <a:pt x="6348775" y="652869"/>
                  <a:pt x="6348775" y="676988"/>
                </a:cubicBezTo>
                <a:lnTo>
                  <a:pt x="6348762" y="677001"/>
                </a:lnTo>
                <a:cubicBezTo>
                  <a:pt x="6348762" y="701120"/>
                  <a:pt x="6365928" y="718755"/>
                  <a:pt x="6389286" y="718755"/>
                </a:cubicBezTo>
                <a:cubicBezTo>
                  <a:pt x="6403676" y="718755"/>
                  <a:pt x="6417286" y="711645"/>
                  <a:pt x="6423785" y="700967"/>
                </a:cubicBezTo>
                <a:lnTo>
                  <a:pt x="6411722" y="690761"/>
                </a:lnTo>
                <a:cubicBezTo>
                  <a:pt x="6407232" y="698191"/>
                  <a:pt x="6398879" y="702667"/>
                  <a:pt x="6389299" y="702667"/>
                </a:cubicBezTo>
                <a:cubicBezTo>
                  <a:pt x="6377697" y="702667"/>
                  <a:pt x="6369037" y="694777"/>
                  <a:pt x="6366875" y="682717"/>
                </a:cubicBezTo>
                <a:lnTo>
                  <a:pt x="6426113" y="682717"/>
                </a:lnTo>
                <a:cubicBezTo>
                  <a:pt x="6426420" y="680710"/>
                  <a:pt x="6426573" y="678382"/>
                  <a:pt x="6426573" y="676221"/>
                </a:cubicBezTo>
                <a:cubicBezTo>
                  <a:pt x="6426573" y="653483"/>
                  <a:pt x="6411108" y="635234"/>
                  <a:pt x="6387904" y="635234"/>
                </a:cubicBezTo>
                <a:close/>
                <a:moveTo>
                  <a:pt x="6148754" y="614516"/>
                </a:moveTo>
                <a:lnTo>
                  <a:pt x="6131114" y="619926"/>
                </a:lnTo>
                <a:lnTo>
                  <a:pt x="6131114" y="637395"/>
                </a:lnTo>
                <a:lnTo>
                  <a:pt x="6115803" y="637395"/>
                </a:lnTo>
                <a:lnTo>
                  <a:pt x="6115803" y="652549"/>
                </a:lnTo>
                <a:lnTo>
                  <a:pt x="6131114" y="652549"/>
                </a:lnTo>
                <a:lnTo>
                  <a:pt x="6131114" y="691362"/>
                </a:lnTo>
                <a:cubicBezTo>
                  <a:pt x="6131114" y="708525"/>
                  <a:pt x="6140554" y="718269"/>
                  <a:pt x="6156633" y="718269"/>
                </a:cubicBezTo>
                <a:cubicBezTo>
                  <a:pt x="6161123" y="718269"/>
                  <a:pt x="6165140" y="717809"/>
                  <a:pt x="6168082" y="716875"/>
                </a:cubicBezTo>
                <a:lnTo>
                  <a:pt x="6168095" y="716901"/>
                </a:lnTo>
                <a:lnTo>
                  <a:pt x="6168095" y="702054"/>
                </a:lnTo>
                <a:cubicBezTo>
                  <a:pt x="6166086" y="702361"/>
                  <a:pt x="6163298" y="702514"/>
                  <a:pt x="6161443" y="702514"/>
                </a:cubicBezTo>
                <a:cubicBezTo>
                  <a:pt x="6152783" y="702514"/>
                  <a:pt x="6148754" y="698025"/>
                  <a:pt x="6148754" y="689674"/>
                </a:cubicBezTo>
                <a:lnTo>
                  <a:pt x="6148754" y="652562"/>
                </a:lnTo>
                <a:lnTo>
                  <a:pt x="6168095" y="652562"/>
                </a:lnTo>
                <a:lnTo>
                  <a:pt x="6168095" y="637408"/>
                </a:lnTo>
                <a:lnTo>
                  <a:pt x="6148754" y="637408"/>
                </a:lnTo>
                <a:close/>
                <a:moveTo>
                  <a:pt x="6179863" y="608340"/>
                </a:moveTo>
                <a:lnTo>
                  <a:pt x="6179863" y="716594"/>
                </a:lnTo>
                <a:lnTo>
                  <a:pt x="6197477" y="716594"/>
                </a:lnTo>
                <a:lnTo>
                  <a:pt x="6197477" y="669584"/>
                </a:lnTo>
                <a:cubicBezTo>
                  <a:pt x="6197477" y="657371"/>
                  <a:pt x="6203975" y="650721"/>
                  <a:pt x="6213875" y="650721"/>
                </a:cubicBezTo>
                <a:cubicBezTo>
                  <a:pt x="6223776" y="650721"/>
                  <a:pt x="6229340" y="657371"/>
                  <a:pt x="6229340" y="668190"/>
                </a:cubicBezTo>
                <a:lnTo>
                  <a:pt x="6229340" y="716594"/>
                </a:lnTo>
                <a:lnTo>
                  <a:pt x="6246980" y="716594"/>
                </a:lnTo>
                <a:lnTo>
                  <a:pt x="6246980" y="665095"/>
                </a:lnTo>
                <a:cubicBezTo>
                  <a:pt x="6246980" y="644684"/>
                  <a:pt x="6235992" y="635247"/>
                  <a:pt x="6221154" y="635247"/>
                </a:cubicBezTo>
                <a:cubicBezTo>
                  <a:pt x="6208938" y="635247"/>
                  <a:pt x="6200892" y="641283"/>
                  <a:pt x="6197490" y="647933"/>
                </a:cubicBezTo>
                <a:lnTo>
                  <a:pt x="6197490" y="608340"/>
                </a:lnTo>
                <a:close/>
                <a:moveTo>
                  <a:pt x="5972116" y="606485"/>
                </a:moveTo>
                <a:cubicBezTo>
                  <a:pt x="5941019" y="606485"/>
                  <a:pt x="5917662" y="629991"/>
                  <a:pt x="5917662" y="662627"/>
                </a:cubicBezTo>
                <a:cubicBezTo>
                  <a:pt x="5917662" y="695263"/>
                  <a:pt x="5941019" y="718768"/>
                  <a:pt x="5969788" y="718768"/>
                </a:cubicBezTo>
                <a:cubicBezTo>
                  <a:pt x="5983091" y="718768"/>
                  <a:pt x="5995614" y="712579"/>
                  <a:pt x="6002892" y="702680"/>
                </a:cubicBezTo>
                <a:lnTo>
                  <a:pt x="6002892" y="716594"/>
                </a:lnTo>
                <a:lnTo>
                  <a:pt x="6020839" y="716594"/>
                </a:lnTo>
                <a:lnTo>
                  <a:pt x="6020839" y="659685"/>
                </a:lnTo>
                <a:lnTo>
                  <a:pt x="5973970" y="659685"/>
                </a:lnTo>
                <a:lnTo>
                  <a:pt x="5973970" y="677321"/>
                </a:lnTo>
                <a:lnTo>
                  <a:pt x="6001344" y="677321"/>
                </a:lnTo>
                <a:cubicBezTo>
                  <a:pt x="5998709" y="690621"/>
                  <a:pt x="5986954" y="699905"/>
                  <a:pt x="5972103" y="699905"/>
                </a:cubicBezTo>
                <a:cubicBezTo>
                  <a:pt x="5952608" y="699905"/>
                  <a:pt x="5938691" y="684137"/>
                  <a:pt x="5938691" y="662639"/>
                </a:cubicBezTo>
                <a:cubicBezTo>
                  <a:pt x="5938691" y="641142"/>
                  <a:pt x="5952608" y="625374"/>
                  <a:pt x="5972103" y="625374"/>
                </a:cubicBezTo>
                <a:cubicBezTo>
                  <a:pt x="5986020" y="625374"/>
                  <a:pt x="5996074" y="632331"/>
                  <a:pt x="6001498" y="642229"/>
                </a:cubicBezTo>
                <a:lnTo>
                  <a:pt x="6018203" y="631090"/>
                </a:lnTo>
                <a:cubicBezTo>
                  <a:pt x="6010004" y="615629"/>
                  <a:pt x="5992684" y="606498"/>
                  <a:pt x="5972103" y="606498"/>
                </a:cubicBezTo>
                <a:close/>
                <a:moveTo>
                  <a:pt x="5696202" y="601536"/>
                </a:moveTo>
                <a:lnTo>
                  <a:pt x="5696210" y="601541"/>
                </a:lnTo>
                <a:lnTo>
                  <a:pt x="5694757" y="602994"/>
                </a:lnTo>
                <a:cubicBezTo>
                  <a:pt x="5712499" y="630630"/>
                  <a:pt x="5736010" y="661872"/>
                  <a:pt x="5771199" y="697053"/>
                </a:cubicBezTo>
                <a:cubicBezTo>
                  <a:pt x="5796821" y="722669"/>
                  <a:pt x="5810623" y="732887"/>
                  <a:pt x="5818374" y="725124"/>
                </a:cubicBezTo>
                <a:cubicBezTo>
                  <a:pt x="5826126" y="717374"/>
                  <a:pt x="5815906" y="703576"/>
                  <a:pt x="5790284" y="677960"/>
                </a:cubicBezTo>
                <a:cubicBezTo>
                  <a:pt x="5772689" y="660369"/>
                  <a:pt x="5756080" y="645695"/>
                  <a:pt x="5740413" y="633202"/>
                </a:cubicBezTo>
                <a:lnTo>
                  <a:pt x="5696210" y="601541"/>
                </a:lnTo>
                <a:lnTo>
                  <a:pt x="5696215" y="601536"/>
                </a:lnTo>
                <a:close/>
                <a:moveTo>
                  <a:pt x="5592015" y="588556"/>
                </a:moveTo>
                <a:cubicBezTo>
                  <a:pt x="5570014" y="588556"/>
                  <a:pt x="5559691" y="590755"/>
                  <a:pt x="5559691" y="600257"/>
                </a:cubicBezTo>
                <a:cubicBezTo>
                  <a:pt x="5559691" y="609759"/>
                  <a:pt x="5570001" y="611958"/>
                  <a:pt x="5592015" y="611958"/>
                </a:cubicBezTo>
                <a:cubicBezTo>
                  <a:pt x="5616959" y="611958"/>
                  <a:pt x="5637336" y="608723"/>
                  <a:pt x="5654656" y="604183"/>
                </a:cubicBezTo>
                <a:cubicBezTo>
                  <a:pt x="5628791" y="621793"/>
                  <a:pt x="5600061" y="646782"/>
                  <a:pt x="5567494" y="678996"/>
                </a:cubicBezTo>
                <a:cubicBezTo>
                  <a:pt x="5541936" y="704279"/>
                  <a:pt x="5531678" y="717822"/>
                  <a:pt x="5539097" y="725163"/>
                </a:cubicBezTo>
                <a:cubicBezTo>
                  <a:pt x="5546516" y="732503"/>
                  <a:pt x="5560203" y="722349"/>
                  <a:pt x="5585760" y="697066"/>
                </a:cubicBezTo>
                <a:cubicBezTo>
                  <a:pt x="5618328" y="664839"/>
                  <a:pt x="5643578" y="636423"/>
                  <a:pt x="5661371" y="610833"/>
                </a:cubicBezTo>
                <a:cubicBezTo>
                  <a:pt x="5656830" y="628149"/>
                  <a:pt x="5653581" y="648534"/>
                  <a:pt x="5653581" y="673510"/>
                </a:cubicBezTo>
                <a:cubicBezTo>
                  <a:pt x="5653581" y="695506"/>
                  <a:pt x="5655781" y="705814"/>
                  <a:pt x="5665285" y="705814"/>
                </a:cubicBezTo>
                <a:cubicBezTo>
                  <a:pt x="5674789" y="705814"/>
                  <a:pt x="5676990" y="695506"/>
                  <a:pt x="5676990" y="673510"/>
                </a:cubicBezTo>
                <a:cubicBezTo>
                  <a:pt x="5676990" y="643290"/>
                  <a:pt x="5672257" y="619772"/>
                  <a:pt x="5666181" y="600295"/>
                </a:cubicBezTo>
                <a:cubicBezTo>
                  <a:pt x="5666104" y="600027"/>
                  <a:pt x="5665963" y="599835"/>
                  <a:pt x="5665797" y="599707"/>
                </a:cubicBezTo>
                <a:lnTo>
                  <a:pt x="5665784" y="599694"/>
                </a:lnTo>
                <a:cubicBezTo>
                  <a:pt x="5665656" y="599554"/>
                  <a:pt x="5665477" y="599438"/>
                  <a:pt x="5665247" y="599362"/>
                </a:cubicBezTo>
                <a:cubicBezTo>
                  <a:pt x="5645753" y="593300"/>
                  <a:pt x="5622242" y="588556"/>
                  <a:pt x="5592015" y="588556"/>
                </a:cubicBezTo>
                <a:close/>
                <a:moveTo>
                  <a:pt x="5778874" y="575550"/>
                </a:moveTo>
                <a:cubicBezTo>
                  <a:pt x="5746013" y="575550"/>
                  <a:pt x="5720442" y="580294"/>
                  <a:pt x="5699260" y="586356"/>
                </a:cubicBezTo>
                <a:cubicBezTo>
                  <a:pt x="5698147" y="586676"/>
                  <a:pt x="5698147" y="587827"/>
                  <a:pt x="5699260" y="588146"/>
                </a:cubicBezTo>
                <a:cubicBezTo>
                  <a:pt x="5720442" y="594208"/>
                  <a:pt x="5746026" y="598940"/>
                  <a:pt x="5778874" y="598940"/>
                </a:cubicBezTo>
                <a:cubicBezTo>
                  <a:pt x="5802794" y="598940"/>
                  <a:pt x="5814013" y="596740"/>
                  <a:pt x="5814013" y="587251"/>
                </a:cubicBezTo>
                <a:cubicBezTo>
                  <a:pt x="5814013" y="577762"/>
                  <a:pt x="5802794" y="575550"/>
                  <a:pt x="5778874" y="575550"/>
                </a:cubicBezTo>
                <a:close/>
                <a:moveTo>
                  <a:pt x="5944575" y="515162"/>
                </a:moveTo>
                <a:lnTo>
                  <a:pt x="5975518" y="515162"/>
                </a:lnTo>
                <a:cubicBezTo>
                  <a:pt x="5986186" y="515162"/>
                  <a:pt x="5992377" y="520418"/>
                  <a:pt x="5992377" y="529395"/>
                </a:cubicBezTo>
                <a:cubicBezTo>
                  <a:pt x="5992377" y="538373"/>
                  <a:pt x="5986186" y="543629"/>
                  <a:pt x="5975518" y="543629"/>
                </a:cubicBezTo>
                <a:lnTo>
                  <a:pt x="5975518" y="543616"/>
                </a:lnTo>
                <a:lnTo>
                  <a:pt x="5944575" y="543616"/>
                </a:lnTo>
                <a:close/>
                <a:moveTo>
                  <a:pt x="6526180" y="497526"/>
                </a:moveTo>
                <a:cubicBezTo>
                  <a:pt x="6539483" y="497526"/>
                  <a:pt x="6549230" y="508038"/>
                  <a:pt x="6549230" y="522272"/>
                </a:cubicBezTo>
                <a:cubicBezTo>
                  <a:pt x="6549230" y="536506"/>
                  <a:pt x="6539483" y="547018"/>
                  <a:pt x="6526180" y="547018"/>
                </a:cubicBezTo>
                <a:cubicBezTo>
                  <a:pt x="6512877" y="547018"/>
                  <a:pt x="6503130" y="536506"/>
                  <a:pt x="6503130" y="522272"/>
                </a:cubicBezTo>
                <a:cubicBezTo>
                  <a:pt x="6503130" y="508038"/>
                  <a:pt x="6512877" y="497526"/>
                  <a:pt x="6526180" y="497526"/>
                </a:cubicBezTo>
                <a:close/>
                <a:moveTo>
                  <a:pt x="6063383" y="497526"/>
                </a:moveTo>
                <a:cubicBezTo>
                  <a:pt x="6076686" y="497526"/>
                  <a:pt x="6086433" y="508038"/>
                  <a:pt x="6086433" y="522272"/>
                </a:cubicBezTo>
                <a:cubicBezTo>
                  <a:pt x="6086433" y="536506"/>
                  <a:pt x="6076686" y="547018"/>
                  <a:pt x="6063383" y="547018"/>
                </a:cubicBezTo>
                <a:cubicBezTo>
                  <a:pt x="6050080" y="547018"/>
                  <a:pt x="6040333" y="536506"/>
                  <a:pt x="6040333" y="522272"/>
                </a:cubicBezTo>
                <a:cubicBezTo>
                  <a:pt x="6040333" y="508038"/>
                  <a:pt x="6050080" y="497526"/>
                  <a:pt x="6063383" y="497526"/>
                </a:cubicBezTo>
                <a:close/>
                <a:moveTo>
                  <a:pt x="6328346" y="496606"/>
                </a:moveTo>
                <a:cubicBezTo>
                  <a:pt x="6338247" y="496606"/>
                  <a:pt x="6346293" y="502488"/>
                  <a:pt x="6348608" y="513768"/>
                </a:cubicBezTo>
                <a:lnTo>
                  <a:pt x="6307778" y="513768"/>
                </a:lnTo>
                <a:cubicBezTo>
                  <a:pt x="6310246" y="503102"/>
                  <a:pt x="6317832" y="496606"/>
                  <a:pt x="6328346" y="496606"/>
                </a:cubicBezTo>
                <a:close/>
                <a:moveTo>
                  <a:pt x="6457042" y="482692"/>
                </a:moveTo>
                <a:lnTo>
                  <a:pt x="6457042" y="561865"/>
                </a:lnTo>
                <a:lnTo>
                  <a:pt x="6474681" y="561865"/>
                </a:lnTo>
                <a:lnTo>
                  <a:pt x="6474681" y="482692"/>
                </a:lnTo>
                <a:close/>
                <a:moveTo>
                  <a:pt x="6156966" y="481298"/>
                </a:moveTo>
                <a:cubicBezTo>
                  <a:pt x="6145364" y="481298"/>
                  <a:pt x="6137791" y="487794"/>
                  <a:pt x="6135310" y="497079"/>
                </a:cubicBezTo>
                <a:lnTo>
                  <a:pt x="6135310" y="482692"/>
                </a:lnTo>
                <a:lnTo>
                  <a:pt x="6117670" y="482692"/>
                </a:lnTo>
                <a:lnTo>
                  <a:pt x="6117670" y="561865"/>
                </a:lnTo>
                <a:lnTo>
                  <a:pt x="6135310" y="561865"/>
                </a:lnTo>
                <a:lnTo>
                  <a:pt x="6135310" y="518717"/>
                </a:lnTo>
                <a:cubicBezTo>
                  <a:pt x="6135310" y="505570"/>
                  <a:pt x="6140874" y="499547"/>
                  <a:pt x="6154804" y="499547"/>
                </a:cubicBezTo>
                <a:lnTo>
                  <a:pt x="6158667" y="499547"/>
                </a:lnTo>
                <a:lnTo>
                  <a:pt x="6158667" y="481298"/>
                </a:lnTo>
                <a:close/>
                <a:moveTo>
                  <a:pt x="6522624" y="480530"/>
                </a:moveTo>
                <a:cubicBezTo>
                  <a:pt x="6501902" y="480530"/>
                  <a:pt x="6484876" y="497999"/>
                  <a:pt x="6484876" y="522285"/>
                </a:cubicBezTo>
                <a:cubicBezTo>
                  <a:pt x="6484876" y="546570"/>
                  <a:pt x="6501889" y="564039"/>
                  <a:pt x="6522624" y="564039"/>
                </a:cubicBezTo>
                <a:cubicBezTo>
                  <a:pt x="6534840" y="564039"/>
                  <a:pt x="6543973" y="558783"/>
                  <a:pt x="6549230" y="548732"/>
                </a:cubicBezTo>
                <a:lnTo>
                  <a:pt x="6549230" y="561878"/>
                </a:lnTo>
                <a:lnTo>
                  <a:pt x="6566857" y="561878"/>
                </a:lnTo>
                <a:lnTo>
                  <a:pt x="6566857" y="482704"/>
                </a:lnTo>
                <a:lnTo>
                  <a:pt x="6549230" y="482704"/>
                </a:lnTo>
                <a:lnTo>
                  <a:pt x="6549230" y="495838"/>
                </a:lnTo>
                <a:cubicBezTo>
                  <a:pt x="6543973" y="485786"/>
                  <a:pt x="6534840" y="480530"/>
                  <a:pt x="6522624" y="480530"/>
                </a:cubicBezTo>
                <a:close/>
                <a:moveTo>
                  <a:pt x="6059814" y="480530"/>
                </a:moveTo>
                <a:cubicBezTo>
                  <a:pt x="6039092" y="480530"/>
                  <a:pt x="6022066" y="497999"/>
                  <a:pt x="6022066" y="522285"/>
                </a:cubicBezTo>
                <a:cubicBezTo>
                  <a:pt x="6022066" y="546570"/>
                  <a:pt x="6039079" y="564039"/>
                  <a:pt x="6059814" y="564039"/>
                </a:cubicBezTo>
                <a:cubicBezTo>
                  <a:pt x="6072030" y="564039"/>
                  <a:pt x="6081163" y="558783"/>
                  <a:pt x="6086420" y="548732"/>
                </a:cubicBezTo>
                <a:lnTo>
                  <a:pt x="6086420" y="561878"/>
                </a:lnTo>
                <a:lnTo>
                  <a:pt x="6104047" y="561878"/>
                </a:lnTo>
                <a:lnTo>
                  <a:pt x="6104047" y="482704"/>
                </a:lnTo>
                <a:lnTo>
                  <a:pt x="6086420" y="482704"/>
                </a:lnTo>
                <a:lnTo>
                  <a:pt x="6086420" y="495838"/>
                </a:lnTo>
                <a:cubicBezTo>
                  <a:pt x="6081163" y="485786"/>
                  <a:pt x="6072030" y="480530"/>
                  <a:pt x="6059814" y="480530"/>
                </a:cubicBezTo>
                <a:close/>
                <a:moveTo>
                  <a:pt x="6418220" y="480518"/>
                </a:moveTo>
                <a:cubicBezTo>
                  <a:pt x="6406004" y="480518"/>
                  <a:pt x="6397958" y="486554"/>
                  <a:pt x="6394555" y="493204"/>
                </a:cubicBezTo>
                <a:lnTo>
                  <a:pt x="6394555" y="482692"/>
                </a:lnTo>
                <a:lnTo>
                  <a:pt x="6376929" y="482692"/>
                </a:lnTo>
                <a:lnTo>
                  <a:pt x="6376929" y="561865"/>
                </a:lnTo>
                <a:lnTo>
                  <a:pt x="6394543" y="561865"/>
                </a:lnTo>
                <a:lnTo>
                  <a:pt x="6394543" y="514855"/>
                </a:lnTo>
                <a:cubicBezTo>
                  <a:pt x="6394543" y="502642"/>
                  <a:pt x="6401041" y="495992"/>
                  <a:pt x="6410941" y="495992"/>
                </a:cubicBezTo>
                <a:cubicBezTo>
                  <a:pt x="6420842" y="495992"/>
                  <a:pt x="6426406" y="502642"/>
                  <a:pt x="6426406" y="513461"/>
                </a:cubicBezTo>
                <a:lnTo>
                  <a:pt x="6426406" y="561865"/>
                </a:lnTo>
                <a:lnTo>
                  <a:pt x="6444046" y="561865"/>
                </a:lnTo>
                <a:lnTo>
                  <a:pt x="6444046" y="510366"/>
                </a:lnTo>
                <a:cubicBezTo>
                  <a:pt x="6444046" y="489955"/>
                  <a:pt x="6433058" y="480518"/>
                  <a:pt x="6418220" y="480518"/>
                </a:cubicBezTo>
                <a:close/>
                <a:moveTo>
                  <a:pt x="6328359" y="480518"/>
                </a:moveTo>
                <a:cubicBezTo>
                  <a:pt x="6305155" y="480518"/>
                  <a:pt x="6289217" y="498140"/>
                  <a:pt x="6289217" y="522272"/>
                </a:cubicBezTo>
                <a:cubicBezTo>
                  <a:pt x="6289217" y="546391"/>
                  <a:pt x="6306383" y="564026"/>
                  <a:pt x="6329741" y="564026"/>
                </a:cubicBezTo>
                <a:cubicBezTo>
                  <a:pt x="6344131" y="564026"/>
                  <a:pt x="6357741" y="556916"/>
                  <a:pt x="6364240" y="546238"/>
                </a:cubicBezTo>
                <a:lnTo>
                  <a:pt x="6352177" y="536032"/>
                </a:lnTo>
                <a:cubicBezTo>
                  <a:pt x="6347687" y="543450"/>
                  <a:pt x="6339334" y="547939"/>
                  <a:pt x="6329754" y="547939"/>
                </a:cubicBezTo>
                <a:cubicBezTo>
                  <a:pt x="6318152" y="547939"/>
                  <a:pt x="6309492" y="540048"/>
                  <a:pt x="6307330" y="527988"/>
                </a:cubicBezTo>
                <a:lnTo>
                  <a:pt x="6366567" y="527988"/>
                </a:lnTo>
                <a:cubicBezTo>
                  <a:pt x="6366875" y="525981"/>
                  <a:pt x="6367028" y="523653"/>
                  <a:pt x="6367028" y="521492"/>
                </a:cubicBezTo>
                <a:cubicBezTo>
                  <a:pt x="6367028" y="498754"/>
                  <a:pt x="6351563" y="480518"/>
                  <a:pt x="6328359" y="480518"/>
                </a:cubicBezTo>
                <a:close/>
                <a:moveTo>
                  <a:pt x="6208017" y="480518"/>
                </a:moveTo>
                <a:cubicBezTo>
                  <a:pt x="6196568" y="480518"/>
                  <a:pt x="6188996" y="486554"/>
                  <a:pt x="6185593" y="493204"/>
                </a:cubicBezTo>
                <a:lnTo>
                  <a:pt x="6185593" y="482692"/>
                </a:lnTo>
                <a:lnTo>
                  <a:pt x="6167954" y="482692"/>
                </a:lnTo>
                <a:lnTo>
                  <a:pt x="6167954" y="561865"/>
                </a:lnTo>
                <a:lnTo>
                  <a:pt x="6185580" y="561865"/>
                </a:lnTo>
                <a:lnTo>
                  <a:pt x="6185580" y="514855"/>
                </a:lnTo>
                <a:cubicBezTo>
                  <a:pt x="6185580" y="502642"/>
                  <a:pt x="6191618" y="495992"/>
                  <a:pt x="6200738" y="495992"/>
                </a:cubicBezTo>
                <a:cubicBezTo>
                  <a:pt x="6209859" y="495992"/>
                  <a:pt x="6214975" y="502642"/>
                  <a:pt x="6214975" y="513461"/>
                </a:cubicBezTo>
                <a:lnTo>
                  <a:pt x="6214975" y="561865"/>
                </a:lnTo>
                <a:lnTo>
                  <a:pt x="6232602" y="561865"/>
                </a:lnTo>
                <a:lnTo>
                  <a:pt x="6232602" y="513154"/>
                </a:lnTo>
                <a:cubicBezTo>
                  <a:pt x="6232602" y="502642"/>
                  <a:pt x="6238640" y="495992"/>
                  <a:pt x="6247760" y="495992"/>
                </a:cubicBezTo>
                <a:cubicBezTo>
                  <a:pt x="6256880" y="495992"/>
                  <a:pt x="6261997" y="502642"/>
                  <a:pt x="6261997" y="513461"/>
                </a:cubicBezTo>
                <a:lnTo>
                  <a:pt x="6261997" y="561865"/>
                </a:lnTo>
                <a:lnTo>
                  <a:pt x="6279636" y="561865"/>
                </a:lnTo>
                <a:lnTo>
                  <a:pt x="6279636" y="510366"/>
                </a:lnTo>
                <a:cubicBezTo>
                  <a:pt x="6279636" y="489955"/>
                  <a:pt x="6269122" y="480518"/>
                  <a:pt x="6253490" y="480518"/>
                </a:cubicBezTo>
                <a:cubicBezTo>
                  <a:pt x="6242976" y="480518"/>
                  <a:pt x="6234776" y="485160"/>
                  <a:pt x="6229673" y="494125"/>
                </a:cubicBezTo>
                <a:cubicBezTo>
                  <a:pt x="6225503" y="484840"/>
                  <a:pt x="6217610" y="480518"/>
                  <a:pt x="6208017" y="480518"/>
                </a:cubicBezTo>
                <a:close/>
                <a:moveTo>
                  <a:pt x="5944575" y="471860"/>
                </a:moveTo>
                <a:lnTo>
                  <a:pt x="5974584" y="471860"/>
                </a:lnTo>
                <a:cubicBezTo>
                  <a:pt x="5984178" y="471860"/>
                  <a:pt x="5989742" y="476502"/>
                  <a:pt x="5989742" y="484380"/>
                </a:cubicBezTo>
                <a:cubicBezTo>
                  <a:pt x="5989742" y="492257"/>
                  <a:pt x="5984178" y="496912"/>
                  <a:pt x="5974584" y="496912"/>
                </a:cubicBezTo>
                <a:lnTo>
                  <a:pt x="5944575" y="496912"/>
                </a:lnTo>
                <a:close/>
                <a:moveTo>
                  <a:pt x="5679804" y="462793"/>
                </a:moveTo>
                <a:cubicBezTo>
                  <a:pt x="5670312" y="462793"/>
                  <a:pt x="5668112" y="472934"/>
                  <a:pt x="5668112" y="494560"/>
                </a:cubicBezTo>
                <a:cubicBezTo>
                  <a:pt x="5668112" y="524268"/>
                  <a:pt x="5672845" y="547389"/>
                  <a:pt x="5678921" y="566534"/>
                </a:cubicBezTo>
                <a:cubicBezTo>
                  <a:pt x="5679241" y="567544"/>
                  <a:pt x="5680379" y="567544"/>
                  <a:pt x="5680699" y="566534"/>
                </a:cubicBezTo>
                <a:cubicBezTo>
                  <a:pt x="5686762" y="547377"/>
                  <a:pt x="5691508" y="524268"/>
                  <a:pt x="5691508" y="494560"/>
                </a:cubicBezTo>
                <a:cubicBezTo>
                  <a:pt x="5691508" y="472934"/>
                  <a:pt x="5689308" y="462793"/>
                  <a:pt x="5679804" y="462793"/>
                </a:cubicBezTo>
                <a:close/>
                <a:moveTo>
                  <a:pt x="5924467" y="453623"/>
                </a:moveTo>
                <a:lnTo>
                  <a:pt x="5924467" y="561865"/>
                </a:lnTo>
                <a:lnTo>
                  <a:pt x="5977833" y="561865"/>
                </a:lnTo>
                <a:cubicBezTo>
                  <a:pt x="6000257" y="561865"/>
                  <a:pt x="6013406" y="550573"/>
                  <a:pt x="6013406" y="531403"/>
                </a:cubicBezTo>
                <a:cubicBezTo>
                  <a:pt x="6013406" y="518256"/>
                  <a:pt x="6006141" y="509445"/>
                  <a:pt x="5994539" y="505583"/>
                </a:cubicBezTo>
                <a:cubicBezTo>
                  <a:pt x="6004593" y="501721"/>
                  <a:pt x="6010784" y="492743"/>
                  <a:pt x="6010784" y="481771"/>
                </a:cubicBezTo>
                <a:cubicBezTo>
                  <a:pt x="6010784" y="464135"/>
                  <a:pt x="5998415" y="453623"/>
                  <a:pt x="5977373" y="453623"/>
                </a:cubicBezTo>
                <a:close/>
                <a:moveTo>
                  <a:pt x="6465855" y="450669"/>
                </a:moveTo>
                <a:cubicBezTo>
                  <a:pt x="6459818" y="450669"/>
                  <a:pt x="6454867" y="455618"/>
                  <a:pt x="6454867" y="461654"/>
                </a:cubicBezTo>
                <a:cubicBezTo>
                  <a:pt x="6454867" y="467691"/>
                  <a:pt x="6459818" y="472640"/>
                  <a:pt x="6465855" y="472640"/>
                </a:cubicBezTo>
                <a:cubicBezTo>
                  <a:pt x="6471893" y="472640"/>
                  <a:pt x="6476843" y="467691"/>
                  <a:pt x="6476843" y="461654"/>
                </a:cubicBezTo>
                <a:cubicBezTo>
                  <a:pt x="6476843" y="455618"/>
                  <a:pt x="6471893" y="450669"/>
                  <a:pt x="6465855" y="450669"/>
                </a:cubicBezTo>
                <a:close/>
                <a:moveTo>
                  <a:pt x="5818502" y="447345"/>
                </a:moveTo>
                <a:cubicBezTo>
                  <a:pt x="5810751" y="439595"/>
                  <a:pt x="5796949" y="449813"/>
                  <a:pt x="5771327" y="475415"/>
                </a:cubicBezTo>
                <a:cubicBezTo>
                  <a:pt x="5736138" y="510597"/>
                  <a:pt x="5712614" y="541839"/>
                  <a:pt x="5694885" y="569475"/>
                </a:cubicBezTo>
                <a:cubicBezTo>
                  <a:pt x="5693951" y="570933"/>
                  <a:pt x="5694885" y="571867"/>
                  <a:pt x="5696343" y="570933"/>
                </a:cubicBezTo>
                <a:cubicBezTo>
                  <a:pt x="5723986" y="553195"/>
                  <a:pt x="5755235" y="529690"/>
                  <a:pt x="5790425" y="494509"/>
                </a:cubicBezTo>
                <a:cubicBezTo>
                  <a:pt x="5816046" y="468893"/>
                  <a:pt x="5826267" y="455094"/>
                  <a:pt x="5818502" y="447345"/>
                </a:cubicBezTo>
                <a:close/>
                <a:moveTo>
                  <a:pt x="5539698" y="447281"/>
                </a:moveTo>
                <a:cubicBezTo>
                  <a:pt x="5531946" y="455031"/>
                  <a:pt x="5542167" y="468829"/>
                  <a:pt x="5567775" y="494445"/>
                </a:cubicBezTo>
                <a:cubicBezTo>
                  <a:pt x="5602965" y="529626"/>
                  <a:pt x="5634215" y="553144"/>
                  <a:pt x="5661857" y="570869"/>
                </a:cubicBezTo>
                <a:lnTo>
                  <a:pt x="5661857" y="570882"/>
                </a:lnTo>
                <a:cubicBezTo>
                  <a:pt x="5663315" y="571815"/>
                  <a:pt x="5664249" y="570882"/>
                  <a:pt x="5663315" y="569424"/>
                </a:cubicBezTo>
                <a:cubicBezTo>
                  <a:pt x="5645573" y="541788"/>
                  <a:pt x="5622063" y="510546"/>
                  <a:pt x="5586873" y="475364"/>
                </a:cubicBezTo>
                <a:cubicBezTo>
                  <a:pt x="5561264" y="449749"/>
                  <a:pt x="5547450" y="439531"/>
                  <a:pt x="5539698" y="447281"/>
                </a:cubicBezTo>
                <a:close/>
                <a:moveTo>
                  <a:pt x="0" y="0"/>
                </a:moveTo>
                <a:lnTo>
                  <a:pt x="7047465" y="0"/>
                </a:lnTo>
                <a:lnTo>
                  <a:pt x="7047465" y="4925436"/>
                </a:lnTo>
                <a:lnTo>
                  <a:pt x="1325965" y="5936138"/>
                </a:lnTo>
                <a:cubicBezTo>
                  <a:pt x="1177425" y="5962377"/>
                  <a:pt x="1035739" y="5863234"/>
                  <a:pt x="1009499" y="5714695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3A4B66C8-E9DA-F2F0-71F7-900E608AC6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5426357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E508604-512E-A2EC-5D3F-43E20948B546}"/>
              </a:ext>
            </a:extLst>
          </p:cNvPr>
          <p:cNvSpPr/>
          <p:nvPr userDrawn="1"/>
        </p:nvSpPr>
        <p:spPr>
          <a:xfrm>
            <a:off x="10244031" y="0"/>
            <a:ext cx="1947970" cy="1376363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01948D-EE55-A777-DF7E-0C28A848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E66CE5-6E4E-254F-BACD-C75F7D6843BB}" type="datetime1"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FD7DB9-9267-EDBC-EB1C-5F7A525B2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D207B8-0A3D-ECE3-7B59-A6218679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3652864-A7F6-3A7E-5C2E-CAE4529350E2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F15C8C-0F79-3FB9-1CF1-70496DFF955A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13AF55-06C4-E714-A433-F93F7EFF65F0}"/>
              </a:ext>
            </a:extLst>
          </p:cNvPr>
          <p:cNvSpPr txBox="1"/>
          <p:nvPr userDrawn="1"/>
        </p:nvSpPr>
        <p:spPr>
          <a:xfrm>
            <a:off x="294886" y="-328141"/>
            <a:ext cx="110884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6600" b="0" i="0" u="none" strike="noStrike" kern="1200" cap="none" spc="0" normalizeH="0" baseline="0" noProof="0" dirty="0">
                <a:ln w="12700">
                  <a:solidFill>
                    <a:schemeClr val="accent2"/>
                  </a:solidFill>
                </a:ln>
                <a:noFill/>
                <a:effectLst/>
                <a:uLnTx/>
                <a:uFillTx/>
                <a:latin typeface="BarmeniaGothaer Offc Medium" panose="020B0603020204020204" pitchFamily="34" charset="0"/>
                <a:ea typeface="+mj-ea"/>
                <a:cs typeface="+mj-cs"/>
              </a:rPr>
              <a:t>„</a:t>
            </a:r>
            <a:endParaRPr lang="de-DE" sz="8000" dirty="0">
              <a:ln w="12700">
                <a:solidFill>
                  <a:schemeClr val="accent2"/>
                </a:solidFill>
              </a:ln>
              <a:noFill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2063DC4-92BC-157F-46C4-B4DE6099F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425" y="2569034"/>
            <a:ext cx="4763135" cy="802399"/>
          </a:xfrm>
        </p:spPr>
        <p:txBody>
          <a:bodyPr>
            <a:spAutoFit/>
          </a:bodyPr>
          <a:lstStyle>
            <a:lvl1pPr algn="l">
              <a:lnSpc>
                <a:spcPct val="90000"/>
              </a:lnSpc>
              <a:defRPr sz="3200">
                <a:solidFill>
                  <a:schemeClr val="bg1"/>
                </a:solidFill>
                <a:latin typeface="+mj-lt"/>
              </a:defRPr>
            </a:lvl1pPr>
            <a:lvl2pPr marL="171450" indent="-171450" algn="l">
              <a:buFont typeface="Symbol" pitchFamily="2" charset="2"/>
              <a:buChar char="-"/>
              <a:defRPr>
                <a:solidFill>
                  <a:schemeClr val="bg1"/>
                </a:solidFill>
                <a:latin typeface="+mn-lt"/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Zitatformat</a:t>
            </a:r>
          </a:p>
          <a:p>
            <a:pPr lvl="1"/>
            <a:r>
              <a:rPr lang="de-DE" dirty="0"/>
              <a:t>Zitatgeber</a:t>
            </a:r>
          </a:p>
        </p:txBody>
      </p:sp>
      <p:sp>
        <p:nvSpPr>
          <p:cNvPr id="2" name="Freihandform 1">
            <a:extLst>
              <a:ext uri="{FF2B5EF4-FFF2-40B4-BE49-F238E27FC236}">
                <a16:creationId xmlns:a16="http://schemas.microsoft.com/office/drawing/2014/main" id="{F6769A0B-C812-B276-421A-46FA0A9072A1}"/>
              </a:ext>
            </a:extLst>
          </p:cNvPr>
          <p:cNvSpPr/>
          <p:nvPr userDrawn="1"/>
        </p:nvSpPr>
        <p:spPr>
          <a:xfrm rot="21421220">
            <a:off x="6021668" y="-168105"/>
            <a:ext cx="6312646" cy="5968515"/>
          </a:xfrm>
          <a:custGeom>
            <a:avLst/>
            <a:gdLst>
              <a:gd name="connsiteX0" fmla="*/ 5530154 w 6312646"/>
              <a:gd name="connsiteY0" fmla="*/ 940994 h 5968515"/>
              <a:gd name="connsiteX1" fmla="*/ 5551887 w 6312646"/>
              <a:gd name="connsiteY1" fmla="*/ 966905 h 5968515"/>
              <a:gd name="connsiteX2" fmla="*/ 5527582 w 6312646"/>
              <a:gd name="connsiteY2" fmla="*/ 990419 h 5968515"/>
              <a:gd name="connsiteX3" fmla="*/ 5505848 w 6312646"/>
              <a:gd name="connsiteY3" fmla="*/ 964508 h 5968515"/>
              <a:gd name="connsiteX4" fmla="*/ 5530154 w 6312646"/>
              <a:gd name="connsiteY4" fmla="*/ 940994 h 5968515"/>
              <a:gd name="connsiteX5" fmla="*/ 5305251 w 6312646"/>
              <a:gd name="connsiteY5" fmla="*/ 929288 h 5968515"/>
              <a:gd name="connsiteX6" fmla="*/ 5326983 w 6312646"/>
              <a:gd name="connsiteY6" fmla="*/ 955198 h 5968515"/>
              <a:gd name="connsiteX7" fmla="*/ 5302678 w 6312646"/>
              <a:gd name="connsiteY7" fmla="*/ 978712 h 5968515"/>
              <a:gd name="connsiteX8" fmla="*/ 5280946 w 6312646"/>
              <a:gd name="connsiteY8" fmla="*/ 952802 h 5968515"/>
              <a:gd name="connsiteX9" fmla="*/ 5305251 w 6312646"/>
              <a:gd name="connsiteY9" fmla="*/ 929288 h 5968515"/>
              <a:gd name="connsiteX10" fmla="*/ 5620107 w 6312646"/>
              <a:gd name="connsiteY10" fmla="*/ 944754 h 5968515"/>
              <a:gd name="connsiteX11" fmla="*/ 5639449 w 6312646"/>
              <a:gd name="connsiteY11" fmla="*/ 962947 h 5968515"/>
              <a:gd name="connsiteX12" fmla="*/ 5598674 w 6312646"/>
              <a:gd name="connsiteY12" fmla="*/ 960824 h 5968515"/>
              <a:gd name="connsiteX13" fmla="*/ 5620107 w 6312646"/>
              <a:gd name="connsiteY13" fmla="*/ 944754 h 5968515"/>
              <a:gd name="connsiteX14" fmla="*/ 5708637 w 6312646"/>
              <a:gd name="connsiteY14" fmla="*/ 934021 h 5968515"/>
              <a:gd name="connsiteX15" fmla="*/ 5686191 w 6312646"/>
              <a:gd name="connsiteY15" fmla="*/ 948643 h 5968515"/>
              <a:gd name="connsiteX16" fmla="*/ 5686939 w 6312646"/>
              <a:gd name="connsiteY16" fmla="*/ 934275 h 5968515"/>
              <a:gd name="connsiteX17" fmla="*/ 5669335 w 6312646"/>
              <a:gd name="connsiteY17" fmla="*/ 933359 h 5968515"/>
              <a:gd name="connsiteX18" fmla="*/ 5665220 w 6312646"/>
              <a:gd name="connsiteY18" fmla="*/ 1012425 h 5968515"/>
              <a:gd name="connsiteX19" fmla="*/ 5665219 w 6312646"/>
              <a:gd name="connsiteY19" fmla="*/ 1012451 h 5968515"/>
              <a:gd name="connsiteX20" fmla="*/ 5682822 w 6312646"/>
              <a:gd name="connsiteY20" fmla="*/ 1013367 h 5968515"/>
              <a:gd name="connsiteX21" fmla="*/ 5685065 w 6312646"/>
              <a:gd name="connsiteY21" fmla="*/ 970277 h 5968515"/>
              <a:gd name="connsiteX22" fmla="*/ 5705529 w 6312646"/>
              <a:gd name="connsiteY22" fmla="*/ 952133 h 5968515"/>
              <a:gd name="connsiteX23" fmla="*/ 5709387 w 6312646"/>
              <a:gd name="connsiteY23" fmla="*/ 952334 h 5968515"/>
              <a:gd name="connsiteX24" fmla="*/ 5710336 w 6312646"/>
              <a:gd name="connsiteY24" fmla="*/ 934110 h 5968515"/>
              <a:gd name="connsiteX25" fmla="*/ 5527487 w 6312646"/>
              <a:gd name="connsiteY25" fmla="*/ 923836 h 5968515"/>
              <a:gd name="connsiteX26" fmla="*/ 5487632 w 6312646"/>
              <a:gd name="connsiteY26" fmla="*/ 963573 h 5968515"/>
              <a:gd name="connsiteX27" fmla="*/ 5523146 w 6312646"/>
              <a:gd name="connsiteY27" fmla="*/ 1007232 h 5968515"/>
              <a:gd name="connsiteX28" fmla="*/ 5550511 w 6312646"/>
              <a:gd name="connsiteY28" fmla="*/ 993328 h 5968515"/>
              <a:gd name="connsiteX29" fmla="*/ 5549828 w 6312646"/>
              <a:gd name="connsiteY29" fmla="*/ 1006457 h 5968515"/>
              <a:gd name="connsiteX30" fmla="*/ 5567444 w 6312646"/>
              <a:gd name="connsiteY30" fmla="*/ 1007374 h 5968515"/>
              <a:gd name="connsiteX31" fmla="*/ 5571560 w 6312646"/>
              <a:gd name="connsiteY31" fmla="*/ 928308 h 5968515"/>
              <a:gd name="connsiteX32" fmla="*/ 5553944 w 6312646"/>
              <a:gd name="connsiteY32" fmla="*/ 927391 h 5968515"/>
              <a:gd name="connsiteX33" fmla="*/ 5553261 w 6312646"/>
              <a:gd name="connsiteY33" fmla="*/ 940507 h 5968515"/>
              <a:gd name="connsiteX34" fmla="*/ 5527487 w 6312646"/>
              <a:gd name="connsiteY34" fmla="*/ 923836 h 5968515"/>
              <a:gd name="connsiteX35" fmla="*/ 5306135 w 6312646"/>
              <a:gd name="connsiteY35" fmla="*/ 912302 h 5968515"/>
              <a:gd name="connsiteX36" fmla="*/ 5262716 w 6312646"/>
              <a:gd name="connsiteY36" fmla="*/ 951853 h 5968515"/>
              <a:gd name="connsiteX37" fmla="*/ 5301794 w 6312646"/>
              <a:gd name="connsiteY37" fmla="*/ 995698 h 5968515"/>
              <a:gd name="connsiteX38" fmla="*/ 5345213 w 6312646"/>
              <a:gd name="connsiteY38" fmla="*/ 956147 h 5968515"/>
              <a:gd name="connsiteX39" fmla="*/ 5306135 w 6312646"/>
              <a:gd name="connsiteY39" fmla="*/ 912302 h 5968515"/>
              <a:gd name="connsiteX40" fmla="*/ 5620956 w 6312646"/>
              <a:gd name="connsiteY40" fmla="*/ 928676 h 5968515"/>
              <a:gd name="connsiteX41" fmla="*/ 5579710 w 6312646"/>
              <a:gd name="connsiteY41" fmla="*/ 968340 h 5968515"/>
              <a:gd name="connsiteX42" fmla="*/ 5579696 w 6312646"/>
              <a:gd name="connsiteY42" fmla="*/ 968352 h 5968515"/>
              <a:gd name="connsiteX43" fmla="*/ 5617995 w 6312646"/>
              <a:gd name="connsiteY43" fmla="*/ 1012157 h 5968515"/>
              <a:gd name="connsiteX44" fmla="*/ 5653372 w 6312646"/>
              <a:gd name="connsiteY44" fmla="*/ 996185 h 5968515"/>
              <a:gd name="connsiteX45" fmla="*/ 5641856 w 6312646"/>
              <a:gd name="connsiteY45" fmla="*/ 985367 h 5968515"/>
              <a:gd name="connsiteX46" fmla="*/ 5618844 w 6312646"/>
              <a:gd name="connsiteY46" fmla="*/ 996091 h 5968515"/>
              <a:gd name="connsiteX47" fmla="*/ 5597488 w 6312646"/>
              <a:gd name="connsiteY47" fmla="*/ 975002 h 5968515"/>
              <a:gd name="connsiteX48" fmla="*/ 5656645 w 6312646"/>
              <a:gd name="connsiteY48" fmla="*/ 978082 h 5968515"/>
              <a:gd name="connsiteX49" fmla="*/ 5657443 w 6312646"/>
              <a:gd name="connsiteY49" fmla="*/ 971618 h 5968515"/>
              <a:gd name="connsiteX50" fmla="*/ 5620956 w 6312646"/>
              <a:gd name="connsiteY50" fmla="*/ 928676 h 5968515"/>
              <a:gd name="connsiteX51" fmla="*/ 5383207 w 6312646"/>
              <a:gd name="connsiteY51" fmla="*/ 895555 h 5968515"/>
              <a:gd name="connsiteX52" fmla="*/ 5365309 w 6312646"/>
              <a:gd name="connsiteY52" fmla="*/ 900041 h 5968515"/>
              <a:gd name="connsiteX53" fmla="*/ 5364401 w 6312646"/>
              <a:gd name="connsiteY53" fmla="*/ 917486 h 5968515"/>
              <a:gd name="connsiteX54" fmla="*/ 5349111 w 6312646"/>
              <a:gd name="connsiteY54" fmla="*/ 916690 h 5968515"/>
              <a:gd name="connsiteX55" fmla="*/ 5348323 w 6312646"/>
              <a:gd name="connsiteY55" fmla="*/ 931824 h 5968515"/>
              <a:gd name="connsiteX56" fmla="*/ 5363613 w 6312646"/>
              <a:gd name="connsiteY56" fmla="*/ 932620 h 5968515"/>
              <a:gd name="connsiteX57" fmla="*/ 5361596 w 6312646"/>
              <a:gd name="connsiteY57" fmla="*/ 971381 h 5968515"/>
              <a:gd name="connsiteX58" fmla="*/ 5385682 w 6312646"/>
              <a:gd name="connsiteY58" fmla="*/ 999578 h 5968515"/>
              <a:gd name="connsiteX59" fmla="*/ 5397188 w 6312646"/>
              <a:gd name="connsiteY59" fmla="*/ 998781 h 5968515"/>
              <a:gd name="connsiteX60" fmla="*/ 5397199 w 6312646"/>
              <a:gd name="connsiteY60" fmla="*/ 998807 h 5968515"/>
              <a:gd name="connsiteX61" fmla="*/ 5397971 w 6312646"/>
              <a:gd name="connsiteY61" fmla="*/ 983980 h 5968515"/>
              <a:gd name="connsiteX62" fmla="*/ 5391304 w 6312646"/>
              <a:gd name="connsiteY62" fmla="*/ 984094 h 5968515"/>
              <a:gd name="connsiteX63" fmla="*/ 5379300 w 6312646"/>
              <a:gd name="connsiteY63" fmla="*/ 970612 h 5968515"/>
              <a:gd name="connsiteX64" fmla="*/ 5381229 w 6312646"/>
              <a:gd name="connsiteY64" fmla="*/ 933550 h 5968515"/>
              <a:gd name="connsiteX65" fmla="*/ 5400544 w 6312646"/>
              <a:gd name="connsiteY65" fmla="*/ 934555 h 5968515"/>
              <a:gd name="connsiteX66" fmla="*/ 5401332 w 6312646"/>
              <a:gd name="connsiteY66" fmla="*/ 919421 h 5968515"/>
              <a:gd name="connsiteX67" fmla="*/ 5382017 w 6312646"/>
              <a:gd name="connsiteY67" fmla="*/ 918416 h 5968515"/>
              <a:gd name="connsiteX68" fmla="*/ 5414595 w 6312646"/>
              <a:gd name="connsiteY68" fmla="*/ 891004 h 5968515"/>
              <a:gd name="connsiteX69" fmla="*/ 5408967 w 6312646"/>
              <a:gd name="connsiteY69" fmla="*/ 999112 h 5968515"/>
              <a:gd name="connsiteX70" fmla="*/ 5426558 w 6312646"/>
              <a:gd name="connsiteY70" fmla="*/ 1000028 h 5968515"/>
              <a:gd name="connsiteX71" fmla="*/ 5429001 w 6312646"/>
              <a:gd name="connsiteY71" fmla="*/ 953081 h 5968515"/>
              <a:gd name="connsiteX72" fmla="*/ 5446358 w 6312646"/>
              <a:gd name="connsiteY72" fmla="*/ 935096 h 5968515"/>
              <a:gd name="connsiteX73" fmla="*/ 5460894 w 6312646"/>
              <a:gd name="connsiteY73" fmla="*/ 953345 h 5968515"/>
              <a:gd name="connsiteX74" fmla="*/ 5458378 w 6312646"/>
              <a:gd name="connsiteY74" fmla="*/ 1001684 h 5968515"/>
              <a:gd name="connsiteX75" fmla="*/ 5475994 w 6312646"/>
              <a:gd name="connsiteY75" fmla="*/ 1002601 h 5968515"/>
              <a:gd name="connsiteX76" fmla="*/ 5478671 w 6312646"/>
              <a:gd name="connsiteY76" fmla="*/ 951172 h 5968515"/>
              <a:gd name="connsiteX77" fmla="*/ 5454431 w 6312646"/>
              <a:gd name="connsiteY77" fmla="*/ 920021 h 5968515"/>
              <a:gd name="connsiteX78" fmla="*/ 5430140 w 6312646"/>
              <a:gd name="connsiteY78" fmla="*/ 931460 h 5968515"/>
              <a:gd name="connsiteX79" fmla="*/ 5432198 w 6312646"/>
              <a:gd name="connsiteY79" fmla="*/ 891920 h 5968515"/>
              <a:gd name="connsiteX80" fmla="*/ 5207225 w 6312646"/>
              <a:gd name="connsiteY80" fmla="*/ 878353 h 5968515"/>
              <a:gd name="connsiteX81" fmla="*/ 5149926 w 6312646"/>
              <a:gd name="connsiteY81" fmla="*/ 931588 h 5968515"/>
              <a:gd name="connsiteX82" fmla="*/ 5199063 w 6312646"/>
              <a:gd name="connsiteY82" fmla="*/ 990363 h 5968515"/>
              <a:gd name="connsiteX83" fmla="*/ 5232959 w 6312646"/>
              <a:gd name="connsiteY83" fmla="*/ 976018 h 5968515"/>
              <a:gd name="connsiteX84" fmla="*/ 5232236 w 6312646"/>
              <a:gd name="connsiteY84" fmla="*/ 989913 h 5968515"/>
              <a:gd name="connsiteX85" fmla="*/ 5250158 w 6312646"/>
              <a:gd name="connsiteY85" fmla="*/ 990846 h 5968515"/>
              <a:gd name="connsiteX86" fmla="*/ 5253117 w 6312646"/>
              <a:gd name="connsiteY86" fmla="*/ 934014 h 5968515"/>
              <a:gd name="connsiteX87" fmla="*/ 5206311 w 6312646"/>
              <a:gd name="connsiteY87" fmla="*/ 931578 h 5968515"/>
              <a:gd name="connsiteX88" fmla="*/ 5205394 w 6312646"/>
              <a:gd name="connsiteY88" fmla="*/ 949189 h 5968515"/>
              <a:gd name="connsiteX89" fmla="*/ 5232731 w 6312646"/>
              <a:gd name="connsiteY89" fmla="*/ 950612 h 5968515"/>
              <a:gd name="connsiteX90" fmla="*/ 5202356 w 6312646"/>
              <a:gd name="connsiteY90" fmla="*/ 971646 h 5968515"/>
              <a:gd name="connsiteX91" fmla="*/ 5170926 w 6312646"/>
              <a:gd name="connsiteY91" fmla="*/ 932694 h 5968515"/>
              <a:gd name="connsiteX92" fmla="*/ 5206230 w 6312646"/>
              <a:gd name="connsiteY92" fmla="*/ 897216 h 5968515"/>
              <a:gd name="connsiteX93" fmla="*/ 5234709 w 6312646"/>
              <a:gd name="connsiteY93" fmla="*/ 915576 h 5968515"/>
              <a:gd name="connsiteX94" fmla="*/ 5251971 w 6312646"/>
              <a:gd name="connsiteY94" fmla="*/ 905321 h 5968515"/>
              <a:gd name="connsiteX95" fmla="*/ 5207211 w 6312646"/>
              <a:gd name="connsiteY95" fmla="*/ 878365 h 5968515"/>
              <a:gd name="connsiteX96" fmla="*/ 4931941 w 6312646"/>
              <a:gd name="connsiteY96" fmla="*/ 859068 h 5968515"/>
              <a:gd name="connsiteX97" fmla="*/ 4931949 w 6312646"/>
              <a:gd name="connsiteY97" fmla="*/ 859074 h 5968515"/>
              <a:gd name="connsiteX98" fmla="*/ 4930422 w 6312646"/>
              <a:gd name="connsiteY98" fmla="*/ 860449 h 5968515"/>
              <a:gd name="connsiteX99" fmla="*/ 5001872 w 6312646"/>
              <a:gd name="connsiteY99" fmla="*/ 958355 h 5968515"/>
              <a:gd name="connsiteX100" fmla="*/ 5047524 w 6312646"/>
              <a:gd name="connsiteY100" fmla="*/ 988840 h 5968515"/>
              <a:gd name="connsiteX101" fmla="*/ 5021923 w 6312646"/>
              <a:gd name="connsiteY101" fmla="*/ 940280 h 5968515"/>
              <a:gd name="connsiteX102" fmla="*/ 4974446 w 6312646"/>
              <a:gd name="connsiteY102" fmla="*/ 892989 h 5968515"/>
              <a:gd name="connsiteX103" fmla="*/ 4931949 w 6312646"/>
              <a:gd name="connsiteY103" fmla="*/ 859074 h 5968515"/>
              <a:gd name="connsiteX104" fmla="*/ 4931954 w 6312646"/>
              <a:gd name="connsiteY104" fmla="*/ 859069 h 5968515"/>
              <a:gd name="connsiteX105" fmla="*/ 4828570 w 6312646"/>
              <a:gd name="connsiteY105" fmla="*/ 840690 h 5968515"/>
              <a:gd name="connsiteX106" fmla="*/ 4795681 w 6312646"/>
              <a:gd name="connsiteY106" fmla="*/ 850695 h 5968515"/>
              <a:gd name="connsiteX107" fmla="*/ 4827353 w 6312646"/>
              <a:gd name="connsiteY107" fmla="*/ 864061 h 5968515"/>
              <a:gd name="connsiteX108" fmla="*/ 4890314 w 6312646"/>
              <a:gd name="connsiteY108" fmla="*/ 859552 h 5968515"/>
              <a:gd name="connsiteX109" fmla="*/ 4799381 w 6312646"/>
              <a:gd name="connsiteY109" fmla="*/ 929733 h 5968515"/>
              <a:gd name="connsiteX110" fmla="*/ 4768622 w 6312646"/>
              <a:gd name="connsiteY110" fmla="*/ 974361 h 5968515"/>
              <a:gd name="connsiteX111" fmla="*/ 4816683 w 6312646"/>
              <a:gd name="connsiteY111" fmla="*/ 948728 h 5968515"/>
              <a:gd name="connsiteX112" fmla="*/ 4896674 w 6312646"/>
              <a:gd name="connsiteY112" fmla="*/ 866542 h 5968515"/>
              <a:gd name="connsiteX113" fmla="*/ 4885637 w 6312646"/>
              <a:gd name="connsiteY113" fmla="*/ 928729 h 5968515"/>
              <a:gd name="connsiteX114" fmla="*/ 4895645 w 6312646"/>
              <a:gd name="connsiteY114" fmla="*/ 961598 h 5968515"/>
              <a:gd name="connsiteX115" fmla="*/ 4909014 w 6312646"/>
              <a:gd name="connsiteY115" fmla="*/ 929946 h 5968515"/>
              <a:gd name="connsiteX116" fmla="*/ 4902025 w 6312646"/>
              <a:gd name="connsiteY116" fmla="*/ 856269 h 5968515"/>
              <a:gd name="connsiteX117" fmla="*/ 4901672 w 6312646"/>
              <a:gd name="connsiteY117" fmla="*/ 855661 h 5968515"/>
              <a:gd name="connsiteX118" fmla="*/ 4901660 w 6312646"/>
              <a:gd name="connsiteY118" fmla="*/ 855648 h 5968515"/>
              <a:gd name="connsiteX119" fmla="*/ 4901141 w 6312646"/>
              <a:gd name="connsiteY119" fmla="*/ 855288 h 5968515"/>
              <a:gd name="connsiteX120" fmla="*/ 4828570 w 6312646"/>
              <a:gd name="connsiteY120" fmla="*/ 840690 h 5968515"/>
              <a:gd name="connsiteX121" fmla="*/ 5015852 w 6312646"/>
              <a:gd name="connsiteY121" fmla="*/ 837414 h 5968515"/>
              <a:gd name="connsiteX122" fmla="*/ 4935784 w 6312646"/>
              <a:gd name="connsiteY122" fmla="*/ 844068 h 5968515"/>
              <a:gd name="connsiteX123" fmla="*/ 4935691 w 6312646"/>
              <a:gd name="connsiteY123" fmla="*/ 845856 h 5968515"/>
              <a:gd name="connsiteX124" fmla="*/ 5014636 w 6312646"/>
              <a:gd name="connsiteY124" fmla="*/ 860773 h 5968515"/>
              <a:gd name="connsiteX125" fmla="*/ 5050335 w 6312646"/>
              <a:gd name="connsiteY125" fmla="*/ 850927 h 5968515"/>
              <a:gd name="connsiteX126" fmla="*/ 5015852 w 6312646"/>
              <a:gd name="connsiteY126" fmla="*/ 837414 h 5968515"/>
              <a:gd name="connsiteX127" fmla="*/ 5184468 w 6312646"/>
              <a:gd name="connsiteY127" fmla="*/ 785721 h 5968515"/>
              <a:gd name="connsiteX128" fmla="*/ 5215369 w 6312646"/>
              <a:gd name="connsiteY128" fmla="*/ 787330 h 5968515"/>
              <a:gd name="connsiteX129" fmla="*/ 5231466 w 6312646"/>
              <a:gd name="connsiteY129" fmla="*/ 802421 h 5968515"/>
              <a:gd name="connsiteX130" fmla="*/ 5213890 w 6312646"/>
              <a:gd name="connsiteY130" fmla="*/ 815759 h 5968515"/>
              <a:gd name="connsiteX131" fmla="*/ 5213890 w 6312646"/>
              <a:gd name="connsiteY131" fmla="*/ 815746 h 5968515"/>
              <a:gd name="connsiteX132" fmla="*/ 5182989 w 6312646"/>
              <a:gd name="connsiteY132" fmla="*/ 814137 h 5968515"/>
              <a:gd name="connsiteX133" fmla="*/ 5766204 w 6312646"/>
              <a:gd name="connsiteY133" fmla="*/ 798343 h 5968515"/>
              <a:gd name="connsiteX134" fmla="*/ 5787936 w 6312646"/>
              <a:gd name="connsiteY134" fmla="*/ 824253 h 5968515"/>
              <a:gd name="connsiteX135" fmla="*/ 5763631 w 6312646"/>
              <a:gd name="connsiteY135" fmla="*/ 847767 h 5968515"/>
              <a:gd name="connsiteX136" fmla="*/ 5741899 w 6312646"/>
              <a:gd name="connsiteY136" fmla="*/ 821857 h 5968515"/>
              <a:gd name="connsiteX137" fmla="*/ 5766204 w 6312646"/>
              <a:gd name="connsiteY137" fmla="*/ 798343 h 5968515"/>
              <a:gd name="connsiteX138" fmla="*/ 5304032 w 6312646"/>
              <a:gd name="connsiteY138" fmla="*/ 774286 h 5968515"/>
              <a:gd name="connsiteX139" fmla="*/ 5325765 w 6312646"/>
              <a:gd name="connsiteY139" fmla="*/ 800196 h 5968515"/>
              <a:gd name="connsiteX140" fmla="*/ 5301460 w 6312646"/>
              <a:gd name="connsiteY140" fmla="*/ 823710 h 5968515"/>
              <a:gd name="connsiteX141" fmla="*/ 5279727 w 6312646"/>
              <a:gd name="connsiteY141" fmla="*/ 797800 h 5968515"/>
              <a:gd name="connsiteX142" fmla="*/ 5304032 w 6312646"/>
              <a:gd name="connsiteY142" fmla="*/ 774286 h 5968515"/>
              <a:gd name="connsiteX143" fmla="*/ 5568685 w 6312646"/>
              <a:gd name="connsiteY143" fmla="*/ 787139 h 5968515"/>
              <a:gd name="connsiteX144" fmla="*/ 5588028 w 6312646"/>
              <a:gd name="connsiteY144" fmla="*/ 805332 h 5968515"/>
              <a:gd name="connsiteX145" fmla="*/ 5547253 w 6312646"/>
              <a:gd name="connsiteY145" fmla="*/ 803209 h 5968515"/>
              <a:gd name="connsiteX146" fmla="*/ 5568685 w 6312646"/>
              <a:gd name="connsiteY146" fmla="*/ 787139 h 5968515"/>
              <a:gd name="connsiteX147" fmla="*/ 5697930 w 6312646"/>
              <a:gd name="connsiteY147" fmla="*/ 779934 h 5968515"/>
              <a:gd name="connsiteX148" fmla="*/ 5693815 w 6312646"/>
              <a:gd name="connsiteY148" fmla="*/ 859001 h 5968515"/>
              <a:gd name="connsiteX149" fmla="*/ 5711430 w 6312646"/>
              <a:gd name="connsiteY149" fmla="*/ 859918 h 5968515"/>
              <a:gd name="connsiteX150" fmla="*/ 5715545 w 6312646"/>
              <a:gd name="connsiteY150" fmla="*/ 780851 h 5968515"/>
              <a:gd name="connsiteX151" fmla="*/ 5398332 w 6312646"/>
              <a:gd name="connsiteY151" fmla="*/ 762944 h 5968515"/>
              <a:gd name="connsiteX152" fmla="*/ 5375885 w 6312646"/>
              <a:gd name="connsiteY152" fmla="*/ 777578 h 5968515"/>
              <a:gd name="connsiteX153" fmla="*/ 5376633 w 6312646"/>
              <a:gd name="connsiteY153" fmla="*/ 763210 h 5968515"/>
              <a:gd name="connsiteX154" fmla="*/ 5359017 w 6312646"/>
              <a:gd name="connsiteY154" fmla="*/ 762293 h 5968515"/>
              <a:gd name="connsiteX155" fmla="*/ 5354902 w 6312646"/>
              <a:gd name="connsiteY155" fmla="*/ 841360 h 5968515"/>
              <a:gd name="connsiteX156" fmla="*/ 5372518 w 6312646"/>
              <a:gd name="connsiteY156" fmla="*/ 842277 h 5968515"/>
              <a:gd name="connsiteX157" fmla="*/ 5374761 w 6312646"/>
              <a:gd name="connsiteY157" fmla="*/ 799186 h 5968515"/>
              <a:gd name="connsiteX158" fmla="*/ 5395225 w 6312646"/>
              <a:gd name="connsiteY158" fmla="*/ 781056 h 5968515"/>
              <a:gd name="connsiteX159" fmla="*/ 5399083 w 6312646"/>
              <a:gd name="connsiteY159" fmla="*/ 781256 h 5968515"/>
              <a:gd name="connsiteX160" fmla="*/ 5400031 w 6312646"/>
              <a:gd name="connsiteY160" fmla="*/ 763032 h 5968515"/>
              <a:gd name="connsiteX161" fmla="*/ 5763536 w 6312646"/>
              <a:gd name="connsiteY161" fmla="*/ 781185 h 5968515"/>
              <a:gd name="connsiteX162" fmla="*/ 5723669 w 6312646"/>
              <a:gd name="connsiteY162" fmla="*/ 820921 h 5968515"/>
              <a:gd name="connsiteX163" fmla="*/ 5759195 w 6312646"/>
              <a:gd name="connsiteY163" fmla="*/ 864581 h 5968515"/>
              <a:gd name="connsiteX164" fmla="*/ 5786561 w 6312646"/>
              <a:gd name="connsiteY164" fmla="*/ 850677 h 5968515"/>
              <a:gd name="connsiteX165" fmla="*/ 5785877 w 6312646"/>
              <a:gd name="connsiteY165" fmla="*/ 863806 h 5968515"/>
              <a:gd name="connsiteX166" fmla="*/ 5803481 w 6312646"/>
              <a:gd name="connsiteY166" fmla="*/ 864722 h 5968515"/>
              <a:gd name="connsiteX167" fmla="*/ 5807596 w 6312646"/>
              <a:gd name="connsiteY167" fmla="*/ 785655 h 5968515"/>
              <a:gd name="connsiteX168" fmla="*/ 5789993 w 6312646"/>
              <a:gd name="connsiteY168" fmla="*/ 784739 h 5968515"/>
              <a:gd name="connsiteX169" fmla="*/ 5789310 w 6312646"/>
              <a:gd name="connsiteY169" fmla="*/ 797855 h 5968515"/>
              <a:gd name="connsiteX170" fmla="*/ 5763536 w 6312646"/>
              <a:gd name="connsiteY170" fmla="*/ 781185 h 5968515"/>
              <a:gd name="connsiteX171" fmla="*/ 5301352 w 6312646"/>
              <a:gd name="connsiteY171" fmla="*/ 757127 h 5968515"/>
              <a:gd name="connsiteX172" fmla="*/ 5261484 w 6312646"/>
              <a:gd name="connsiteY172" fmla="*/ 796863 h 5968515"/>
              <a:gd name="connsiteX173" fmla="*/ 5297011 w 6312646"/>
              <a:gd name="connsiteY173" fmla="*/ 840523 h 5968515"/>
              <a:gd name="connsiteX174" fmla="*/ 5324377 w 6312646"/>
              <a:gd name="connsiteY174" fmla="*/ 826619 h 5968515"/>
              <a:gd name="connsiteX175" fmla="*/ 5323693 w 6312646"/>
              <a:gd name="connsiteY175" fmla="*/ 839748 h 5968515"/>
              <a:gd name="connsiteX176" fmla="*/ 5341296 w 6312646"/>
              <a:gd name="connsiteY176" fmla="*/ 840664 h 5968515"/>
              <a:gd name="connsiteX177" fmla="*/ 5345412 w 6312646"/>
              <a:gd name="connsiteY177" fmla="*/ 761598 h 5968515"/>
              <a:gd name="connsiteX178" fmla="*/ 5327809 w 6312646"/>
              <a:gd name="connsiteY178" fmla="*/ 760681 h 5968515"/>
              <a:gd name="connsiteX179" fmla="*/ 5327126 w 6312646"/>
              <a:gd name="connsiteY179" fmla="*/ 773797 h 5968515"/>
              <a:gd name="connsiteX180" fmla="*/ 5301352 w 6312646"/>
              <a:gd name="connsiteY180" fmla="*/ 757127 h 5968515"/>
              <a:gd name="connsiteX181" fmla="*/ 5659274 w 6312646"/>
              <a:gd name="connsiteY181" fmla="*/ 775745 h 5968515"/>
              <a:gd name="connsiteX182" fmla="*/ 5634981 w 6312646"/>
              <a:gd name="connsiteY182" fmla="*/ 787184 h 5968515"/>
              <a:gd name="connsiteX183" fmla="*/ 5635528 w 6312646"/>
              <a:gd name="connsiteY183" fmla="*/ 776686 h 5968515"/>
              <a:gd name="connsiteX184" fmla="*/ 5617926 w 6312646"/>
              <a:gd name="connsiteY184" fmla="*/ 775770 h 5968515"/>
              <a:gd name="connsiteX185" fmla="*/ 5613810 w 6312646"/>
              <a:gd name="connsiteY185" fmla="*/ 854836 h 5968515"/>
              <a:gd name="connsiteX186" fmla="*/ 5631400 w 6312646"/>
              <a:gd name="connsiteY186" fmla="*/ 855752 h 5968515"/>
              <a:gd name="connsiteX187" fmla="*/ 5633844 w 6312646"/>
              <a:gd name="connsiteY187" fmla="*/ 808805 h 5968515"/>
              <a:gd name="connsiteX188" fmla="*/ 5651200 w 6312646"/>
              <a:gd name="connsiteY188" fmla="*/ 790820 h 5968515"/>
              <a:gd name="connsiteX189" fmla="*/ 5665736 w 6312646"/>
              <a:gd name="connsiteY189" fmla="*/ 809069 h 5968515"/>
              <a:gd name="connsiteX190" fmla="*/ 5663220 w 6312646"/>
              <a:gd name="connsiteY190" fmla="*/ 857408 h 5968515"/>
              <a:gd name="connsiteX191" fmla="*/ 5680836 w 6312646"/>
              <a:gd name="connsiteY191" fmla="*/ 858325 h 5968515"/>
              <a:gd name="connsiteX192" fmla="*/ 5683513 w 6312646"/>
              <a:gd name="connsiteY192" fmla="*/ 806895 h 5968515"/>
              <a:gd name="connsiteX193" fmla="*/ 5659274 w 6312646"/>
              <a:gd name="connsiteY193" fmla="*/ 775745 h 5968515"/>
              <a:gd name="connsiteX194" fmla="*/ 5569534 w 6312646"/>
              <a:gd name="connsiteY194" fmla="*/ 771074 h 5968515"/>
              <a:gd name="connsiteX195" fmla="*/ 5528275 w 6312646"/>
              <a:gd name="connsiteY195" fmla="*/ 810737 h 5968515"/>
              <a:gd name="connsiteX196" fmla="*/ 5566573 w 6312646"/>
              <a:gd name="connsiteY196" fmla="*/ 854542 h 5968515"/>
              <a:gd name="connsiteX197" fmla="*/ 5601951 w 6312646"/>
              <a:gd name="connsiteY197" fmla="*/ 838570 h 5968515"/>
              <a:gd name="connsiteX198" fmla="*/ 5590434 w 6312646"/>
              <a:gd name="connsiteY198" fmla="*/ 827752 h 5968515"/>
              <a:gd name="connsiteX199" fmla="*/ 5567423 w 6312646"/>
              <a:gd name="connsiteY199" fmla="*/ 838476 h 5968515"/>
              <a:gd name="connsiteX200" fmla="*/ 5546066 w 6312646"/>
              <a:gd name="connsiteY200" fmla="*/ 817387 h 5968515"/>
              <a:gd name="connsiteX201" fmla="*/ 5605223 w 6312646"/>
              <a:gd name="connsiteY201" fmla="*/ 820467 h 5968515"/>
              <a:gd name="connsiteX202" fmla="*/ 5606021 w 6312646"/>
              <a:gd name="connsiteY202" fmla="*/ 814003 h 5968515"/>
              <a:gd name="connsiteX203" fmla="*/ 5569534 w 6312646"/>
              <a:gd name="connsiteY203" fmla="*/ 771074 h 5968515"/>
              <a:gd name="connsiteX204" fmla="*/ 5449355 w 6312646"/>
              <a:gd name="connsiteY204" fmla="*/ 764818 h 5968515"/>
              <a:gd name="connsiteX205" fmla="*/ 5426302 w 6312646"/>
              <a:gd name="connsiteY205" fmla="*/ 776322 h 5968515"/>
              <a:gd name="connsiteX206" fmla="*/ 5426848 w 6312646"/>
              <a:gd name="connsiteY206" fmla="*/ 765824 h 5968515"/>
              <a:gd name="connsiteX207" fmla="*/ 5409233 w 6312646"/>
              <a:gd name="connsiteY207" fmla="*/ 764907 h 5968515"/>
              <a:gd name="connsiteX208" fmla="*/ 5405118 w 6312646"/>
              <a:gd name="connsiteY208" fmla="*/ 843973 h 5968515"/>
              <a:gd name="connsiteX209" fmla="*/ 5422720 w 6312646"/>
              <a:gd name="connsiteY209" fmla="*/ 844890 h 5968515"/>
              <a:gd name="connsiteX210" fmla="*/ 5425163 w 6312646"/>
              <a:gd name="connsiteY210" fmla="*/ 797943 h 5968515"/>
              <a:gd name="connsiteX211" fmla="*/ 5441281 w 6312646"/>
              <a:gd name="connsiteY211" fmla="*/ 779893 h 5968515"/>
              <a:gd name="connsiteX212" fmla="*/ 5454591 w 6312646"/>
              <a:gd name="connsiteY212" fmla="*/ 798079 h 5968515"/>
              <a:gd name="connsiteX213" fmla="*/ 5452075 w 6312646"/>
              <a:gd name="connsiteY213" fmla="*/ 846418 h 5968515"/>
              <a:gd name="connsiteX214" fmla="*/ 5469678 w 6312646"/>
              <a:gd name="connsiteY214" fmla="*/ 847334 h 5968515"/>
              <a:gd name="connsiteX215" fmla="*/ 5472210 w 6312646"/>
              <a:gd name="connsiteY215" fmla="*/ 798688 h 5968515"/>
              <a:gd name="connsiteX216" fmla="*/ 5488240 w 6312646"/>
              <a:gd name="connsiteY216" fmla="*/ 782337 h 5968515"/>
              <a:gd name="connsiteX217" fmla="*/ 5501550 w 6312646"/>
              <a:gd name="connsiteY217" fmla="*/ 800523 h 5968515"/>
              <a:gd name="connsiteX218" fmla="*/ 5499033 w 6312646"/>
              <a:gd name="connsiteY218" fmla="*/ 848862 h 5968515"/>
              <a:gd name="connsiteX219" fmla="*/ 5516649 w 6312646"/>
              <a:gd name="connsiteY219" fmla="*/ 849779 h 5968515"/>
              <a:gd name="connsiteX220" fmla="*/ 5519326 w 6312646"/>
              <a:gd name="connsiteY220" fmla="*/ 798349 h 5968515"/>
              <a:gd name="connsiteX221" fmla="*/ 5494766 w 6312646"/>
              <a:gd name="connsiteY221" fmla="*/ 767182 h 5968515"/>
              <a:gd name="connsiteX222" fmla="*/ 5470274 w 6312646"/>
              <a:gd name="connsiteY222" fmla="*/ 779533 h 5968515"/>
              <a:gd name="connsiteX223" fmla="*/ 5449355 w 6312646"/>
              <a:gd name="connsiteY223" fmla="*/ 764818 h 5968515"/>
              <a:gd name="connsiteX224" fmla="*/ 5186719 w 6312646"/>
              <a:gd name="connsiteY224" fmla="*/ 742478 h 5968515"/>
              <a:gd name="connsiteX225" fmla="*/ 5216688 w 6312646"/>
              <a:gd name="connsiteY225" fmla="*/ 744038 h 5968515"/>
              <a:gd name="connsiteX226" fmla="*/ 5231174 w 6312646"/>
              <a:gd name="connsiteY226" fmla="*/ 757329 h 5968515"/>
              <a:gd name="connsiteX227" fmla="*/ 5215385 w 6312646"/>
              <a:gd name="connsiteY227" fmla="*/ 769057 h 5968515"/>
              <a:gd name="connsiteX228" fmla="*/ 5185417 w 6312646"/>
              <a:gd name="connsiteY228" fmla="*/ 767497 h 5968515"/>
              <a:gd name="connsiteX229" fmla="*/ 4922777 w 6312646"/>
              <a:gd name="connsiteY229" fmla="*/ 719661 h 5968515"/>
              <a:gd name="connsiteX230" fmla="*/ 4909450 w 6312646"/>
              <a:gd name="connsiteY230" fmla="*/ 750777 h 5968515"/>
              <a:gd name="connsiteX231" fmla="*/ 4916503 w 6312646"/>
              <a:gd name="connsiteY231" fmla="*/ 823215 h 5968515"/>
              <a:gd name="connsiteX232" fmla="*/ 4918279 w 6312646"/>
              <a:gd name="connsiteY232" fmla="*/ 823307 h 5968515"/>
              <a:gd name="connsiteX233" fmla="*/ 4932814 w 6312646"/>
              <a:gd name="connsiteY233" fmla="*/ 751993 h 5968515"/>
              <a:gd name="connsiteX234" fmla="*/ 4922777 w 6312646"/>
              <a:gd name="connsiteY234" fmla="*/ 719661 h 5968515"/>
              <a:gd name="connsiteX235" fmla="*/ 5167586 w 6312646"/>
              <a:gd name="connsiteY235" fmla="*/ 723221 h 5968515"/>
              <a:gd name="connsiteX236" fmla="*/ 5161960 w 6312646"/>
              <a:gd name="connsiteY236" fmla="*/ 831317 h 5968515"/>
              <a:gd name="connsiteX237" fmla="*/ 5215254 w 6312646"/>
              <a:gd name="connsiteY237" fmla="*/ 834091 h 5968515"/>
              <a:gd name="connsiteX238" fmla="*/ 5252362 w 6312646"/>
              <a:gd name="connsiteY238" fmla="*/ 805519 h 5968515"/>
              <a:gd name="connsiteX239" fmla="*/ 5234863 w 6312646"/>
              <a:gd name="connsiteY239" fmla="*/ 778753 h 5968515"/>
              <a:gd name="connsiteX240" fmla="*/ 5252323 w 6312646"/>
              <a:gd name="connsiteY240" fmla="*/ 755817 h 5968515"/>
              <a:gd name="connsiteX241" fmla="*/ 5220421 w 6312646"/>
              <a:gd name="connsiteY241" fmla="*/ 725971 h 5968515"/>
              <a:gd name="connsiteX242" fmla="*/ 5708396 w 6312646"/>
              <a:gd name="connsiteY242" fmla="*/ 748413 h 5968515"/>
              <a:gd name="connsiteX243" fmla="*/ 5696852 w 6312646"/>
              <a:gd name="connsiteY243" fmla="*/ 758812 h 5968515"/>
              <a:gd name="connsiteX244" fmla="*/ 5707254 w 6312646"/>
              <a:gd name="connsiteY244" fmla="*/ 770354 h 5968515"/>
              <a:gd name="connsiteX245" fmla="*/ 5718798 w 6312646"/>
              <a:gd name="connsiteY245" fmla="*/ 759955 h 5968515"/>
              <a:gd name="connsiteX246" fmla="*/ 5708396 w 6312646"/>
              <a:gd name="connsiteY246" fmla="*/ 748413 h 5968515"/>
              <a:gd name="connsiteX247" fmla="*/ 5062091 w 6312646"/>
              <a:gd name="connsiteY247" fmla="*/ 711443 h 5968515"/>
              <a:gd name="connsiteX248" fmla="*/ 5013521 w 6312646"/>
              <a:gd name="connsiteY248" fmla="*/ 737023 h 5968515"/>
              <a:gd name="connsiteX249" fmla="*/ 4932293 w 6312646"/>
              <a:gd name="connsiteY249" fmla="*/ 826982 h 5968515"/>
              <a:gd name="connsiteX250" fmla="*/ 4933673 w 6312646"/>
              <a:gd name="connsiteY250" fmla="*/ 828514 h 5968515"/>
              <a:gd name="connsiteX251" fmla="*/ 5031600 w 6312646"/>
              <a:gd name="connsiteY251" fmla="*/ 757083 h 5968515"/>
              <a:gd name="connsiteX252" fmla="*/ 5062091 w 6312646"/>
              <a:gd name="connsiteY252" fmla="*/ 711443 h 5968515"/>
              <a:gd name="connsiteX253" fmla="*/ 4783667 w 6312646"/>
              <a:gd name="connsiteY253" fmla="*/ 696886 h 5968515"/>
              <a:gd name="connsiteX254" fmla="*/ 4809255 w 6312646"/>
              <a:gd name="connsiteY254" fmla="*/ 745446 h 5968515"/>
              <a:gd name="connsiteX255" fmla="*/ 4899237 w 6312646"/>
              <a:gd name="connsiteY255" fmla="*/ 826657 h 5968515"/>
              <a:gd name="connsiteX256" fmla="*/ 4899236 w 6312646"/>
              <a:gd name="connsiteY256" fmla="*/ 826670 h 5968515"/>
              <a:gd name="connsiteX257" fmla="*/ 4900768 w 6312646"/>
              <a:gd name="connsiteY257" fmla="*/ 825290 h 5968515"/>
              <a:gd name="connsiteX258" fmla="*/ 4829319 w 6312646"/>
              <a:gd name="connsiteY258" fmla="*/ 727384 h 5968515"/>
              <a:gd name="connsiteX259" fmla="*/ 4783667 w 6312646"/>
              <a:gd name="connsiteY259" fmla="*/ 696886 h 5968515"/>
              <a:gd name="connsiteX260" fmla="*/ 6312646 w 6312646"/>
              <a:gd name="connsiteY260" fmla="*/ 328585 h 5968515"/>
              <a:gd name="connsiteX261" fmla="*/ 6019077 w 6312646"/>
              <a:gd name="connsiteY261" fmla="*/ 5968515 h 5968515"/>
              <a:gd name="connsiteX262" fmla="*/ 273146 w 6312646"/>
              <a:gd name="connsiteY262" fmla="*/ 5968515 h 5968515"/>
              <a:gd name="connsiteX263" fmla="*/ 0 w 6312646"/>
              <a:gd name="connsiteY263" fmla="*/ 5695369 h 5968515"/>
              <a:gd name="connsiteX264" fmla="*/ 0 w 6312646"/>
              <a:gd name="connsiteY264" fmla="*/ 0 h 5968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6312646" h="5968515">
                <a:moveTo>
                  <a:pt x="5530154" y="940994"/>
                </a:moveTo>
                <a:cubicBezTo>
                  <a:pt x="5543439" y="941686"/>
                  <a:pt x="5552627" y="952690"/>
                  <a:pt x="5551887" y="966905"/>
                </a:cubicBezTo>
                <a:cubicBezTo>
                  <a:pt x="5551147" y="981119"/>
                  <a:pt x="5540867" y="991110"/>
                  <a:pt x="5527582" y="990419"/>
                </a:cubicBezTo>
                <a:cubicBezTo>
                  <a:pt x="5514297" y="989727"/>
                  <a:pt x="5505108" y="978723"/>
                  <a:pt x="5505848" y="964508"/>
                </a:cubicBezTo>
                <a:cubicBezTo>
                  <a:pt x="5506588" y="950294"/>
                  <a:pt x="5516869" y="940303"/>
                  <a:pt x="5530154" y="940994"/>
                </a:cubicBezTo>
                <a:close/>
                <a:moveTo>
                  <a:pt x="5305251" y="929288"/>
                </a:moveTo>
                <a:cubicBezTo>
                  <a:pt x="5318536" y="929979"/>
                  <a:pt x="5327723" y="940984"/>
                  <a:pt x="5326983" y="955198"/>
                </a:cubicBezTo>
                <a:cubicBezTo>
                  <a:pt x="5326243" y="969412"/>
                  <a:pt x="5315963" y="979404"/>
                  <a:pt x="5302678" y="978712"/>
                </a:cubicBezTo>
                <a:cubicBezTo>
                  <a:pt x="5289393" y="978021"/>
                  <a:pt x="5280206" y="967016"/>
                  <a:pt x="5280946" y="952802"/>
                </a:cubicBezTo>
                <a:cubicBezTo>
                  <a:pt x="5281686" y="938587"/>
                  <a:pt x="5291966" y="928596"/>
                  <a:pt x="5305251" y="929288"/>
                </a:cubicBezTo>
                <a:close/>
                <a:moveTo>
                  <a:pt x="5620107" y="944754"/>
                </a:moveTo>
                <a:cubicBezTo>
                  <a:pt x="5629994" y="945269"/>
                  <a:pt x="5637723" y="951562"/>
                  <a:pt x="5639449" y="962947"/>
                </a:cubicBezTo>
                <a:lnTo>
                  <a:pt x="5598674" y="960824"/>
                </a:lnTo>
                <a:cubicBezTo>
                  <a:pt x="5601694" y="950301"/>
                  <a:pt x="5609607" y="944208"/>
                  <a:pt x="5620107" y="944754"/>
                </a:cubicBezTo>
                <a:close/>
                <a:moveTo>
                  <a:pt x="5708637" y="934021"/>
                </a:moveTo>
                <a:cubicBezTo>
                  <a:pt x="5697051" y="933418"/>
                  <a:pt x="5689150" y="939512"/>
                  <a:pt x="5686191" y="948643"/>
                </a:cubicBezTo>
                <a:lnTo>
                  <a:pt x="5686939" y="934275"/>
                </a:lnTo>
                <a:lnTo>
                  <a:pt x="5669335" y="933359"/>
                </a:lnTo>
                <a:lnTo>
                  <a:pt x="5665220" y="1012425"/>
                </a:lnTo>
                <a:lnTo>
                  <a:pt x="5665219" y="1012451"/>
                </a:lnTo>
                <a:lnTo>
                  <a:pt x="5682822" y="1013367"/>
                </a:lnTo>
                <a:lnTo>
                  <a:pt x="5685065" y="970277"/>
                </a:lnTo>
                <a:cubicBezTo>
                  <a:pt x="5685748" y="957148"/>
                  <a:pt x="5691618" y="951409"/>
                  <a:pt x="5705529" y="952133"/>
                </a:cubicBezTo>
                <a:lnTo>
                  <a:pt x="5709387" y="952334"/>
                </a:lnTo>
                <a:lnTo>
                  <a:pt x="5710336" y="934110"/>
                </a:lnTo>
                <a:close/>
                <a:moveTo>
                  <a:pt x="5527487" y="923836"/>
                </a:moveTo>
                <a:cubicBezTo>
                  <a:pt x="5506792" y="922759"/>
                  <a:pt x="5488895" y="939320"/>
                  <a:pt x="5487632" y="963573"/>
                </a:cubicBezTo>
                <a:cubicBezTo>
                  <a:pt x="5486370" y="987825"/>
                  <a:pt x="5502451" y="1006155"/>
                  <a:pt x="5523146" y="1007232"/>
                </a:cubicBezTo>
                <a:cubicBezTo>
                  <a:pt x="5535345" y="1007867"/>
                  <a:pt x="5544739" y="1003093"/>
                  <a:pt x="5550511" y="993328"/>
                </a:cubicBezTo>
                <a:lnTo>
                  <a:pt x="5549828" y="1006457"/>
                </a:lnTo>
                <a:lnTo>
                  <a:pt x="5567444" y="1007374"/>
                </a:lnTo>
                <a:lnTo>
                  <a:pt x="5571560" y="928308"/>
                </a:lnTo>
                <a:lnTo>
                  <a:pt x="5553944" y="927391"/>
                </a:lnTo>
                <a:lnTo>
                  <a:pt x="5553261" y="940507"/>
                </a:lnTo>
                <a:cubicBezTo>
                  <a:pt x="5548534" y="930195"/>
                  <a:pt x="5539686" y="924471"/>
                  <a:pt x="5527487" y="923836"/>
                </a:cubicBezTo>
                <a:close/>
                <a:moveTo>
                  <a:pt x="5306135" y="912302"/>
                </a:moveTo>
                <a:cubicBezTo>
                  <a:pt x="5282656" y="911080"/>
                  <a:pt x="5263979" y="927600"/>
                  <a:pt x="5262716" y="951853"/>
                </a:cubicBezTo>
                <a:cubicBezTo>
                  <a:pt x="5261454" y="976105"/>
                  <a:pt x="5278315" y="994476"/>
                  <a:pt x="5301794" y="995698"/>
                </a:cubicBezTo>
                <a:cubicBezTo>
                  <a:pt x="5325273" y="996920"/>
                  <a:pt x="5343950" y="980399"/>
                  <a:pt x="5345213" y="956147"/>
                </a:cubicBezTo>
                <a:cubicBezTo>
                  <a:pt x="5346475" y="931894"/>
                  <a:pt x="5329614" y="913524"/>
                  <a:pt x="5306135" y="912302"/>
                </a:cubicBezTo>
                <a:close/>
                <a:moveTo>
                  <a:pt x="5620956" y="928676"/>
                </a:moveTo>
                <a:cubicBezTo>
                  <a:pt x="5597785" y="927470"/>
                  <a:pt x="5580964" y="944254"/>
                  <a:pt x="5579710" y="968340"/>
                </a:cubicBezTo>
                <a:lnTo>
                  <a:pt x="5579696" y="968352"/>
                </a:lnTo>
                <a:cubicBezTo>
                  <a:pt x="5578442" y="992439"/>
                  <a:pt x="5594669" y="1010943"/>
                  <a:pt x="5617995" y="1012157"/>
                </a:cubicBezTo>
                <a:cubicBezTo>
                  <a:pt x="5632365" y="1012905"/>
                  <a:pt x="5646327" y="1006511"/>
                  <a:pt x="5653372" y="996185"/>
                </a:cubicBezTo>
                <a:lnTo>
                  <a:pt x="5641856" y="985367"/>
                </a:lnTo>
                <a:cubicBezTo>
                  <a:pt x="5636986" y="992553"/>
                  <a:pt x="5628411" y="996589"/>
                  <a:pt x="5618844" y="996091"/>
                </a:cubicBezTo>
                <a:cubicBezTo>
                  <a:pt x="5607258" y="995488"/>
                  <a:pt x="5599020" y="987158"/>
                  <a:pt x="5597488" y="975002"/>
                </a:cubicBezTo>
                <a:lnTo>
                  <a:pt x="5656645" y="978082"/>
                </a:lnTo>
                <a:cubicBezTo>
                  <a:pt x="5657056" y="976093"/>
                  <a:pt x="5657330" y="973776"/>
                  <a:pt x="5657443" y="971618"/>
                </a:cubicBezTo>
                <a:cubicBezTo>
                  <a:pt x="5658624" y="948911"/>
                  <a:pt x="5644129" y="929882"/>
                  <a:pt x="5620956" y="928676"/>
                </a:cubicBezTo>
                <a:close/>
                <a:moveTo>
                  <a:pt x="5383207" y="895555"/>
                </a:moveTo>
                <a:lnTo>
                  <a:pt x="5365309" y="900041"/>
                </a:lnTo>
                <a:lnTo>
                  <a:pt x="5364401" y="917486"/>
                </a:lnTo>
                <a:lnTo>
                  <a:pt x="5349111" y="916690"/>
                </a:lnTo>
                <a:lnTo>
                  <a:pt x="5348323" y="931824"/>
                </a:lnTo>
                <a:lnTo>
                  <a:pt x="5363613" y="932620"/>
                </a:lnTo>
                <a:lnTo>
                  <a:pt x="5361596" y="971381"/>
                </a:lnTo>
                <a:cubicBezTo>
                  <a:pt x="5360704" y="988520"/>
                  <a:pt x="5369624" y="998742"/>
                  <a:pt x="5385682" y="999578"/>
                </a:cubicBezTo>
                <a:cubicBezTo>
                  <a:pt x="5390166" y="999811"/>
                  <a:pt x="5394201" y="999560"/>
                  <a:pt x="5397188" y="998781"/>
                </a:cubicBezTo>
                <a:lnTo>
                  <a:pt x="5397199" y="998807"/>
                </a:lnTo>
                <a:lnTo>
                  <a:pt x="5397971" y="983980"/>
                </a:lnTo>
                <a:cubicBezTo>
                  <a:pt x="5395949" y="984182"/>
                  <a:pt x="5393157" y="984190"/>
                  <a:pt x="5391304" y="984094"/>
                </a:cubicBezTo>
                <a:cubicBezTo>
                  <a:pt x="5382656" y="983644"/>
                  <a:pt x="5378866" y="978951"/>
                  <a:pt x="5379300" y="970612"/>
                </a:cubicBezTo>
                <a:lnTo>
                  <a:pt x="5381229" y="933550"/>
                </a:lnTo>
                <a:lnTo>
                  <a:pt x="5400544" y="934555"/>
                </a:lnTo>
                <a:lnTo>
                  <a:pt x="5401332" y="919421"/>
                </a:lnTo>
                <a:lnTo>
                  <a:pt x="5382017" y="918416"/>
                </a:lnTo>
                <a:close/>
                <a:moveTo>
                  <a:pt x="5414595" y="891004"/>
                </a:moveTo>
                <a:lnTo>
                  <a:pt x="5408967" y="999112"/>
                </a:lnTo>
                <a:lnTo>
                  <a:pt x="5426558" y="1000028"/>
                </a:lnTo>
                <a:lnTo>
                  <a:pt x="5429001" y="953081"/>
                </a:lnTo>
                <a:cubicBezTo>
                  <a:pt x="5429636" y="940884"/>
                  <a:pt x="5436471" y="934581"/>
                  <a:pt x="5446358" y="935096"/>
                </a:cubicBezTo>
                <a:cubicBezTo>
                  <a:pt x="5456245" y="935610"/>
                  <a:pt x="5461456" y="942541"/>
                  <a:pt x="5460894" y="953345"/>
                </a:cubicBezTo>
                <a:lnTo>
                  <a:pt x="5458378" y="1001684"/>
                </a:lnTo>
                <a:lnTo>
                  <a:pt x="5475994" y="1002601"/>
                </a:lnTo>
                <a:lnTo>
                  <a:pt x="5478671" y="951172"/>
                </a:lnTo>
                <a:cubicBezTo>
                  <a:pt x="5479732" y="930789"/>
                  <a:pt x="5469249" y="920792"/>
                  <a:pt x="5454431" y="920021"/>
                </a:cubicBezTo>
                <a:cubicBezTo>
                  <a:pt x="5442232" y="919386"/>
                  <a:pt x="5433883" y="924996"/>
                  <a:pt x="5430140" y="931460"/>
                </a:cubicBezTo>
                <a:lnTo>
                  <a:pt x="5432198" y="891920"/>
                </a:lnTo>
                <a:close/>
                <a:moveTo>
                  <a:pt x="5207225" y="878353"/>
                </a:moveTo>
                <a:cubicBezTo>
                  <a:pt x="5176170" y="876737"/>
                  <a:pt x="5151623" y="898996"/>
                  <a:pt x="5149926" y="931588"/>
                </a:cubicBezTo>
                <a:cubicBezTo>
                  <a:pt x="5148230" y="964180"/>
                  <a:pt x="5170333" y="988868"/>
                  <a:pt x="5199063" y="990363"/>
                </a:cubicBezTo>
                <a:cubicBezTo>
                  <a:pt x="5212348" y="991055"/>
                  <a:pt x="5225176" y="985525"/>
                  <a:pt x="5232959" y="976018"/>
                </a:cubicBezTo>
                <a:lnTo>
                  <a:pt x="5232236" y="989913"/>
                </a:lnTo>
                <a:lnTo>
                  <a:pt x="5250158" y="990846"/>
                </a:lnTo>
                <a:lnTo>
                  <a:pt x="5253117" y="934014"/>
                </a:lnTo>
                <a:lnTo>
                  <a:pt x="5206311" y="931578"/>
                </a:lnTo>
                <a:lnTo>
                  <a:pt x="5205394" y="949189"/>
                </a:lnTo>
                <a:lnTo>
                  <a:pt x="5232731" y="950612"/>
                </a:lnTo>
                <a:cubicBezTo>
                  <a:pt x="5229408" y="963757"/>
                  <a:pt x="5217187" y="972418"/>
                  <a:pt x="5202356" y="971646"/>
                </a:cubicBezTo>
                <a:cubicBezTo>
                  <a:pt x="5182887" y="970633"/>
                  <a:pt x="5169809" y="954162"/>
                  <a:pt x="5170926" y="932694"/>
                </a:cubicBezTo>
                <a:cubicBezTo>
                  <a:pt x="5172044" y="911226"/>
                  <a:pt x="5186761" y="896202"/>
                  <a:pt x="5206230" y="897216"/>
                </a:cubicBezTo>
                <a:cubicBezTo>
                  <a:pt x="5220128" y="897939"/>
                  <a:pt x="5229807" y="905409"/>
                  <a:pt x="5234709" y="915576"/>
                </a:cubicBezTo>
                <a:lnTo>
                  <a:pt x="5251971" y="905321"/>
                </a:lnTo>
                <a:cubicBezTo>
                  <a:pt x="5244586" y="889454"/>
                  <a:pt x="5227764" y="879435"/>
                  <a:pt x="5207211" y="878365"/>
                </a:cubicBezTo>
                <a:close/>
                <a:moveTo>
                  <a:pt x="4931941" y="859068"/>
                </a:moveTo>
                <a:lnTo>
                  <a:pt x="4931949" y="859074"/>
                </a:lnTo>
                <a:lnTo>
                  <a:pt x="4930422" y="860449"/>
                </a:lnTo>
                <a:cubicBezTo>
                  <a:pt x="4946704" y="888970"/>
                  <a:pt x="4968559" y="921392"/>
                  <a:pt x="5001872" y="958355"/>
                </a:cubicBezTo>
                <a:cubicBezTo>
                  <a:pt x="5026127" y="985268"/>
                  <a:pt x="5039380" y="996189"/>
                  <a:pt x="5047524" y="988840"/>
                </a:cubicBezTo>
                <a:cubicBezTo>
                  <a:pt x="5055668" y="981504"/>
                  <a:pt x="5046179" y="967192"/>
                  <a:pt x="5021923" y="940280"/>
                </a:cubicBezTo>
                <a:cubicBezTo>
                  <a:pt x="5005267" y="921798"/>
                  <a:pt x="4989443" y="906280"/>
                  <a:pt x="4974446" y="892989"/>
                </a:cubicBezTo>
                <a:lnTo>
                  <a:pt x="4931949" y="859074"/>
                </a:lnTo>
                <a:lnTo>
                  <a:pt x="4931954" y="859069"/>
                </a:lnTo>
                <a:close/>
                <a:moveTo>
                  <a:pt x="4828570" y="840690"/>
                </a:moveTo>
                <a:cubicBezTo>
                  <a:pt x="4806599" y="839546"/>
                  <a:pt x="4796175" y="841206"/>
                  <a:pt x="4795681" y="850695"/>
                </a:cubicBezTo>
                <a:cubicBezTo>
                  <a:pt x="4795187" y="860184"/>
                  <a:pt x="4805369" y="862917"/>
                  <a:pt x="4827353" y="864061"/>
                </a:cubicBezTo>
                <a:cubicBezTo>
                  <a:pt x="4852264" y="865357"/>
                  <a:pt x="4872781" y="863186"/>
                  <a:pt x="4890314" y="859552"/>
                </a:cubicBezTo>
                <a:cubicBezTo>
                  <a:pt x="4863568" y="875794"/>
                  <a:pt x="4833578" y="899255"/>
                  <a:pt x="4799381" y="929733"/>
                </a:cubicBezTo>
                <a:cubicBezTo>
                  <a:pt x="4772543" y="953653"/>
                  <a:pt x="4761595" y="966645"/>
                  <a:pt x="4768622" y="974361"/>
                </a:cubicBezTo>
                <a:cubicBezTo>
                  <a:pt x="4775650" y="982077"/>
                  <a:pt x="4789846" y="972649"/>
                  <a:pt x="4816683" y="948728"/>
                </a:cubicBezTo>
                <a:cubicBezTo>
                  <a:pt x="4850882" y="918238"/>
                  <a:pt x="4877575" y="891173"/>
                  <a:pt x="4896674" y="866542"/>
                </a:cubicBezTo>
                <a:cubicBezTo>
                  <a:pt x="4891239" y="883598"/>
                  <a:pt x="4886935" y="903787"/>
                  <a:pt x="4885637" y="928729"/>
                </a:cubicBezTo>
                <a:cubicBezTo>
                  <a:pt x="4884493" y="950696"/>
                  <a:pt x="4886154" y="961104"/>
                  <a:pt x="4895645" y="961598"/>
                </a:cubicBezTo>
                <a:cubicBezTo>
                  <a:pt x="4905137" y="962092"/>
                  <a:pt x="4907870" y="951913"/>
                  <a:pt x="4909014" y="929946"/>
                </a:cubicBezTo>
                <a:cubicBezTo>
                  <a:pt x="4910585" y="899767"/>
                  <a:pt x="4907081" y="876035"/>
                  <a:pt x="4902025" y="856269"/>
                </a:cubicBezTo>
                <a:cubicBezTo>
                  <a:pt x="4901962" y="855997"/>
                  <a:pt x="4901831" y="855798"/>
                  <a:pt x="4901672" y="855661"/>
                </a:cubicBezTo>
                <a:lnTo>
                  <a:pt x="4901660" y="855648"/>
                </a:lnTo>
                <a:cubicBezTo>
                  <a:pt x="4901540" y="855501"/>
                  <a:pt x="4901367" y="855376"/>
                  <a:pt x="4901141" y="855288"/>
                </a:cubicBezTo>
                <a:cubicBezTo>
                  <a:pt x="4881989" y="848221"/>
                  <a:pt x="4858756" y="842261"/>
                  <a:pt x="4828570" y="840690"/>
                </a:cubicBezTo>
                <a:close/>
                <a:moveTo>
                  <a:pt x="5015852" y="837414"/>
                </a:moveTo>
                <a:cubicBezTo>
                  <a:pt x="4983036" y="835706"/>
                  <a:pt x="4957253" y="839115"/>
                  <a:pt x="4935784" y="844068"/>
                </a:cubicBezTo>
                <a:cubicBezTo>
                  <a:pt x="4934656" y="844329"/>
                  <a:pt x="4934596" y="845478"/>
                  <a:pt x="4935691" y="845856"/>
                </a:cubicBezTo>
                <a:cubicBezTo>
                  <a:pt x="4956529" y="853010"/>
                  <a:pt x="4981833" y="859065"/>
                  <a:pt x="5014636" y="860773"/>
                </a:cubicBezTo>
                <a:cubicBezTo>
                  <a:pt x="5038524" y="862016"/>
                  <a:pt x="5049842" y="860403"/>
                  <a:pt x="5050335" y="850927"/>
                </a:cubicBezTo>
                <a:cubicBezTo>
                  <a:pt x="5050829" y="841450"/>
                  <a:pt x="5039740" y="838658"/>
                  <a:pt x="5015852" y="837414"/>
                </a:cubicBezTo>
                <a:close/>
                <a:moveTo>
                  <a:pt x="5184468" y="785721"/>
                </a:moveTo>
                <a:lnTo>
                  <a:pt x="5215369" y="787330"/>
                </a:lnTo>
                <a:cubicBezTo>
                  <a:pt x="5226023" y="787884"/>
                  <a:pt x="5231932" y="793455"/>
                  <a:pt x="5231466" y="802421"/>
                </a:cubicBezTo>
                <a:cubicBezTo>
                  <a:pt x="5230999" y="811386"/>
                  <a:pt x="5224543" y="816313"/>
                  <a:pt x="5213890" y="815759"/>
                </a:cubicBezTo>
                <a:lnTo>
                  <a:pt x="5213890" y="815746"/>
                </a:lnTo>
                <a:lnTo>
                  <a:pt x="5182989" y="814137"/>
                </a:lnTo>
                <a:close/>
                <a:moveTo>
                  <a:pt x="5766204" y="798343"/>
                </a:moveTo>
                <a:cubicBezTo>
                  <a:pt x="5779489" y="799034"/>
                  <a:pt x="5788676" y="810039"/>
                  <a:pt x="5787936" y="824253"/>
                </a:cubicBezTo>
                <a:cubicBezTo>
                  <a:pt x="5787196" y="838467"/>
                  <a:pt x="5776916" y="848459"/>
                  <a:pt x="5763631" y="847767"/>
                </a:cubicBezTo>
                <a:cubicBezTo>
                  <a:pt x="5750346" y="847076"/>
                  <a:pt x="5741159" y="836071"/>
                  <a:pt x="5741899" y="821857"/>
                </a:cubicBezTo>
                <a:cubicBezTo>
                  <a:pt x="5742638" y="807642"/>
                  <a:pt x="5752919" y="797651"/>
                  <a:pt x="5766204" y="798343"/>
                </a:cubicBezTo>
                <a:close/>
                <a:moveTo>
                  <a:pt x="5304032" y="774286"/>
                </a:moveTo>
                <a:cubicBezTo>
                  <a:pt x="5317317" y="774977"/>
                  <a:pt x="5326505" y="785982"/>
                  <a:pt x="5325765" y="800196"/>
                </a:cubicBezTo>
                <a:cubicBezTo>
                  <a:pt x="5325025" y="814410"/>
                  <a:pt x="5314745" y="824402"/>
                  <a:pt x="5301460" y="823710"/>
                </a:cubicBezTo>
                <a:cubicBezTo>
                  <a:pt x="5288175" y="823019"/>
                  <a:pt x="5278987" y="812014"/>
                  <a:pt x="5279727" y="797800"/>
                </a:cubicBezTo>
                <a:cubicBezTo>
                  <a:pt x="5280467" y="783585"/>
                  <a:pt x="5290747" y="773594"/>
                  <a:pt x="5304032" y="774286"/>
                </a:cubicBezTo>
                <a:close/>
                <a:moveTo>
                  <a:pt x="5568685" y="787139"/>
                </a:moveTo>
                <a:cubicBezTo>
                  <a:pt x="5578573" y="787654"/>
                  <a:pt x="5586302" y="793947"/>
                  <a:pt x="5588028" y="805332"/>
                </a:cubicBezTo>
                <a:lnTo>
                  <a:pt x="5547253" y="803209"/>
                </a:lnTo>
                <a:cubicBezTo>
                  <a:pt x="5550272" y="792686"/>
                  <a:pt x="5558185" y="786593"/>
                  <a:pt x="5568685" y="787139"/>
                </a:cubicBezTo>
                <a:close/>
                <a:moveTo>
                  <a:pt x="5697930" y="779934"/>
                </a:moveTo>
                <a:lnTo>
                  <a:pt x="5693815" y="859001"/>
                </a:lnTo>
                <a:lnTo>
                  <a:pt x="5711430" y="859918"/>
                </a:lnTo>
                <a:lnTo>
                  <a:pt x="5715545" y="780851"/>
                </a:lnTo>
                <a:close/>
                <a:moveTo>
                  <a:pt x="5398332" y="762944"/>
                </a:moveTo>
                <a:cubicBezTo>
                  <a:pt x="5386746" y="762341"/>
                  <a:pt x="5378846" y="768435"/>
                  <a:pt x="5375885" y="777578"/>
                </a:cubicBezTo>
                <a:lnTo>
                  <a:pt x="5376633" y="763210"/>
                </a:lnTo>
                <a:lnTo>
                  <a:pt x="5359017" y="762293"/>
                </a:lnTo>
                <a:lnTo>
                  <a:pt x="5354902" y="841360"/>
                </a:lnTo>
                <a:lnTo>
                  <a:pt x="5372518" y="842277"/>
                </a:lnTo>
                <a:lnTo>
                  <a:pt x="5374761" y="799186"/>
                </a:lnTo>
                <a:cubicBezTo>
                  <a:pt x="5375444" y="786058"/>
                  <a:pt x="5381314" y="780332"/>
                  <a:pt x="5395225" y="781056"/>
                </a:cubicBezTo>
                <a:lnTo>
                  <a:pt x="5399083" y="781256"/>
                </a:lnTo>
                <a:lnTo>
                  <a:pt x="5400031" y="763032"/>
                </a:lnTo>
                <a:close/>
                <a:moveTo>
                  <a:pt x="5763536" y="781185"/>
                </a:moveTo>
                <a:cubicBezTo>
                  <a:pt x="5742842" y="780108"/>
                  <a:pt x="5724931" y="796668"/>
                  <a:pt x="5723669" y="820921"/>
                </a:cubicBezTo>
                <a:cubicBezTo>
                  <a:pt x="5722406" y="845173"/>
                  <a:pt x="5738488" y="863503"/>
                  <a:pt x="5759195" y="864581"/>
                </a:cubicBezTo>
                <a:cubicBezTo>
                  <a:pt x="5771395" y="865216"/>
                  <a:pt x="5780788" y="860442"/>
                  <a:pt x="5786561" y="850677"/>
                </a:cubicBezTo>
                <a:lnTo>
                  <a:pt x="5785877" y="863806"/>
                </a:lnTo>
                <a:lnTo>
                  <a:pt x="5803481" y="864722"/>
                </a:lnTo>
                <a:lnTo>
                  <a:pt x="5807596" y="785655"/>
                </a:lnTo>
                <a:lnTo>
                  <a:pt x="5789993" y="784739"/>
                </a:lnTo>
                <a:lnTo>
                  <a:pt x="5789310" y="797855"/>
                </a:lnTo>
                <a:cubicBezTo>
                  <a:pt x="5784583" y="787543"/>
                  <a:pt x="5775735" y="781820"/>
                  <a:pt x="5763536" y="781185"/>
                </a:cubicBezTo>
                <a:close/>
                <a:moveTo>
                  <a:pt x="5301352" y="757127"/>
                </a:moveTo>
                <a:cubicBezTo>
                  <a:pt x="5280658" y="756050"/>
                  <a:pt x="5262747" y="772611"/>
                  <a:pt x="5261484" y="796863"/>
                </a:cubicBezTo>
                <a:cubicBezTo>
                  <a:pt x="5260222" y="821116"/>
                  <a:pt x="5276304" y="839445"/>
                  <a:pt x="5297011" y="840523"/>
                </a:cubicBezTo>
                <a:cubicBezTo>
                  <a:pt x="5309210" y="841158"/>
                  <a:pt x="5318604" y="836384"/>
                  <a:pt x="5324377" y="826619"/>
                </a:cubicBezTo>
                <a:lnTo>
                  <a:pt x="5323693" y="839748"/>
                </a:lnTo>
                <a:lnTo>
                  <a:pt x="5341296" y="840664"/>
                </a:lnTo>
                <a:lnTo>
                  <a:pt x="5345412" y="761598"/>
                </a:lnTo>
                <a:lnTo>
                  <a:pt x="5327809" y="760681"/>
                </a:lnTo>
                <a:lnTo>
                  <a:pt x="5327126" y="773797"/>
                </a:lnTo>
                <a:cubicBezTo>
                  <a:pt x="5322399" y="763486"/>
                  <a:pt x="5313551" y="757762"/>
                  <a:pt x="5301352" y="757127"/>
                </a:cubicBezTo>
                <a:close/>
                <a:moveTo>
                  <a:pt x="5659274" y="775745"/>
                </a:moveTo>
                <a:cubicBezTo>
                  <a:pt x="5647074" y="775110"/>
                  <a:pt x="5638725" y="780720"/>
                  <a:pt x="5634981" y="787184"/>
                </a:cubicBezTo>
                <a:lnTo>
                  <a:pt x="5635528" y="776686"/>
                </a:lnTo>
                <a:lnTo>
                  <a:pt x="5617926" y="775770"/>
                </a:lnTo>
                <a:lnTo>
                  <a:pt x="5613810" y="854836"/>
                </a:lnTo>
                <a:lnTo>
                  <a:pt x="5631400" y="855752"/>
                </a:lnTo>
                <a:lnTo>
                  <a:pt x="5633844" y="808805"/>
                </a:lnTo>
                <a:cubicBezTo>
                  <a:pt x="5634479" y="796608"/>
                  <a:pt x="5641314" y="790305"/>
                  <a:pt x="5651200" y="790820"/>
                </a:cubicBezTo>
                <a:cubicBezTo>
                  <a:pt x="5661088" y="791334"/>
                  <a:pt x="5666299" y="798265"/>
                  <a:pt x="5665736" y="809069"/>
                </a:cubicBezTo>
                <a:lnTo>
                  <a:pt x="5663220" y="857408"/>
                </a:lnTo>
                <a:lnTo>
                  <a:pt x="5680836" y="858325"/>
                </a:lnTo>
                <a:lnTo>
                  <a:pt x="5683513" y="806895"/>
                </a:lnTo>
                <a:cubicBezTo>
                  <a:pt x="5684574" y="786513"/>
                  <a:pt x="5674092" y="776516"/>
                  <a:pt x="5659274" y="775745"/>
                </a:cubicBezTo>
                <a:close/>
                <a:moveTo>
                  <a:pt x="5569534" y="771074"/>
                </a:moveTo>
                <a:cubicBezTo>
                  <a:pt x="5546362" y="769868"/>
                  <a:pt x="5529529" y="786638"/>
                  <a:pt x="5528275" y="810737"/>
                </a:cubicBezTo>
                <a:cubicBezTo>
                  <a:pt x="5527021" y="834824"/>
                  <a:pt x="5543247" y="853328"/>
                  <a:pt x="5566573" y="854542"/>
                </a:cubicBezTo>
                <a:cubicBezTo>
                  <a:pt x="5580944" y="855290"/>
                  <a:pt x="5594905" y="848896"/>
                  <a:pt x="5601951" y="838570"/>
                </a:cubicBezTo>
                <a:lnTo>
                  <a:pt x="5590434" y="827752"/>
                </a:lnTo>
                <a:cubicBezTo>
                  <a:pt x="5585565" y="834926"/>
                  <a:pt x="5576990" y="838974"/>
                  <a:pt x="5567423" y="838476"/>
                </a:cubicBezTo>
                <a:cubicBezTo>
                  <a:pt x="5555836" y="837873"/>
                  <a:pt x="5547598" y="829543"/>
                  <a:pt x="5546066" y="817387"/>
                </a:cubicBezTo>
                <a:lnTo>
                  <a:pt x="5605223" y="820467"/>
                </a:lnTo>
                <a:cubicBezTo>
                  <a:pt x="5605635" y="818478"/>
                  <a:pt x="5605909" y="816161"/>
                  <a:pt x="5606021" y="814003"/>
                </a:cubicBezTo>
                <a:cubicBezTo>
                  <a:pt x="5607203" y="791296"/>
                  <a:pt x="5592707" y="772280"/>
                  <a:pt x="5569534" y="771074"/>
                </a:cubicBezTo>
                <a:close/>
                <a:moveTo>
                  <a:pt x="5449355" y="764818"/>
                </a:moveTo>
                <a:cubicBezTo>
                  <a:pt x="5437921" y="764223"/>
                  <a:pt x="5430046" y="769857"/>
                  <a:pt x="5426302" y="776322"/>
                </a:cubicBezTo>
                <a:lnTo>
                  <a:pt x="5426848" y="765824"/>
                </a:lnTo>
                <a:lnTo>
                  <a:pt x="5409233" y="764907"/>
                </a:lnTo>
                <a:lnTo>
                  <a:pt x="5405118" y="843973"/>
                </a:lnTo>
                <a:lnTo>
                  <a:pt x="5422720" y="844890"/>
                </a:lnTo>
                <a:lnTo>
                  <a:pt x="5425163" y="797943"/>
                </a:lnTo>
                <a:cubicBezTo>
                  <a:pt x="5425798" y="785746"/>
                  <a:pt x="5432174" y="779419"/>
                  <a:pt x="5441281" y="779893"/>
                </a:cubicBezTo>
                <a:cubicBezTo>
                  <a:pt x="5450390" y="780367"/>
                  <a:pt x="5455154" y="787274"/>
                  <a:pt x="5454591" y="798079"/>
                </a:cubicBezTo>
                <a:lnTo>
                  <a:pt x="5452075" y="846418"/>
                </a:lnTo>
                <a:lnTo>
                  <a:pt x="5469678" y="847334"/>
                </a:lnTo>
                <a:lnTo>
                  <a:pt x="5472210" y="798688"/>
                </a:lnTo>
                <a:cubicBezTo>
                  <a:pt x="5472757" y="788190"/>
                  <a:pt x="5479132" y="781863"/>
                  <a:pt x="5488240" y="782337"/>
                </a:cubicBezTo>
                <a:cubicBezTo>
                  <a:pt x="5497348" y="782811"/>
                  <a:pt x="5502112" y="789718"/>
                  <a:pt x="5501550" y="800523"/>
                </a:cubicBezTo>
                <a:lnTo>
                  <a:pt x="5499033" y="848862"/>
                </a:lnTo>
                <a:lnTo>
                  <a:pt x="5516649" y="849779"/>
                </a:lnTo>
                <a:lnTo>
                  <a:pt x="5519326" y="798349"/>
                </a:lnTo>
                <a:cubicBezTo>
                  <a:pt x="5520387" y="777966"/>
                  <a:pt x="5510377" y="767995"/>
                  <a:pt x="5494766" y="767182"/>
                </a:cubicBezTo>
                <a:cubicBezTo>
                  <a:pt x="5484267" y="766636"/>
                  <a:pt x="5475836" y="770845"/>
                  <a:pt x="5470274" y="779533"/>
                </a:cubicBezTo>
                <a:cubicBezTo>
                  <a:pt x="5466593" y="770044"/>
                  <a:pt x="5458935" y="765317"/>
                  <a:pt x="5449355" y="764818"/>
                </a:cubicBezTo>
                <a:close/>
                <a:moveTo>
                  <a:pt x="5186719" y="742478"/>
                </a:moveTo>
                <a:lnTo>
                  <a:pt x="5216688" y="744038"/>
                </a:lnTo>
                <a:cubicBezTo>
                  <a:pt x="5226269" y="744537"/>
                  <a:pt x="5231584" y="749462"/>
                  <a:pt x="5231174" y="757329"/>
                </a:cubicBezTo>
                <a:cubicBezTo>
                  <a:pt x="5230765" y="765196"/>
                  <a:pt x="5224966" y="769555"/>
                  <a:pt x="5215385" y="769057"/>
                </a:cubicBezTo>
                <a:lnTo>
                  <a:pt x="5185417" y="767497"/>
                </a:lnTo>
                <a:close/>
                <a:moveTo>
                  <a:pt x="4922777" y="719661"/>
                </a:moveTo>
                <a:cubicBezTo>
                  <a:pt x="4913298" y="719167"/>
                  <a:pt x="4910574" y="729180"/>
                  <a:pt x="4909450" y="750777"/>
                </a:cubicBezTo>
                <a:cubicBezTo>
                  <a:pt x="4907906" y="780444"/>
                  <a:pt x="4911430" y="803780"/>
                  <a:pt x="4916503" y="823215"/>
                </a:cubicBezTo>
                <a:cubicBezTo>
                  <a:pt x="4916770" y="824241"/>
                  <a:pt x="4917907" y="824300"/>
                  <a:pt x="4918279" y="823307"/>
                </a:cubicBezTo>
                <a:cubicBezTo>
                  <a:pt x="4925329" y="804491"/>
                  <a:pt x="4931270" y="781660"/>
                  <a:pt x="4932814" y="751993"/>
                </a:cubicBezTo>
                <a:cubicBezTo>
                  <a:pt x="4933938" y="730397"/>
                  <a:pt x="4932269" y="720155"/>
                  <a:pt x="4922777" y="719661"/>
                </a:cubicBezTo>
                <a:close/>
                <a:moveTo>
                  <a:pt x="5167586" y="723221"/>
                </a:moveTo>
                <a:lnTo>
                  <a:pt x="5161960" y="831317"/>
                </a:lnTo>
                <a:lnTo>
                  <a:pt x="5215254" y="834091"/>
                </a:lnTo>
                <a:cubicBezTo>
                  <a:pt x="5237647" y="835256"/>
                  <a:pt x="5251366" y="824663"/>
                  <a:pt x="5252362" y="805519"/>
                </a:cubicBezTo>
                <a:cubicBezTo>
                  <a:pt x="5253045" y="792390"/>
                  <a:pt x="5246248" y="783213"/>
                  <a:pt x="5234863" y="778753"/>
                </a:cubicBezTo>
                <a:cubicBezTo>
                  <a:pt x="5245104" y="775419"/>
                  <a:pt x="5251753" y="766775"/>
                  <a:pt x="5252323" y="755817"/>
                </a:cubicBezTo>
                <a:cubicBezTo>
                  <a:pt x="5253240" y="738206"/>
                  <a:pt x="5241434" y="727065"/>
                  <a:pt x="5220421" y="725971"/>
                </a:cubicBezTo>
                <a:close/>
                <a:moveTo>
                  <a:pt x="5708396" y="748413"/>
                </a:moveTo>
                <a:cubicBezTo>
                  <a:pt x="5702367" y="748099"/>
                  <a:pt x="5697166" y="752784"/>
                  <a:pt x="5696852" y="758812"/>
                </a:cubicBezTo>
                <a:cubicBezTo>
                  <a:pt x="5696538" y="764840"/>
                  <a:pt x="5701225" y="770040"/>
                  <a:pt x="5707254" y="770354"/>
                </a:cubicBezTo>
                <a:cubicBezTo>
                  <a:pt x="5713284" y="770668"/>
                  <a:pt x="5718484" y="765983"/>
                  <a:pt x="5718798" y="759955"/>
                </a:cubicBezTo>
                <a:cubicBezTo>
                  <a:pt x="5719112" y="753927"/>
                  <a:pt x="5714426" y="748727"/>
                  <a:pt x="5708396" y="748413"/>
                </a:cubicBezTo>
                <a:close/>
                <a:moveTo>
                  <a:pt x="5062091" y="711443"/>
                </a:moveTo>
                <a:cubicBezTo>
                  <a:pt x="5054753" y="703300"/>
                  <a:pt x="5040439" y="712787"/>
                  <a:pt x="5013521" y="737023"/>
                </a:cubicBezTo>
                <a:cubicBezTo>
                  <a:pt x="4976550" y="770328"/>
                  <a:pt x="4951434" y="800305"/>
                  <a:pt x="4932293" y="826982"/>
                </a:cubicBezTo>
                <a:cubicBezTo>
                  <a:pt x="4931284" y="828390"/>
                  <a:pt x="4932168" y="829370"/>
                  <a:pt x="4933673" y="828514"/>
                </a:cubicBezTo>
                <a:cubicBezTo>
                  <a:pt x="4962200" y="812237"/>
                  <a:pt x="4994629" y="790388"/>
                  <a:pt x="5031600" y="757083"/>
                </a:cubicBezTo>
                <a:cubicBezTo>
                  <a:pt x="5058518" y="732835"/>
                  <a:pt x="5069443" y="719586"/>
                  <a:pt x="5062091" y="711443"/>
                </a:cubicBezTo>
                <a:close/>
                <a:moveTo>
                  <a:pt x="4783667" y="696886"/>
                </a:moveTo>
                <a:cubicBezTo>
                  <a:pt x="4775523" y="704223"/>
                  <a:pt x="4785013" y="718534"/>
                  <a:pt x="4809255" y="745446"/>
                </a:cubicBezTo>
                <a:cubicBezTo>
                  <a:pt x="4842568" y="782409"/>
                  <a:pt x="4872553" y="807520"/>
                  <a:pt x="4899237" y="826657"/>
                </a:cubicBezTo>
                <a:lnTo>
                  <a:pt x="4899236" y="826670"/>
                </a:lnTo>
                <a:cubicBezTo>
                  <a:pt x="4900644" y="827678"/>
                  <a:pt x="4901625" y="826794"/>
                  <a:pt x="4900768" y="825290"/>
                </a:cubicBezTo>
                <a:cubicBezTo>
                  <a:pt x="4884486" y="796769"/>
                  <a:pt x="4862632" y="764347"/>
                  <a:pt x="4829319" y="727384"/>
                </a:cubicBezTo>
                <a:cubicBezTo>
                  <a:pt x="4805076" y="700472"/>
                  <a:pt x="4791812" y="689550"/>
                  <a:pt x="4783667" y="696886"/>
                </a:cubicBezTo>
                <a:close/>
                <a:moveTo>
                  <a:pt x="6312646" y="328585"/>
                </a:moveTo>
                <a:lnTo>
                  <a:pt x="6019077" y="5968515"/>
                </a:lnTo>
                <a:lnTo>
                  <a:pt x="273146" y="5968515"/>
                </a:lnTo>
                <a:cubicBezTo>
                  <a:pt x="122291" y="5968515"/>
                  <a:pt x="0" y="5846224"/>
                  <a:pt x="0" y="569536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635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>
              <a:solidFill>
                <a:schemeClr val="accent2"/>
              </a:solidFill>
              <a:latin typeface="BarmeniaGothaer Offc" panose="020B0503020204020204" pitchFamily="34" charset="0"/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C7D3769B-826D-36AD-8E38-EFDC9AACF1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44536" y="1"/>
            <a:ext cx="7047465" cy="5940347"/>
          </a:xfrm>
          <a:custGeom>
            <a:avLst/>
            <a:gdLst>
              <a:gd name="connsiteX0" fmla="*/ 6297865 w 7047465"/>
              <a:gd name="connsiteY0" fmla="*/ 652255 h 5940347"/>
              <a:gd name="connsiteX1" fmla="*/ 6320915 w 7047465"/>
              <a:gd name="connsiteY1" fmla="*/ 677001 h 5940347"/>
              <a:gd name="connsiteX2" fmla="*/ 6297865 w 7047465"/>
              <a:gd name="connsiteY2" fmla="*/ 701747 h 5940347"/>
              <a:gd name="connsiteX3" fmla="*/ 6274814 w 7047465"/>
              <a:gd name="connsiteY3" fmla="*/ 677001 h 5940347"/>
              <a:gd name="connsiteX4" fmla="*/ 6297865 w 7047465"/>
              <a:gd name="connsiteY4" fmla="*/ 652255 h 5940347"/>
              <a:gd name="connsiteX5" fmla="*/ 6072657 w 7047465"/>
              <a:gd name="connsiteY5" fmla="*/ 652255 h 5940347"/>
              <a:gd name="connsiteX6" fmla="*/ 6095707 w 7047465"/>
              <a:gd name="connsiteY6" fmla="*/ 677001 h 5940347"/>
              <a:gd name="connsiteX7" fmla="*/ 6072657 w 7047465"/>
              <a:gd name="connsiteY7" fmla="*/ 701747 h 5940347"/>
              <a:gd name="connsiteX8" fmla="*/ 6049607 w 7047465"/>
              <a:gd name="connsiteY8" fmla="*/ 677001 h 5940347"/>
              <a:gd name="connsiteX9" fmla="*/ 6072657 w 7047465"/>
              <a:gd name="connsiteY9" fmla="*/ 652255 h 5940347"/>
              <a:gd name="connsiteX10" fmla="*/ 6387892 w 7047465"/>
              <a:gd name="connsiteY10" fmla="*/ 651334 h 5940347"/>
              <a:gd name="connsiteX11" fmla="*/ 6408153 w 7047465"/>
              <a:gd name="connsiteY11" fmla="*/ 668497 h 5940347"/>
              <a:gd name="connsiteX12" fmla="*/ 6367323 w 7047465"/>
              <a:gd name="connsiteY12" fmla="*/ 668497 h 5940347"/>
              <a:gd name="connsiteX13" fmla="*/ 6387892 w 7047465"/>
              <a:gd name="connsiteY13" fmla="*/ 651334 h 5940347"/>
              <a:gd name="connsiteX14" fmla="*/ 6475744 w 7047465"/>
              <a:gd name="connsiteY14" fmla="*/ 636014 h 5940347"/>
              <a:gd name="connsiteX15" fmla="*/ 6454088 w 7047465"/>
              <a:gd name="connsiteY15" fmla="*/ 651782 h 5940347"/>
              <a:gd name="connsiteX16" fmla="*/ 6454088 w 7047465"/>
              <a:gd name="connsiteY16" fmla="*/ 637395 h 5940347"/>
              <a:gd name="connsiteX17" fmla="*/ 6436461 w 7047465"/>
              <a:gd name="connsiteY17" fmla="*/ 637395 h 5940347"/>
              <a:gd name="connsiteX18" fmla="*/ 6436461 w 7047465"/>
              <a:gd name="connsiteY18" fmla="*/ 716569 h 5940347"/>
              <a:gd name="connsiteX19" fmla="*/ 6436461 w 7047465"/>
              <a:gd name="connsiteY19" fmla="*/ 716594 h 5940347"/>
              <a:gd name="connsiteX20" fmla="*/ 6454088 w 7047465"/>
              <a:gd name="connsiteY20" fmla="*/ 716594 h 5940347"/>
              <a:gd name="connsiteX21" fmla="*/ 6454088 w 7047465"/>
              <a:gd name="connsiteY21" fmla="*/ 673446 h 5940347"/>
              <a:gd name="connsiteX22" fmla="*/ 6473582 w 7047465"/>
              <a:gd name="connsiteY22" fmla="*/ 654263 h 5940347"/>
              <a:gd name="connsiteX23" fmla="*/ 6477445 w 7047465"/>
              <a:gd name="connsiteY23" fmla="*/ 654263 h 5940347"/>
              <a:gd name="connsiteX24" fmla="*/ 6477445 w 7047465"/>
              <a:gd name="connsiteY24" fmla="*/ 636014 h 5940347"/>
              <a:gd name="connsiteX25" fmla="*/ 6294309 w 7047465"/>
              <a:gd name="connsiteY25" fmla="*/ 635259 h 5940347"/>
              <a:gd name="connsiteX26" fmla="*/ 6256574 w 7047465"/>
              <a:gd name="connsiteY26" fmla="*/ 677014 h 5940347"/>
              <a:gd name="connsiteX27" fmla="*/ 6294309 w 7047465"/>
              <a:gd name="connsiteY27" fmla="*/ 718768 h 5940347"/>
              <a:gd name="connsiteX28" fmla="*/ 6320915 w 7047465"/>
              <a:gd name="connsiteY28" fmla="*/ 703460 h 5940347"/>
              <a:gd name="connsiteX29" fmla="*/ 6320915 w 7047465"/>
              <a:gd name="connsiteY29" fmla="*/ 716607 h 5940347"/>
              <a:gd name="connsiteX30" fmla="*/ 6338555 w 7047465"/>
              <a:gd name="connsiteY30" fmla="*/ 716607 h 5940347"/>
              <a:gd name="connsiteX31" fmla="*/ 6338555 w 7047465"/>
              <a:gd name="connsiteY31" fmla="*/ 637433 h 5940347"/>
              <a:gd name="connsiteX32" fmla="*/ 6320915 w 7047465"/>
              <a:gd name="connsiteY32" fmla="*/ 637433 h 5940347"/>
              <a:gd name="connsiteX33" fmla="*/ 6320915 w 7047465"/>
              <a:gd name="connsiteY33" fmla="*/ 650567 h 5940347"/>
              <a:gd name="connsiteX34" fmla="*/ 6294309 w 7047465"/>
              <a:gd name="connsiteY34" fmla="*/ 635259 h 5940347"/>
              <a:gd name="connsiteX35" fmla="*/ 6072657 w 7047465"/>
              <a:gd name="connsiteY35" fmla="*/ 635247 h 5940347"/>
              <a:gd name="connsiteX36" fmla="*/ 6031353 w 7047465"/>
              <a:gd name="connsiteY36" fmla="*/ 677001 h 5940347"/>
              <a:gd name="connsiteX37" fmla="*/ 6072657 w 7047465"/>
              <a:gd name="connsiteY37" fmla="*/ 718755 h 5940347"/>
              <a:gd name="connsiteX38" fmla="*/ 6113961 w 7047465"/>
              <a:gd name="connsiteY38" fmla="*/ 677001 h 5940347"/>
              <a:gd name="connsiteX39" fmla="*/ 6072657 w 7047465"/>
              <a:gd name="connsiteY39" fmla="*/ 635247 h 5940347"/>
              <a:gd name="connsiteX40" fmla="*/ 6387904 w 7047465"/>
              <a:gd name="connsiteY40" fmla="*/ 635234 h 5940347"/>
              <a:gd name="connsiteX41" fmla="*/ 6348775 w 7047465"/>
              <a:gd name="connsiteY41" fmla="*/ 676988 h 5940347"/>
              <a:gd name="connsiteX42" fmla="*/ 6348762 w 7047465"/>
              <a:gd name="connsiteY42" fmla="*/ 677001 h 5940347"/>
              <a:gd name="connsiteX43" fmla="*/ 6389286 w 7047465"/>
              <a:gd name="connsiteY43" fmla="*/ 718755 h 5940347"/>
              <a:gd name="connsiteX44" fmla="*/ 6423785 w 7047465"/>
              <a:gd name="connsiteY44" fmla="*/ 700967 h 5940347"/>
              <a:gd name="connsiteX45" fmla="*/ 6411722 w 7047465"/>
              <a:gd name="connsiteY45" fmla="*/ 690761 h 5940347"/>
              <a:gd name="connsiteX46" fmla="*/ 6389299 w 7047465"/>
              <a:gd name="connsiteY46" fmla="*/ 702667 h 5940347"/>
              <a:gd name="connsiteX47" fmla="*/ 6366875 w 7047465"/>
              <a:gd name="connsiteY47" fmla="*/ 682717 h 5940347"/>
              <a:gd name="connsiteX48" fmla="*/ 6426113 w 7047465"/>
              <a:gd name="connsiteY48" fmla="*/ 682717 h 5940347"/>
              <a:gd name="connsiteX49" fmla="*/ 6426573 w 7047465"/>
              <a:gd name="connsiteY49" fmla="*/ 676221 h 5940347"/>
              <a:gd name="connsiteX50" fmla="*/ 6387904 w 7047465"/>
              <a:gd name="connsiteY50" fmla="*/ 635234 h 5940347"/>
              <a:gd name="connsiteX51" fmla="*/ 6148754 w 7047465"/>
              <a:gd name="connsiteY51" fmla="*/ 614516 h 5940347"/>
              <a:gd name="connsiteX52" fmla="*/ 6131114 w 7047465"/>
              <a:gd name="connsiteY52" fmla="*/ 619926 h 5940347"/>
              <a:gd name="connsiteX53" fmla="*/ 6131114 w 7047465"/>
              <a:gd name="connsiteY53" fmla="*/ 637395 h 5940347"/>
              <a:gd name="connsiteX54" fmla="*/ 6115803 w 7047465"/>
              <a:gd name="connsiteY54" fmla="*/ 637395 h 5940347"/>
              <a:gd name="connsiteX55" fmla="*/ 6115803 w 7047465"/>
              <a:gd name="connsiteY55" fmla="*/ 652549 h 5940347"/>
              <a:gd name="connsiteX56" fmla="*/ 6131114 w 7047465"/>
              <a:gd name="connsiteY56" fmla="*/ 652549 h 5940347"/>
              <a:gd name="connsiteX57" fmla="*/ 6131114 w 7047465"/>
              <a:gd name="connsiteY57" fmla="*/ 691362 h 5940347"/>
              <a:gd name="connsiteX58" fmla="*/ 6156633 w 7047465"/>
              <a:gd name="connsiteY58" fmla="*/ 718269 h 5940347"/>
              <a:gd name="connsiteX59" fmla="*/ 6168082 w 7047465"/>
              <a:gd name="connsiteY59" fmla="*/ 716875 h 5940347"/>
              <a:gd name="connsiteX60" fmla="*/ 6168095 w 7047465"/>
              <a:gd name="connsiteY60" fmla="*/ 716901 h 5940347"/>
              <a:gd name="connsiteX61" fmla="*/ 6168095 w 7047465"/>
              <a:gd name="connsiteY61" fmla="*/ 702054 h 5940347"/>
              <a:gd name="connsiteX62" fmla="*/ 6161443 w 7047465"/>
              <a:gd name="connsiteY62" fmla="*/ 702514 h 5940347"/>
              <a:gd name="connsiteX63" fmla="*/ 6148754 w 7047465"/>
              <a:gd name="connsiteY63" fmla="*/ 689674 h 5940347"/>
              <a:gd name="connsiteX64" fmla="*/ 6148754 w 7047465"/>
              <a:gd name="connsiteY64" fmla="*/ 652562 h 5940347"/>
              <a:gd name="connsiteX65" fmla="*/ 6168095 w 7047465"/>
              <a:gd name="connsiteY65" fmla="*/ 652562 h 5940347"/>
              <a:gd name="connsiteX66" fmla="*/ 6168095 w 7047465"/>
              <a:gd name="connsiteY66" fmla="*/ 637408 h 5940347"/>
              <a:gd name="connsiteX67" fmla="*/ 6148754 w 7047465"/>
              <a:gd name="connsiteY67" fmla="*/ 637408 h 5940347"/>
              <a:gd name="connsiteX68" fmla="*/ 6179863 w 7047465"/>
              <a:gd name="connsiteY68" fmla="*/ 608340 h 5940347"/>
              <a:gd name="connsiteX69" fmla="*/ 6179863 w 7047465"/>
              <a:gd name="connsiteY69" fmla="*/ 716594 h 5940347"/>
              <a:gd name="connsiteX70" fmla="*/ 6197477 w 7047465"/>
              <a:gd name="connsiteY70" fmla="*/ 716594 h 5940347"/>
              <a:gd name="connsiteX71" fmla="*/ 6197477 w 7047465"/>
              <a:gd name="connsiteY71" fmla="*/ 669584 h 5940347"/>
              <a:gd name="connsiteX72" fmla="*/ 6213875 w 7047465"/>
              <a:gd name="connsiteY72" fmla="*/ 650721 h 5940347"/>
              <a:gd name="connsiteX73" fmla="*/ 6229340 w 7047465"/>
              <a:gd name="connsiteY73" fmla="*/ 668190 h 5940347"/>
              <a:gd name="connsiteX74" fmla="*/ 6229340 w 7047465"/>
              <a:gd name="connsiteY74" fmla="*/ 716594 h 5940347"/>
              <a:gd name="connsiteX75" fmla="*/ 6246980 w 7047465"/>
              <a:gd name="connsiteY75" fmla="*/ 716594 h 5940347"/>
              <a:gd name="connsiteX76" fmla="*/ 6246980 w 7047465"/>
              <a:gd name="connsiteY76" fmla="*/ 665095 h 5940347"/>
              <a:gd name="connsiteX77" fmla="*/ 6221154 w 7047465"/>
              <a:gd name="connsiteY77" fmla="*/ 635247 h 5940347"/>
              <a:gd name="connsiteX78" fmla="*/ 6197490 w 7047465"/>
              <a:gd name="connsiteY78" fmla="*/ 647933 h 5940347"/>
              <a:gd name="connsiteX79" fmla="*/ 6197490 w 7047465"/>
              <a:gd name="connsiteY79" fmla="*/ 608340 h 5940347"/>
              <a:gd name="connsiteX80" fmla="*/ 5972116 w 7047465"/>
              <a:gd name="connsiteY80" fmla="*/ 606485 h 5940347"/>
              <a:gd name="connsiteX81" fmla="*/ 5917662 w 7047465"/>
              <a:gd name="connsiteY81" fmla="*/ 662627 h 5940347"/>
              <a:gd name="connsiteX82" fmla="*/ 5969788 w 7047465"/>
              <a:gd name="connsiteY82" fmla="*/ 718768 h 5940347"/>
              <a:gd name="connsiteX83" fmla="*/ 6002892 w 7047465"/>
              <a:gd name="connsiteY83" fmla="*/ 702680 h 5940347"/>
              <a:gd name="connsiteX84" fmla="*/ 6002892 w 7047465"/>
              <a:gd name="connsiteY84" fmla="*/ 716594 h 5940347"/>
              <a:gd name="connsiteX85" fmla="*/ 6020839 w 7047465"/>
              <a:gd name="connsiteY85" fmla="*/ 716594 h 5940347"/>
              <a:gd name="connsiteX86" fmla="*/ 6020839 w 7047465"/>
              <a:gd name="connsiteY86" fmla="*/ 659685 h 5940347"/>
              <a:gd name="connsiteX87" fmla="*/ 5973970 w 7047465"/>
              <a:gd name="connsiteY87" fmla="*/ 659685 h 5940347"/>
              <a:gd name="connsiteX88" fmla="*/ 5973970 w 7047465"/>
              <a:gd name="connsiteY88" fmla="*/ 677321 h 5940347"/>
              <a:gd name="connsiteX89" fmla="*/ 6001344 w 7047465"/>
              <a:gd name="connsiteY89" fmla="*/ 677321 h 5940347"/>
              <a:gd name="connsiteX90" fmla="*/ 5972103 w 7047465"/>
              <a:gd name="connsiteY90" fmla="*/ 699905 h 5940347"/>
              <a:gd name="connsiteX91" fmla="*/ 5938691 w 7047465"/>
              <a:gd name="connsiteY91" fmla="*/ 662639 h 5940347"/>
              <a:gd name="connsiteX92" fmla="*/ 5972103 w 7047465"/>
              <a:gd name="connsiteY92" fmla="*/ 625374 h 5940347"/>
              <a:gd name="connsiteX93" fmla="*/ 6001498 w 7047465"/>
              <a:gd name="connsiteY93" fmla="*/ 642229 h 5940347"/>
              <a:gd name="connsiteX94" fmla="*/ 6018203 w 7047465"/>
              <a:gd name="connsiteY94" fmla="*/ 631090 h 5940347"/>
              <a:gd name="connsiteX95" fmla="*/ 5972103 w 7047465"/>
              <a:gd name="connsiteY95" fmla="*/ 606498 h 5940347"/>
              <a:gd name="connsiteX96" fmla="*/ 5696202 w 7047465"/>
              <a:gd name="connsiteY96" fmla="*/ 601536 h 5940347"/>
              <a:gd name="connsiteX97" fmla="*/ 5696210 w 7047465"/>
              <a:gd name="connsiteY97" fmla="*/ 601541 h 5940347"/>
              <a:gd name="connsiteX98" fmla="*/ 5694757 w 7047465"/>
              <a:gd name="connsiteY98" fmla="*/ 602994 h 5940347"/>
              <a:gd name="connsiteX99" fmla="*/ 5771199 w 7047465"/>
              <a:gd name="connsiteY99" fmla="*/ 697053 h 5940347"/>
              <a:gd name="connsiteX100" fmla="*/ 5818374 w 7047465"/>
              <a:gd name="connsiteY100" fmla="*/ 725124 h 5940347"/>
              <a:gd name="connsiteX101" fmla="*/ 5790284 w 7047465"/>
              <a:gd name="connsiteY101" fmla="*/ 677960 h 5940347"/>
              <a:gd name="connsiteX102" fmla="*/ 5740413 w 7047465"/>
              <a:gd name="connsiteY102" fmla="*/ 633202 h 5940347"/>
              <a:gd name="connsiteX103" fmla="*/ 5696210 w 7047465"/>
              <a:gd name="connsiteY103" fmla="*/ 601541 h 5940347"/>
              <a:gd name="connsiteX104" fmla="*/ 5696215 w 7047465"/>
              <a:gd name="connsiteY104" fmla="*/ 601536 h 5940347"/>
              <a:gd name="connsiteX105" fmla="*/ 5592015 w 7047465"/>
              <a:gd name="connsiteY105" fmla="*/ 588556 h 5940347"/>
              <a:gd name="connsiteX106" fmla="*/ 5559691 w 7047465"/>
              <a:gd name="connsiteY106" fmla="*/ 600257 h 5940347"/>
              <a:gd name="connsiteX107" fmla="*/ 5592015 w 7047465"/>
              <a:gd name="connsiteY107" fmla="*/ 611958 h 5940347"/>
              <a:gd name="connsiteX108" fmla="*/ 5654656 w 7047465"/>
              <a:gd name="connsiteY108" fmla="*/ 604183 h 5940347"/>
              <a:gd name="connsiteX109" fmla="*/ 5567494 w 7047465"/>
              <a:gd name="connsiteY109" fmla="*/ 678996 h 5940347"/>
              <a:gd name="connsiteX110" fmla="*/ 5539097 w 7047465"/>
              <a:gd name="connsiteY110" fmla="*/ 725163 h 5940347"/>
              <a:gd name="connsiteX111" fmla="*/ 5585760 w 7047465"/>
              <a:gd name="connsiteY111" fmla="*/ 697066 h 5940347"/>
              <a:gd name="connsiteX112" fmla="*/ 5661371 w 7047465"/>
              <a:gd name="connsiteY112" fmla="*/ 610833 h 5940347"/>
              <a:gd name="connsiteX113" fmla="*/ 5653581 w 7047465"/>
              <a:gd name="connsiteY113" fmla="*/ 673510 h 5940347"/>
              <a:gd name="connsiteX114" fmla="*/ 5665285 w 7047465"/>
              <a:gd name="connsiteY114" fmla="*/ 705814 h 5940347"/>
              <a:gd name="connsiteX115" fmla="*/ 5676990 w 7047465"/>
              <a:gd name="connsiteY115" fmla="*/ 673510 h 5940347"/>
              <a:gd name="connsiteX116" fmla="*/ 5666181 w 7047465"/>
              <a:gd name="connsiteY116" fmla="*/ 600295 h 5940347"/>
              <a:gd name="connsiteX117" fmla="*/ 5665797 w 7047465"/>
              <a:gd name="connsiteY117" fmla="*/ 599707 h 5940347"/>
              <a:gd name="connsiteX118" fmla="*/ 5665784 w 7047465"/>
              <a:gd name="connsiteY118" fmla="*/ 599694 h 5940347"/>
              <a:gd name="connsiteX119" fmla="*/ 5665247 w 7047465"/>
              <a:gd name="connsiteY119" fmla="*/ 599362 h 5940347"/>
              <a:gd name="connsiteX120" fmla="*/ 5592015 w 7047465"/>
              <a:gd name="connsiteY120" fmla="*/ 588556 h 5940347"/>
              <a:gd name="connsiteX121" fmla="*/ 5778874 w 7047465"/>
              <a:gd name="connsiteY121" fmla="*/ 575550 h 5940347"/>
              <a:gd name="connsiteX122" fmla="*/ 5699260 w 7047465"/>
              <a:gd name="connsiteY122" fmla="*/ 586356 h 5940347"/>
              <a:gd name="connsiteX123" fmla="*/ 5699260 w 7047465"/>
              <a:gd name="connsiteY123" fmla="*/ 588146 h 5940347"/>
              <a:gd name="connsiteX124" fmla="*/ 5778874 w 7047465"/>
              <a:gd name="connsiteY124" fmla="*/ 598940 h 5940347"/>
              <a:gd name="connsiteX125" fmla="*/ 5814013 w 7047465"/>
              <a:gd name="connsiteY125" fmla="*/ 587251 h 5940347"/>
              <a:gd name="connsiteX126" fmla="*/ 5778874 w 7047465"/>
              <a:gd name="connsiteY126" fmla="*/ 575550 h 5940347"/>
              <a:gd name="connsiteX127" fmla="*/ 5944575 w 7047465"/>
              <a:gd name="connsiteY127" fmla="*/ 515162 h 5940347"/>
              <a:gd name="connsiteX128" fmla="*/ 5975518 w 7047465"/>
              <a:gd name="connsiteY128" fmla="*/ 515162 h 5940347"/>
              <a:gd name="connsiteX129" fmla="*/ 5992377 w 7047465"/>
              <a:gd name="connsiteY129" fmla="*/ 529395 h 5940347"/>
              <a:gd name="connsiteX130" fmla="*/ 5975518 w 7047465"/>
              <a:gd name="connsiteY130" fmla="*/ 543629 h 5940347"/>
              <a:gd name="connsiteX131" fmla="*/ 5975518 w 7047465"/>
              <a:gd name="connsiteY131" fmla="*/ 543616 h 5940347"/>
              <a:gd name="connsiteX132" fmla="*/ 5944575 w 7047465"/>
              <a:gd name="connsiteY132" fmla="*/ 543616 h 5940347"/>
              <a:gd name="connsiteX133" fmla="*/ 6526180 w 7047465"/>
              <a:gd name="connsiteY133" fmla="*/ 497526 h 5940347"/>
              <a:gd name="connsiteX134" fmla="*/ 6549230 w 7047465"/>
              <a:gd name="connsiteY134" fmla="*/ 522272 h 5940347"/>
              <a:gd name="connsiteX135" fmla="*/ 6526180 w 7047465"/>
              <a:gd name="connsiteY135" fmla="*/ 547018 h 5940347"/>
              <a:gd name="connsiteX136" fmla="*/ 6503130 w 7047465"/>
              <a:gd name="connsiteY136" fmla="*/ 522272 h 5940347"/>
              <a:gd name="connsiteX137" fmla="*/ 6526180 w 7047465"/>
              <a:gd name="connsiteY137" fmla="*/ 497526 h 5940347"/>
              <a:gd name="connsiteX138" fmla="*/ 6063383 w 7047465"/>
              <a:gd name="connsiteY138" fmla="*/ 497526 h 5940347"/>
              <a:gd name="connsiteX139" fmla="*/ 6086433 w 7047465"/>
              <a:gd name="connsiteY139" fmla="*/ 522272 h 5940347"/>
              <a:gd name="connsiteX140" fmla="*/ 6063383 w 7047465"/>
              <a:gd name="connsiteY140" fmla="*/ 547018 h 5940347"/>
              <a:gd name="connsiteX141" fmla="*/ 6040333 w 7047465"/>
              <a:gd name="connsiteY141" fmla="*/ 522272 h 5940347"/>
              <a:gd name="connsiteX142" fmla="*/ 6063383 w 7047465"/>
              <a:gd name="connsiteY142" fmla="*/ 497526 h 5940347"/>
              <a:gd name="connsiteX143" fmla="*/ 6328346 w 7047465"/>
              <a:gd name="connsiteY143" fmla="*/ 496606 h 5940347"/>
              <a:gd name="connsiteX144" fmla="*/ 6348608 w 7047465"/>
              <a:gd name="connsiteY144" fmla="*/ 513768 h 5940347"/>
              <a:gd name="connsiteX145" fmla="*/ 6307778 w 7047465"/>
              <a:gd name="connsiteY145" fmla="*/ 513768 h 5940347"/>
              <a:gd name="connsiteX146" fmla="*/ 6328346 w 7047465"/>
              <a:gd name="connsiteY146" fmla="*/ 496606 h 5940347"/>
              <a:gd name="connsiteX147" fmla="*/ 6457042 w 7047465"/>
              <a:gd name="connsiteY147" fmla="*/ 482692 h 5940347"/>
              <a:gd name="connsiteX148" fmla="*/ 6457042 w 7047465"/>
              <a:gd name="connsiteY148" fmla="*/ 561865 h 5940347"/>
              <a:gd name="connsiteX149" fmla="*/ 6474681 w 7047465"/>
              <a:gd name="connsiteY149" fmla="*/ 561865 h 5940347"/>
              <a:gd name="connsiteX150" fmla="*/ 6474681 w 7047465"/>
              <a:gd name="connsiteY150" fmla="*/ 482692 h 5940347"/>
              <a:gd name="connsiteX151" fmla="*/ 6156966 w 7047465"/>
              <a:gd name="connsiteY151" fmla="*/ 481298 h 5940347"/>
              <a:gd name="connsiteX152" fmla="*/ 6135310 w 7047465"/>
              <a:gd name="connsiteY152" fmla="*/ 497079 h 5940347"/>
              <a:gd name="connsiteX153" fmla="*/ 6135310 w 7047465"/>
              <a:gd name="connsiteY153" fmla="*/ 482692 h 5940347"/>
              <a:gd name="connsiteX154" fmla="*/ 6117670 w 7047465"/>
              <a:gd name="connsiteY154" fmla="*/ 482692 h 5940347"/>
              <a:gd name="connsiteX155" fmla="*/ 6117670 w 7047465"/>
              <a:gd name="connsiteY155" fmla="*/ 561865 h 5940347"/>
              <a:gd name="connsiteX156" fmla="*/ 6135310 w 7047465"/>
              <a:gd name="connsiteY156" fmla="*/ 561865 h 5940347"/>
              <a:gd name="connsiteX157" fmla="*/ 6135310 w 7047465"/>
              <a:gd name="connsiteY157" fmla="*/ 518717 h 5940347"/>
              <a:gd name="connsiteX158" fmla="*/ 6154804 w 7047465"/>
              <a:gd name="connsiteY158" fmla="*/ 499547 h 5940347"/>
              <a:gd name="connsiteX159" fmla="*/ 6158667 w 7047465"/>
              <a:gd name="connsiteY159" fmla="*/ 499547 h 5940347"/>
              <a:gd name="connsiteX160" fmla="*/ 6158667 w 7047465"/>
              <a:gd name="connsiteY160" fmla="*/ 481298 h 5940347"/>
              <a:gd name="connsiteX161" fmla="*/ 6522624 w 7047465"/>
              <a:gd name="connsiteY161" fmla="*/ 480530 h 5940347"/>
              <a:gd name="connsiteX162" fmla="*/ 6484876 w 7047465"/>
              <a:gd name="connsiteY162" fmla="*/ 522285 h 5940347"/>
              <a:gd name="connsiteX163" fmla="*/ 6522624 w 7047465"/>
              <a:gd name="connsiteY163" fmla="*/ 564039 h 5940347"/>
              <a:gd name="connsiteX164" fmla="*/ 6549230 w 7047465"/>
              <a:gd name="connsiteY164" fmla="*/ 548732 h 5940347"/>
              <a:gd name="connsiteX165" fmla="*/ 6549230 w 7047465"/>
              <a:gd name="connsiteY165" fmla="*/ 561878 h 5940347"/>
              <a:gd name="connsiteX166" fmla="*/ 6566857 w 7047465"/>
              <a:gd name="connsiteY166" fmla="*/ 561878 h 5940347"/>
              <a:gd name="connsiteX167" fmla="*/ 6566857 w 7047465"/>
              <a:gd name="connsiteY167" fmla="*/ 482704 h 5940347"/>
              <a:gd name="connsiteX168" fmla="*/ 6549230 w 7047465"/>
              <a:gd name="connsiteY168" fmla="*/ 482704 h 5940347"/>
              <a:gd name="connsiteX169" fmla="*/ 6549230 w 7047465"/>
              <a:gd name="connsiteY169" fmla="*/ 495838 h 5940347"/>
              <a:gd name="connsiteX170" fmla="*/ 6522624 w 7047465"/>
              <a:gd name="connsiteY170" fmla="*/ 480530 h 5940347"/>
              <a:gd name="connsiteX171" fmla="*/ 6059814 w 7047465"/>
              <a:gd name="connsiteY171" fmla="*/ 480530 h 5940347"/>
              <a:gd name="connsiteX172" fmla="*/ 6022066 w 7047465"/>
              <a:gd name="connsiteY172" fmla="*/ 522285 h 5940347"/>
              <a:gd name="connsiteX173" fmla="*/ 6059814 w 7047465"/>
              <a:gd name="connsiteY173" fmla="*/ 564039 h 5940347"/>
              <a:gd name="connsiteX174" fmla="*/ 6086420 w 7047465"/>
              <a:gd name="connsiteY174" fmla="*/ 548732 h 5940347"/>
              <a:gd name="connsiteX175" fmla="*/ 6086420 w 7047465"/>
              <a:gd name="connsiteY175" fmla="*/ 561878 h 5940347"/>
              <a:gd name="connsiteX176" fmla="*/ 6104047 w 7047465"/>
              <a:gd name="connsiteY176" fmla="*/ 561878 h 5940347"/>
              <a:gd name="connsiteX177" fmla="*/ 6104047 w 7047465"/>
              <a:gd name="connsiteY177" fmla="*/ 482704 h 5940347"/>
              <a:gd name="connsiteX178" fmla="*/ 6086420 w 7047465"/>
              <a:gd name="connsiteY178" fmla="*/ 482704 h 5940347"/>
              <a:gd name="connsiteX179" fmla="*/ 6086420 w 7047465"/>
              <a:gd name="connsiteY179" fmla="*/ 495838 h 5940347"/>
              <a:gd name="connsiteX180" fmla="*/ 6059814 w 7047465"/>
              <a:gd name="connsiteY180" fmla="*/ 480530 h 5940347"/>
              <a:gd name="connsiteX181" fmla="*/ 6418220 w 7047465"/>
              <a:gd name="connsiteY181" fmla="*/ 480518 h 5940347"/>
              <a:gd name="connsiteX182" fmla="*/ 6394555 w 7047465"/>
              <a:gd name="connsiteY182" fmla="*/ 493204 h 5940347"/>
              <a:gd name="connsiteX183" fmla="*/ 6394555 w 7047465"/>
              <a:gd name="connsiteY183" fmla="*/ 482692 h 5940347"/>
              <a:gd name="connsiteX184" fmla="*/ 6376929 w 7047465"/>
              <a:gd name="connsiteY184" fmla="*/ 482692 h 5940347"/>
              <a:gd name="connsiteX185" fmla="*/ 6376929 w 7047465"/>
              <a:gd name="connsiteY185" fmla="*/ 561865 h 5940347"/>
              <a:gd name="connsiteX186" fmla="*/ 6394543 w 7047465"/>
              <a:gd name="connsiteY186" fmla="*/ 561865 h 5940347"/>
              <a:gd name="connsiteX187" fmla="*/ 6394543 w 7047465"/>
              <a:gd name="connsiteY187" fmla="*/ 514855 h 5940347"/>
              <a:gd name="connsiteX188" fmla="*/ 6410941 w 7047465"/>
              <a:gd name="connsiteY188" fmla="*/ 495992 h 5940347"/>
              <a:gd name="connsiteX189" fmla="*/ 6426406 w 7047465"/>
              <a:gd name="connsiteY189" fmla="*/ 513461 h 5940347"/>
              <a:gd name="connsiteX190" fmla="*/ 6426406 w 7047465"/>
              <a:gd name="connsiteY190" fmla="*/ 561865 h 5940347"/>
              <a:gd name="connsiteX191" fmla="*/ 6444046 w 7047465"/>
              <a:gd name="connsiteY191" fmla="*/ 561865 h 5940347"/>
              <a:gd name="connsiteX192" fmla="*/ 6444046 w 7047465"/>
              <a:gd name="connsiteY192" fmla="*/ 510366 h 5940347"/>
              <a:gd name="connsiteX193" fmla="*/ 6418220 w 7047465"/>
              <a:gd name="connsiteY193" fmla="*/ 480518 h 5940347"/>
              <a:gd name="connsiteX194" fmla="*/ 6328359 w 7047465"/>
              <a:gd name="connsiteY194" fmla="*/ 480518 h 5940347"/>
              <a:gd name="connsiteX195" fmla="*/ 6289217 w 7047465"/>
              <a:gd name="connsiteY195" fmla="*/ 522272 h 5940347"/>
              <a:gd name="connsiteX196" fmla="*/ 6329741 w 7047465"/>
              <a:gd name="connsiteY196" fmla="*/ 564026 h 5940347"/>
              <a:gd name="connsiteX197" fmla="*/ 6364240 w 7047465"/>
              <a:gd name="connsiteY197" fmla="*/ 546238 h 5940347"/>
              <a:gd name="connsiteX198" fmla="*/ 6352177 w 7047465"/>
              <a:gd name="connsiteY198" fmla="*/ 536032 h 5940347"/>
              <a:gd name="connsiteX199" fmla="*/ 6329754 w 7047465"/>
              <a:gd name="connsiteY199" fmla="*/ 547939 h 5940347"/>
              <a:gd name="connsiteX200" fmla="*/ 6307330 w 7047465"/>
              <a:gd name="connsiteY200" fmla="*/ 527988 h 5940347"/>
              <a:gd name="connsiteX201" fmla="*/ 6366567 w 7047465"/>
              <a:gd name="connsiteY201" fmla="*/ 527988 h 5940347"/>
              <a:gd name="connsiteX202" fmla="*/ 6367028 w 7047465"/>
              <a:gd name="connsiteY202" fmla="*/ 521492 h 5940347"/>
              <a:gd name="connsiteX203" fmla="*/ 6328359 w 7047465"/>
              <a:gd name="connsiteY203" fmla="*/ 480518 h 5940347"/>
              <a:gd name="connsiteX204" fmla="*/ 6208017 w 7047465"/>
              <a:gd name="connsiteY204" fmla="*/ 480518 h 5940347"/>
              <a:gd name="connsiteX205" fmla="*/ 6185593 w 7047465"/>
              <a:gd name="connsiteY205" fmla="*/ 493204 h 5940347"/>
              <a:gd name="connsiteX206" fmla="*/ 6185593 w 7047465"/>
              <a:gd name="connsiteY206" fmla="*/ 482692 h 5940347"/>
              <a:gd name="connsiteX207" fmla="*/ 6167954 w 7047465"/>
              <a:gd name="connsiteY207" fmla="*/ 482692 h 5940347"/>
              <a:gd name="connsiteX208" fmla="*/ 6167954 w 7047465"/>
              <a:gd name="connsiteY208" fmla="*/ 561865 h 5940347"/>
              <a:gd name="connsiteX209" fmla="*/ 6185580 w 7047465"/>
              <a:gd name="connsiteY209" fmla="*/ 561865 h 5940347"/>
              <a:gd name="connsiteX210" fmla="*/ 6185580 w 7047465"/>
              <a:gd name="connsiteY210" fmla="*/ 514855 h 5940347"/>
              <a:gd name="connsiteX211" fmla="*/ 6200738 w 7047465"/>
              <a:gd name="connsiteY211" fmla="*/ 495992 h 5940347"/>
              <a:gd name="connsiteX212" fmla="*/ 6214975 w 7047465"/>
              <a:gd name="connsiteY212" fmla="*/ 513461 h 5940347"/>
              <a:gd name="connsiteX213" fmla="*/ 6214975 w 7047465"/>
              <a:gd name="connsiteY213" fmla="*/ 561865 h 5940347"/>
              <a:gd name="connsiteX214" fmla="*/ 6232602 w 7047465"/>
              <a:gd name="connsiteY214" fmla="*/ 561865 h 5940347"/>
              <a:gd name="connsiteX215" fmla="*/ 6232602 w 7047465"/>
              <a:gd name="connsiteY215" fmla="*/ 513154 h 5940347"/>
              <a:gd name="connsiteX216" fmla="*/ 6247760 w 7047465"/>
              <a:gd name="connsiteY216" fmla="*/ 495992 h 5940347"/>
              <a:gd name="connsiteX217" fmla="*/ 6261997 w 7047465"/>
              <a:gd name="connsiteY217" fmla="*/ 513461 h 5940347"/>
              <a:gd name="connsiteX218" fmla="*/ 6261997 w 7047465"/>
              <a:gd name="connsiteY218" fmla="*/ 561865 h 5940347"/>
              <a:gd name="connsiteX219" fmla="*/ 6279636 w 7047465"/>
              <a:gd name="connsiteY219" fmla="*/ 561865 h 5940347"/>
              <a:gd name="connsiteX220" fmla="*/ 6279636 w 7047465"/>
              <a:gd name="connsiteY220" fmla="*/ 510366 h 5940347"/>
              <a:gd name="connsiteX221" fmla="*/ 6253490 w 7047465"/>
              <a:gd name="connsiteY221" fmla="*/ 480518 h 5940347"/>
              <a:gd name="connsiteX222" fmla="*/ 6229673 w 7047465"/>
              <a:gd name="connsiteY222" fmla="*/ 494125 h 5940347"/>
              <a:gd name="connsiteX223" fmla="*/ 6208017 w 7047465"/>
              <a:gd name="connsiteY223" fmla="*/ 480518 h 5940347"/>
              <a:gd name="connsiteX224" fmla="*/ 5944575 w 7047465"/>
              <a:gd name="connsiteY224" fmla="*/ 471860 h 5940347"/>
              <a:gd name="connsiteX225" fmla="*/ 5974584 w 7047465"/>
              <a:gd name="connsiteY225" fmla="*/ 471860 h 5940347"/>
              <a:gd name="connsiteX226" fmla="*/ 5989742 w 7047465"/>
              <a:gd name="connsiteY226" fmla="*/ 484380 h 5940347"/>
              <a:gd name="connsiteX227" fmla="*/ 5974584 w 7047465"/>
              <a:gd name="connsiteY227" fmla="*/ 496912 h 5940347"/>
              <a:gd name="connsiteX228" fmla="*/ 5944575 w 7047465"/>
              <a:gd name="connsiteY228" fmla="*/ 496912 h 5940347"/>
              <a:gd name="connsiteX229" fmla="*/ 5679804 w 7047465"/>
              <a:gd name="connsiteY229" fmla="*/ 462793 h 5940347"/>
              <a:gd name="connsiteX230" fmla="*/ 5668112 w 7047465"/>
              <a:gd name="connsiteY230" fmla="*/ 494560 h 5940347"/>
              <a:gd name="connsiteX231" fmla="*/ 5678921 w 7047465"/>
              <a:gd name="connsiteY231" fmla="*/ 566534 h 5940347"/>
              <a:gd name="connsiteX232" fmla="*/ 5680699 w 7047465"/>
              <a:gd name="connsiteY232" fmla="*/ 566534 h 5940347"/>
              <a:gd name="connsiteX233" fmla="*/ 5691508 w 7047465"/>
              <a:gd name="connsiteY233" fmla="*/ 494560 h 5940347"/>
              <a:gd name="connsiteX234" fmla="*/ 5679804 w 7047465"/>
              <a:gd name="connsiteY234" fmla="*/ 462793 h 5940347"/>
              <a:gd name="connsiteX235" fmla="*/ 5924467 w 7047465"/>
              <a:gd name="connsiteY235" fmla="*/ 453623 h 5940347"/>
              <a:gd name="connsiteX236" fmla="*/ 5924467 w 7047465"/>
              <a:gd name="connsiteY236" fmla="*/ 561865 h 5940347"/>
              <a:gd name="connsiteX237" fmla="*/ 5977833 w 7047465"/>
              <a:gd name="connsiteY237" fmla="*/ 561865 h 5940347"/>
              <a:gd name="connsiteX238" fmla="*/ 6013406 w 7047465"/>
              <a:gd name="connsiteY238" fmla="*/ 531403 h 5940347"/>
              <a:gd name="connsiteX239" fmla="*/ 5994539 w 7047465"/>
              <a:gd name="connsiteY239" fmla="*/ 505583 h 5940347"/>
              <a:gd name="connsiteX240" fmla="*/ 6010784 w 7047465"/>
              <a:gd name="connsiteY240" fmla="*/ 481771 h 5940347"/>
              <a:gd name="connsiteX241" fmla="*/ 5977373 w 7047465"/>
              <a:gd name="connsiteY241" fmla="*/ 453623 h 5940347"/>
              <a:gd name="connsiteX242" fmla="*/ 6465855 w 7047465"/>
              <a:gd name="connsiteY242" fmla="*/ 450669 h 5940347"/>
              <a:gd name="connsiteX243" fmla="*/ 6454867 w 7047465"/>
              <a:gd name="connsiteY243" fmla="*/ 461654 h 5940347"/>
              <a:gd name="connsiteX244" fmla="*/ 6465855 w 7047465"/>
              <a:gd name="connsiteY244" fmla="*/ 472640 h 5940347"/>
              <a:gd name="connsiteX245" fmla="*/ 6476843 w 7047465"/>
              <a:gd name="connsiteY245" fmla="*/ 461654 h 5940347"/>
              <a:gd name="connsiteX246" fmla="*/ 6465855 w 7047465"/>
              <a:gd name="connsiteY246" fmla="*/ 450669 h 5940347"/>
              <a:gd name="connsiteX247" fmla="*/ 5818502 w 7047465"/>
              <a:gd name="connsiteY247" fmla="*/ 447345 h 5940347"/>
              <a:gd name="connsiteX248" fmla="*/ 5771327 w 7047465"/>
              <a:gd name="connsiteY248" fmla="*/ 475415 h 5940347"/>
              <a:gd name="connsiteX249" fmla="*/ 5694885 w 7047465"/>
              <a:gd name="connsiteY249" fmla="*/ 569475 h 5940347"/>
              <a:gd name="connsiteX250" fmla="*/ 5696343 w 7047465"/>
              <a:gd name="connsiteY250" fmla="*/ 570933 h 5940347"/>
              <a:gd name="connsiteX251" fmla="*/ 5790425 w 7047465"/>
              <a:gd name="connsiteY251" fmla="*/ 494509 h 5940347"/>
              <a:gd name="connsiteX252" fmla="*/ 5818502 w 7047465"/>
              <a:gd name="connsiteY252" fmla="*/ 447345 h 5940347"/>
              <a:gd name="connsiteX253" fmla="*/ 5539698 w 7047465"/>
              <a:gd name="connsiteY253" fmla="*/ 447281 h 5940347"/>
              <a:gd name="connsiteX254" fmla="*/ 5567775 w 7047465"/>
              <a:gd name="connsiteY254" fmla="*/ 494445 h 5940347"/>
              <a:gd name="connsiteX255" fmla="*/ 5661857 w 7047465"/>
              <a:gd name="connsiteY255" fmla="*/ 570869 h 5940347"/>
              <a:gd name="connsiteX256" fmla="*/ 5661857 w 7047465"/>
              <a:gd name="connsiteY256" fmla="*/ 570882 h 5940347"/>
              <a:gd name="connsiteX257" fmla="*/ 5663315 w 7047465"/>
              <a:gd name="connsiteY257" fmla="*/ 569424 h 5940347"/>
              <a:gd name="connsiteX258" fmla="*/ 5586873 w 7047465"/>
              <a:gd name="connsiteY258" fmla="*/ 475364 h 5940347"/>
              <a:gd name="connsiteX259" fmla="*/ 5539698 w 7047465"/>
              <a:gd name="connsiteY259" fmla="*/ 447281 h 5940347"/>
              <a:gd name="connsiteX260" fmla="*/ 0 w 7047465"/>
              <a:gd name="connsiteY260" fmla="*/ 0 h 5940347"/>
              <a:gd name="connsiteX261" fmla="*/ 7047465 w 7047465"/>
              <a:gd name="connsiteY261" fmla="*/ 0 h 5940347"/>
              <a:gd name="connsiteX262" fmla="*/ 7047465 w 7047465"/>
              <a:gd name="connsiteY262" fmla="*/ 4925436 h 5940347"/>
              <a:gd name="connsiteX263" fmla="*/ 1325965 w 7047465"/>
              <a:gd name="connsiteY263" fmla="*/ 5936138 h 5940347"/>
              <a:gd name="connsiteX264" fmla="*/ 1009499 w 7047465"/>
              <a:gd name="connsiteY264" fmla="*/ 5714695 h 594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7047465" h="5940347">
                <a:moveTo>
                  <a:pt x="6297865" y="652255"/>
                </a:moveTo>
                <a:cubicBezTo>
                  <a:pt x="6311168" y="652255"/>
                  <a:pt x="6320915" y="662767"/>
                  <a:pt x="6320915" y="677001"/>
                </a:cubicBezTo>
                <a:cubicBezTo>
                  <a:pt x="6320915" y="691235"/>
                  <a:pt x="6311168" y="701747"/>
                  <a:pt x="6297865" y="701747"/>
                </a:cubicBezTo>
                <a:cubicBezTo>
                  <a:pt x="6284562" y="701747"/>
                  <a:pt x="6274814" y="691235"/>
                  <a:pt x="6274814" y="677001"/>
                </a:cubicBezTo>
                <a:cubicBezTo>
                  <a:pt x="6274814" y="662767"/>
                  <a:pt x="6284562" y="652255"/>
                  <a:pt x="6297865" y="652255"/>
                </a:cubicBezTo>
                <a:close/>
                <a:moveTo>
                  <a:pt x="6072657" y="652255"/>
                </a:moveTo>
                <a:cubicBezTo>
                  <a:pt x="6085960" y="652255"/>
                  <a:pt x="6095707" y="662767"/>
                  <a:pt x="6095707" y="677001"/>
                </a:cubicBezTo>
                <a:cubicBezTo>
                  <a:pt x="6095707" y="691235"/>
                  <a:pt x="6085960" y="701747"/>
                  <a:pt x="6072657" y="701747"/>
                </a:cubicBezTo>
                <a:cubicBezTo>
                  <a:pt x="6059354" y="701747"/>
                  <a:pt x="6049607" y="691235"/>
                  <a:pt x="6049607" y="677001"/>
                </a:cubicBezTo>
                <a:cubicBezTo>
                  <a:pt x="6049607" y="662767"/>
                  <a:pt x="6059354" y="652255"/>
                  <a:pt x="6072657" y="652255"/>
                </a:cubicBezTo>
                <a:close/>
                <a:moveTo>
                  <a:pt x="6387892" y="651334"/>
                </a:moveTo>
                <a:cubicBezTo>
                  <a:pt x="6397792" y="651334"/>
                  <a:pt x="6405838" y="657217"/>
                  <a:pt x="6408153" y="668497"/>
                </a:cubicBezTo>
                <a:lnTo>
                  <a:pt x="6367323" y="668497"/>
                </a:lnTo>
                <a:cubicBezTo>
                  <a:pt x="6369792" y="657831"/>
                  <a:pt x="6377377" y="651334"/>
                  <a:pt x="6387892" y="651334"/>
                </a:cubicBezTo>
                <a:close/>
                <a:moveTo>
                  <a:pt x="6475744" y="636014"/>
                </a:moveTo>
                <a:cubicBezTo>
                  <a:pt x="6464142" y="636014"/>
                  <a:pt x="6456569" y="642510"/>
                  <a:pt x="6454088" y="651782"/>
                </a:cubicBezTo>
                <a:lnTo>
                  <a:pt x="6454088" y="637395"/>
                </a:lnTo>
                <a:lnTo>
                  <a:pt x="6436461" y="637395"/>
                </a:lnTo>
                <a:lnTo>
                  <a:pt x="6436461" y="716569"/>
                </a:lnTo>
                <a:lnTo>
                  <a:pt x="6436461" y="716594"/>
                </a:lnTo>
                <a:lnTo>
                  <a:pt x="6454088" y="716594"/>
                </a:lnTo>
                <a:lnTo>
                  <a:pt x="6454088" y="673446"/>
                </a:lnTo>
                <a:cubicBezTo>
                  <a:pt x="6454088" y="660299"/>
                  <a:pt x="6459652" y="654263"/>
                  <a:pt x="6473582" y="654263"/>
                </a:cubicBezTo>
                <a:lnTo>
                  <a:pt x="6477445" y="654263"/>
                </a:lnTo>
                <a:lnTo>
                  <a:pt x="6477445" y="636014"/>
                </a:lnTo>
                <a:close/>
                <a:moveTo>
                  <a:pt x="6294309" y="635259"/>
                </a:moveTo>
                <a:cubicBezTo>
                  <a:pt x="6273586" y="635259"/>
                  <a:pt x="6256574" y="652728"/>
                  <a:pt x="6256574" y="677014"/>
                </a:cubicBezTo>
                <a:cubicBezTo>
                  <a:pt x="6256574" y="701299"/>
                  <a:pt x="6273586" y="718768"/>
                  <a:pt x="6294309" y="718768"/>
                </a:cubicBezTo>
                <a:cubicBezTo>
                  <a:pt x="6306525" y="718768"/>
                  <a:pt x="6315658" y="713512"/>
                  <a:pt x="6320915" y="703460"/>
                </a:cubicBezTo>
                <a:lnTo>
                  <a:pt x="6320915" y="716607"/>
                </a:lnTo>
                <a:lnTo>
                  <a:pt x="6338555" y="716607"/>
                </a:lnTo>
                <a:lnTo>
                  <a:pt x="6338555" y="637433"/>
                </a:lnTo>
                <a:lnTo>
                  <a:pt x="6320915" y="637433"/>
                </a:lnTo>
                <a:lnTo>
                  <a:pt x="6320915" y="650567"/>
                </a:lnTo>
                <a:cubicBezTo>
                  <a:pt x="6315658" y="640515"/>
                  <a:pt x="6306525" y="635259"/>
                  <a:pt x="6294309" y="635259"/>
                </a:cubicBezTo>
                <a:close/>
                <a:moveTo>
                  <a:pt x="6072657" y="635247"/>
                </a:moveTo>
                <a:cubicBezTo>
                  <a:pt x="6049146" y="635247"/>
                  <a:pt x="6031353" y="652716"/>
                  <a:pt x="6031353" y="677001"/>
                </a:cubicBezTo>
                <a:cubicBezTo>
                  <a:pt x="6031353" y="701286"/>
                  <a:pt x="6049146" y="718755"/>
                  <a:pt x="6072657" y="718755"/>
                </a:cubicBezTo>
                <a:cubicBezTo>
                  <a:pt x="6096168" y="718755"/>
                  <a:pt x="6113961" y="701286"/>
                  <a:pt x="6113961" y="677001"/>
                </a:cubicBezTo>
                <a:cubicBezTo>
                  <a:pt x="6113961" y="652716"/>
                  <a:pt x="6096168" y="635247"/>
                  <a:pt x="6072657" y="635247"/>
                </a:cubicBezTo>
                <a:close/>
                <a:moveTo>
                  <a:pt x="6387904" y="635234"/>
                </a:moveTo>
                <a:cubicBezTo>
                  <a:pt x="6364701" y="635234"/>
                  <a:pt x="6348775" y="652869"/>
                  <a:pt x="6348775" y="676988"/>
                </a:cubicBezTo>
                <a:lnTo>
                  <a:pt x="6348762" y="677001"/>
                </a:lnTo>
                <a:cubicBezTo>
                  <a:pt x="6348762" y="701120"/>
                  <a:pt x="6365928" y="718755"/>
                  <a:pt x="6389286" y="718755"/>
                </a:cubicBezTo>
                <a:cubicBezTo>
                  <a:pt x="6403676" y="718755"/>
                  <a:pt x="6417286" y="711645"/>
                  <a:pt x="6423785" y="700967"/>
                </a:cubicBezTo>
                <a:lnTo>
                  <a:pt x="6411722" y="690761"/>
                </a:lnTo>
                <a:cubicBezTo>
                  <a:pt x="6407232" y="698191"/>
                  <a:pt x="6398879" y="702667"/>
                  <a:pt x="6389299" y="702667"/>
                </a:cubicBezTo>
                <a:cubicBezTo>
                  <a:pt x="6377697" y="702667"/>
                  <a:pt x="6369037" y="694777"/>
                  <a:pt x="6366875" y="682717"/>
                </a:cubicBezTo>
                <a:lnTo>
                  <a:pt x="6426113" y="682717"/>
                </a:lnTo>
                <a:cubicBezTo>
                  <a:pt x="6426420" y="680710"/>
                  <a:pt x="6426573" y="678382"/>
                  <a:pt x="6426573" y="676221"/>
                </a:cubicBezTo>
                <a:cubicBezTo>
                  <a:pt x="6426573" y="653483"/>
                  <a:pt x="6411108" y="635234"/>
                  <a:pt x="6387904" y="635234"/>
                </a:cubicBezTo>
                <a:close/>
                <a:moveTo>
                  <a:pt x="6148754" y="614516"/>
                </a:moveTo>
                <a:lnTo>
                  <a:pt x="6131114" y="619926"/>
                </a:lnTo>
                <a:lnTo>
                  <a:pt x="6131114" y="637395"/>
                </a:lnTo>
                <a:lnTo>
                  <a:pt x="6115803" y="637395"/>
                </a:lnTo>
                <a:lnTo>
                  <a:pt x="6115803" y="652549"/>
                </a:lnTo>
                <a:lnTo>
                  <a:pt x="6131114" y="652549"/>
                </a:lnTo>
                <a:lnTo>
                  <a:pt x="6131114" y="691362"/>
                </a:lnTo>
                <a:cubicBezTo>
                  <a:pt x="6131114" y="708525"/>
                  <a:pt x="6140554" y="718269"/>
                  <a:pt x="6156633" y="718269"/>
                </a:cubicBezTo>
                <a:cubicBezTo>
                  <a:pt x="6161123" y="718269"/>
                  <a:pt x="6165140" y="717809"/>
                  <a:pt x="6168082" y="716875"/>
                </a:cubicBezTo>
                <a:lnTo>
                  <a:pt x="6168095" y="716901"/>
                </a:lnTo>
                <a:lnTo>
                  <a:pt x="6168095" y="702054"/>
                </a:lnTo>
                <a:cubicBezTo>
                  <a:pt x="6166086" y="702361"/>
                  <a:pt x="6163298" y="702514"/>
                  <a:pt x="6161443" y="702514"/>
                </a:cubicBezTo>
                <a:cubicBezTo>
                  <a:pt x="6152783" y="702514"/>
                  <a:pt x="6148754" y="698025"/>
                  <a:pt x="6148754" y="689674"/>
                </a:cubicBezTo>
                <a:lnTo>
                  <a:pt x="6148754" y="652562"/>
                </a:lnTo>
                <a:lnTo>
                  <a:pt x="6168095" y="652562"/>
                </a:lnTo>
                <a:lnTo>
                  <a:pt x="6168095" y="637408"/>
                </a:lnTo>
                <a:lnTo>
                  <a:pt x="6148754" y="637408"/>
                </a:lnTo>
                <a:close/>
                <a:moveTo>
                  <a:pt x="6179863" y="608340"/>
                </a:moveTo>
                <a:lnTo>
                  <a:pt x="6179863" y="716594"/>
                </a:lnTo>
                <a:lnTo>
                  <a:pt x="6197477" y="716594"/>
                </a:lnTo>
                <a:lnTo>
                  <a:pt x="6197477" y="669584"/>
                </a:lnTo>
                <a:cubicBezTo>
                  <a:pt x="6197477" y="657371"/>
                  <a:pt x="6203975" y="650721"/>
                  <a:pt x="6213875" y="650721"/>
                </a:cubicBezTo>
                <a:cubicBezTo>
                  <a:pt x="6223776" y="650721"/>
                  <a:pt x="6229340" y="657371"/>
                  <a:pt x="6229340" y="668190"/>
                </a:cubicBezTo>
                <a:lnTo>
                  <a:pt x="6229340" y="716594"/>
                </a:lnTo>
                <a:lnTo>
                  <a:pt x="6246980" y="716594"/>
                </a:lnTo>
                <a:lnTo>
                  <a:pt x="6246980" y="665095"/>
                </a:lnTo>
                <a:cubicBezTo>
                  <a:pt x="6246980" y="644684"/>
                  <a:pt x="6235992" y="635247"/>
                  <a:pt x="6221154" y="635247"/>
                </a:cubicBezTo>
                <a:cubicBezTo>
                  <a:pt x="6208938" y="635247"/>
                  <a:pt x="6200892" y="641283"/>
                  <a:pt x="6197490" y="647933"/>
                </a:cubicBezTo>
                <a:lnTo>
                  <a:pt x="6197490" y="608340"/>
                </a:lnTo>
                <a:close/>
                <a:moveTo>
                  <a:pt x="5972116" y="606485"/>
                </a:moveTo>
                <a:cubicBezTo>
                  <a:pt x="5941019" y="606485"/>
                  <a:pt x="5917662" y="629991"/>
                  <a:pt x="5917662" y="662627"/>
                </a:cubicBezTo>
                <a:cubicBezTo>
                  <a:pt x="5917662" y="695263"/>
                  <a:pt x="5941019" y="718768"/>
                  <a:pt x="5969788" y="718768"/>
                </a:cubicBezTo>
                <a:cubicBezTo>
                  <a:pt x="5983091" y="718768"/>
                  <a:pt x="5995614" y="712579"/>
                  <a:pt x="6002892" y="702680"/>
                </a:cubicBezTo>
                <a:lnTo>
                  <a:pt x="6002892" y="716594"/>
                </a:lnTo>
                <a:lnTo>
                  <a:pt x="6020839" y="716594"/>
                </a:lnTo>
                <a:lnTo>
                  <a:pt x="6020839" y="659685"/>
                </a:lnTo>
                <a:lnTo>
                  <a:pt x="5973970" y="659685"/>
                </a:lnTo>
                <a:lnTo>
                  <a:pt x="5973970" y="677321"/>
                </a:lnTo>
                <a:lnTo>
                  <a:pt x="6001344" y="677321"/>
                </a:lnTo>
                <a:cubicBezTo>
                  <a:pt x="5998709" y="690621"/>
                  <a:pt x="5986954" y="699905"/>
                  <a:pt x="5972103" y="699905"/>
                </a:cubicBezTo>
                <a:cubicBezTo>
                  <a:pt x="5952608" y="699905"/>
                  <a:pt x="5938691" y="684137"/>
                  <a:pt x="5938691" y="662639"/>
                </a:cubicBezTo>
                <a:cubicBezTo>
                  <a:pt x="5938691" y="641142"/>
                  <a:pt x="5952608" y="625374"/>
                  <a:pt x="5972103" y="625374"/>
                </a:cubicBezTo>
                <a:cubicBezTo>
                  <a:pt x="5986020" y="625374"/>
                  <a:pt x="5996074" y="632331"/>
                  <a:pt x="6001498" y="642229"/>
                </a:cubicBezTo>
                <a:lnTo>
                  <a:pt x="6018203" y="631090"/>
                </a:lnTo>
                <a:cubicBezTo>
                  <a:pt x="6010004" y="615629"/>
                  <a:pt x="5992684" y="606498"/>
                  <a:pt x="5972103" y="606498"/>
                </a:cubicBezTo>
                <a:close/>
                <a:moveTo>
                  <a:pt x="5696202" y="601536"/>
                </a:moveTo>
                <a:lnTo>
                  <a:pt x="5696210" y="601541"/>
                </a:lnTo>
                <a:lnTo>
                  <a:pt x="5694757" y="602994"/>
                </a:lnTo>
                <a:cubicBezTo>
                  <a:pt x="5712499" y="630630"/>
                  <a:pt x="5736010" y="661872"/>
                  <a:pt x="5771199" y="697053"/>
                </a:cubicBezTo>
                <a:cubicBezTo>
                  <a:pt x="5796821" y="722669"/>
                  <a:pt x="5810623" y="732887"/>
                  <a:pt x="5818374" y="725124"/>
                </a:cubicBezTo>
                <a:cubicBezTo>
                  <a:pt x="5826126" y="717374"/>
                  <a:pt x="5815906" y="703576"/>
                  <a:pt x="5790284" y="677960"/>
                </a:cubicBezTo>
                <a:cubicBezTo>
                  <a:pt x="5772689" y="660369"/>
                  <a:pt x="5756080" y="645695"/>
                  <a:pt x="5740413" y="633202"/>
                </a:cubicBezTo>
                <a:lnTo>
                  <a:pt x="5696210" y="601541"/>
                </a:lnTo>
                <a:lnTo>
                  <a:pt x="5696215" y="601536"/>
                </a:lnTo>
                <a:close/>
                <a:moveTo>
                  <a:pt x="5592015" y="588556"/>
                </a:moveTo>
                <a:cubicBezTo>
                  <a:pt x="5570014" y="588556"/>
                  <a:pt x="5559691" y="590755"/>
                  <a:pt x="5559691" y="600257"/>
                </a:cubicBezTo>
                <a:cubicBezTo>
                  <a:pt x="5559691" y="609759"/>
                  <a:pt x="5570001" y="611958"/>
                  <a:pt x="5592015" y="611958"/>
                </a:cubicBezTo>
                <a:cubicBezTo>
                  <a:pt x="5616959" y="611958"/>
                  <a:pt x="5637336" y="608723"/>
                  <a:pt x="5654656" y="604183"/>
                </a:cubicBezTo>
                <a:cubicBezTo>
                  <a:pt x="5628791" y="621793"/>
                  <a:pt x="5600061" y="646782"/>
                  <a:pt x="5567494" y="678996"/>
                </a:cubicBezTo>
                <a:cubicBezTo>
                  <a:pt x="5541936" y="704279"/>
                  <a:pt x="5531678" y="717822"/>
                  <a:pt x="5539097" y="725163"/>
                </a:cubicBezTo>
                <a:cubicBezTo>
                  <a:pt x="5546516" y="732503"/>
                  <a:pt x="5560203" y="722349"/>
                  <a:pt x="5585760" y="697066"/>
                </a:cubicBezTo>
                <a:cubicBezTo>
                  <a:pt x="5618328" y="664839"/>
                  <a:pt x="5643578" y="636423"/>
                  <a:pt x="5661371" y="610833"/>
                </a:cubicBezTo>
                <a:cubicBezTo>
                  <a:pt x="5656830" y="628149"/>
                  <a:pt x="5653581" y="648534"/>
                  <a:pt x="5653581" y="673510"/>
                </a:cubicBezTo>
                <a:cubicBezTo>
                  <a:pt x="5653581" y="695506"/>
                  <a:pt x="5655781" y="705814"/>
                  <a:pt x="5665285" y="705814"/>
                </a:cubicBezTo>
                <a:cubicBezTo>
                  <a:pt x="5674789" y="705814"/>
                  <a:pt x="5676990" y="695506"/>
                  <a:pt x="5676990" y="673510"/>
                </a:cubicBezTo>
                <a:cubicBezTo>
                  <a:pt x="5676990" y="643290"/>
                  <a:pt x="5672257" y="619772"/>
                  <a:pt x="5666181" y="600295"/>
                </a:cubicBezTo>
                <a:cubicBezTo>
                  <a:pt x="5666104" y="600027"/>
                  <a:pt x="5665963" y="599835"/>
                  <a:pt x="5665797" y="599707"/>
                </a:cubicBezTo>
                <a:lnTo>
                  <a:pt x="5665784" y="599694"/>
                </a:lnTo>
                <a:cubicBezTo>
                  <a:pt x="5665656" y="599554"/>
                  <a:pt x="5665477" y="599438"/>
                  <a:pt x="5665247" y="599362"/>
                </a:cubicBezTo>
                <a:cubicBezTo>
                  <a:pt x="5645753" y="593300"/>
                  <a:pt x="5622242" y="588556"/>
                  <a:pt x="5592015" y="588556"/>
                </a:cubicBezTo>
                <a:close/>
                <a:moveTo>
                  <a:pt x="5778874" y="575550"/>
                </a:moveTo>
                <a:cubicBezTo>
                  <a:pt x="5746013" y="575550"/>
                  <a:pt x="5720442" y="580294"/>
                  <a:pt x="5699260" y="586356"/>
                </a:cubicBezTo>
                <a:cubicBezTo>
                  <a:pt x="5698147" y="586676"/>
                  <a:pt x="5698147" y="587827"/>
                  <a:pt x="5699260" y="588146"/>
                </a:cubicBezTo>
                <a:cubicBezTo>
                  <a:pt x="5720442" y="594208"/>
                  <a:pt x="5746026" y="598940"/>
                  <a:pt x="5778874" y="598940"/>
                </a:cubicBezTo>
                <a:cubicBezTo>
                  <a:pt x="5802794" y="598940"/>
                  <a:pt x="5814013" y="596740"/>
                  <a:pt x="5814013" y="587251"/>
                </a:cubicBezTo>
                <a:cubicBezTo>
                  <a:pt x="5814013" y="577762"/>
                  <a:pt x="5802794" y="575550"/>
                  <a:pt x="5778874" y="575550"/>
                </a:cubicBezTo>
                <a:close/>
                <a:moveTo>
                  <a:pt x="5944575" y="515162"/>
                </a:moveTo>
                <a:lnTo>
                  <a:pt x="5975518" y="515162"/>
                </a:lnTo>
                <a:cubicBezTo>
                  <a:pt x="5986186" y="515162"/>
                  <a:pt x="5992377" y="520418"/>
                  <a:pt x="5992377" y="529395"/>
                </a:cubicBezTo>
                <a:cubicBezTo>
                  <a:pt x="5992377" y="538373"/>
                  <a:pt x="5986186" y="543629"/>
                  <a:pt x="5975518" y="543629"/>
                </a:cubicBezTo>
                <a:lnTo>
                  <a:pt x="5975518" y="543616"/>
                </a:lnTo>
                <a:lnTo>
                  <a:pt x="5944575" y="543616"/>
                </a:lnTo>
                <a:close/>
                <a:moveTo>
                  <a:pt x="6526180" y="497526"/>
                </a:moveTo>
                <a:cubicBezTo>
                  <a:pt x="6539483" y="497526"/>
                  <a:pt x="6549230" y="508038"/>
                  <a:pt x="6549230" y="522272"/>
                </a:cubicBezTo>
                <a:cubicBezTo>
                  <a:pt x="6549230" y="536506"/>
                  <a:pt x="6539483" y="547018"/>
                  <a:pt x="6526180" y="547018"/>
                </a:cubicBezTo>
                <a:cubicBezTo>
                  <a:pt x="6512877" y="547018"/>
                  <a:pt x="6503130" y="536506"/>
                  <a:pt x="6503130" y="522272"/>
                </a:cubicBezTo>
                <a:cubicBezTo>
                  <a:pt x="6503130" y="508038"/>
                  <a:pt x="6512877" y="497526"/>
                  <a:pt x="6526180" y="497526"/>
                </a:cubicBezTo>
                <a:close/>
                <a:moveTo>
                  <a:pt x="6063383" y="497526"/>
                </a:moveTo>
                <a:cubicBezTo>
                  <a:pt x="6076686" y="497526"/>
                  <a:pt x="6086433" y="508038"/>
                  <a:pt x="6086433" y="522272"/>
                </a:cubicBezTo>
                <a:cubicBezTo>
                  <a:pt x="6086433" y="536506"/>
                  <a:pt x="6076686" y="547018"/>
                  <a:pt x="6063383" y="547018"/>
                </a:cubicBezTo>
                <a:cubicBezTo>
                  <a:pt x="6050080" y="547018"/>
                  <a:pt x="6040333" y="536506"/>
                  <a:pt x="6040333" y="522272"/>
                </a:cubicBezTo>
                <a:cubicBezTo>
                  <a:pt x="6040333" y="508038"/>
                  <a:pt x="6050080" y="497526"/>
                  <a:pt x="6063383" y="497526"/>
                </a:cubicBezTo>
                <a:close/>
                <a:moveTo>
                  <a:pt x="6328346" y="496606"/>
                </a:moveTo>
                <a:cubicBezTo>
                  <a:pt x="6338247" y="496606"/>
                  <a:pt x="6346293" y="502488"/>
                  <a:pt x="6348608" y="513768"/>
                </a:cubicBezTo>
                <a:lnTo>
                  <a:pt x="6307778" y="513768"/>
                </a:lnTo>
                <a:cubicBezTo>
                  <a:pt x="6310246" y="503102"/>
                  <a:pt x="6317832" y="496606"/>
                  <a:pt x="6328346" y="496606"/>
                </a:cubicBezTo>
                <a:close/>
                <a:moveTo>
                  <a:pt x="6457042" y="482692"/>
                </a:moveTo>
                <a:lnTo>
                  <a:pt x="6457042" y="561865"/>
                </a:lnTo>
                <a:lnTo>
                  <a:pt x="6474681" y="561865"/>
                </a:lnTo>
                <a:lnTo>
                  <a:pt x="6474681" y="482692"/>
                </a:lnTo>
                <a:close/>
                <a:moveTo>
                  <a:pt x="6156966" y="481298"/>
                </a:moveTo>
                <a:cubicBezTo>
                  <a:pt x="6145364" y="481298"/>
                  <a:pt x="6137791" y="487794"/>
                  <a:pt x="6135310" y="497079"/>
                </a:cubicBezTo>
                <a:lnTo>
                  <a:pt x="6135310" y="482692"/>
                </a:lnTo>
                <a:lnTo>
                  <a:pt x="6117670" y="482692"/>
                </a:lnTo>
                <a:lnTo>
                  <a:pt x="6117670" y="561865"/>
                </a:lnTo>
                <a:lnTo>
                  <a:pt x="6135310" y="561865"/>
                </a:lnTo>
                <a:lnTo>
                  <a:pt x="6135310" y="518717"/>
                </a:lnTo>
                <a:cubicBezTo>
                  <a:pt x="6135310" y="505570"/>
                  <a:pt x="6140874" y="499547"/>
                  <a:pt x="6154804" y="499547"/>
                </a:cubicBezTo>
                <a:lnTo>
                  <a:pt x="6158667" y="499547"/>
                </a:lnTo>
                <a:lnTo>
                  <a:pt x="6158667" y="481298"/>
                </a:lnTo>
                <a:close/>
                <a:moveTo>
                  <a:pt x="6522624" y="480530"/>
                </a:moveTo>
                <a:cubicBezTo>
                  <a:pt x="6501902" y="480530"/>
                  <a:pt x="6484876" y="497999"/>
                  <a:pt x="6484876" y="522285"/>
                </a:cubicBezTo>
                <a:cubicBezTo>
                  <a:pt x="6484876" y="546570"/>
                  <a:pt x="6501889" y="564039"/>
                  <a:pt x="6522624" y="564039"/>
                </a:cubicBezTo>
                <a:cubicBezTo>
                  <a:pt x="6534840" y="564039"/>
                  <a:pt x="6543973" y="558783"/>
                  <a:pt x="6549230" y="548732"/>
                </a:cubicBezTo>
                <a:lnTo>
                  <a:pt x="6549230" y="561878"/>
                </a:lnTo>
                <a:lnTo>
                  <a:pt x="6566857" y="561878"/>
                </a:lnTo>
                <a:lnTo>
                  <a:pt x="6566857" y="482704"/>
                </a:lnTo>
                <a:lnTo>
                  <a:pt x="6549230" y="482704"/>
                </a:lnTo>
                <a:lnTo>
                  <a:pt x="6549230" y="495838"/>
                </a:lnTo>
                <a:cubicBezTo>
                  <a:pt x="6543973" y="485786"/>
                  <a:pt x="6534840" y="480530"/>
                  <a:pt x="6522624" y="480530"/>
                </a:cubicBezTo>
                <a:close/>
                <a:moveTo>
                  <a:pt x="6059814" y="480530"/>
                </a:moveTo>
                <a:cubicBezTo>
                  <a:pt x="6039092" y="480530"/>
                  <a:pt x="6022066" y="497999"/>
                  <a:pt x="6022066" y="522285"/>
                </a:cubicBezTo>
                <a:cubicBezTo>
                  <a:pt x="6022066" y="546570"/>
                  <a:pt x="6039079" y="564039"/>
                  <a:pt x="6059814" y="564039"/>
                </a:cubicBezTo>
                <a:cubicBezTo>
                  <a:pt x="6072030" y="564039"/>
                  <a:pt x="6081163" y="558783"/>
                  <a:pt x="6086420" y="548732"/>
                </a:cubicBezTo>
                <a:lnTo>
                  <a:pt x="6086420" y="561878"/>
                </a:lnTo>
                <a:lnTo>
                  <a:pt x="6104047" y="561878"/>
                </a:lnTo>
                <a:lnTo>
                  <a:pt x="6104047" y="482704"/>
                </a:lnTo>
                <a:lnTo>
                  <a:pt x="6086420" y="482704"/>
                </a:lnTo>
                <a:lnTo>
                  <a:pt x="6086420" y="495838"/>
                </a:lnTo>
                <a:cubicBezTo>
                  <a:pt x="6081163" y="485786"/>
                  <a:pt x="6072030" y="480530"/>
                  <a:pt x="6059814" y="480530"/>
                </a:cubicBezTo>
                <a:close/>
                <a:moveTo>
                  <a:pt x="6418220" y="480518"/>
                </a:moveTo>
                <a:cubicBezTo>
                  <a:pt x="6406004" y="480518"/>
                  <a:pt x="6397958" y="486554"/>
                  <a:pt x="6394555" y="493204"/>
                </a:cubicBezTo>
                <a:lnTo>
                  <a:pt x="6394555" y="482692"/>
                </a:lnTo>
                <a:lnTo>
                  <a:pt x="6376929" y="482692"/>
                </a:lnTo>
                <a:lnTo>
                  <a:pt x="6376929" y="561865"/>
                </a:lnTo>
                <a:lnTo>
                  <a:pt x="6394543" y="561865"/>
                </a:lnTo>
                <a:lnTo>
                  <a:pt x="6394543" y="514855"/>
                </a:lnTo>
                <a:cubicBezTo>
                  <a:pt x="6394543" y="502642"/>
                  <a:pt x="6401041" y="495992"/>
                  <a:pt x="6410941" y="495992"/>
                </a:cubicBezTo>
                <a:cubicBezTo>
                  <a:pt x="6420842" y="495992"/>
                  <a:pt x="6426406" y="502642"/>
                  <a:pt x="6426406" y="513461"/>
                </a:cubicBezTo>
                <a:lnTo>
                  <a:pt x="6426406" y="561865"/>
                </a:lnTo>
                <a:lnTo>
                  <a:pt x="6444046" y="561865"/>
                </a:lnTo>
                <a:lnTo>
                  <a:pt x="6444046" y="510366"/>
                </a:lnTo>
                <a:cubicBezTo>
                  <a:pt x="6444046" y="489955"/>
                  <a:pt x="6433058" y="480518"/>
                  <a:pt x="6418220" y="480518"/>
                </a:cubicBezTo>
                <a:close/>
                <a:moveTo>
                  <a:pt x="6328359" y="480518"/>
                </a:moveTo>
                <a:cubicBezTo>
                  <a:pt x="6305155" y="480518"/>
                  <a:pt x="6289217" y="498140"/>
                  <a:pt x="6289217" y="522272"/>
                </a:cubicBezTo>
                <a:cubicBezTo>
                  <a:pt x="6289217" y="546391"/>
                  <a:pt x="6306383" y="564026"/>
                  <a:pt x="6329741" y="564026"/>
                </a:cubicBezTo>
                <a:cubicBezTo>
                  <a:pt x="6344131" y="564026"/>
                  <a:pt x="6357741" y="556916"/>
                  <a:pt x="6364240" y="546238"/>
                </a:cubicBezTo>
                <a:lnTo>
                  <a:pt x="6352177" y="536032"/>
                </a:lnTo>
                <a:cubicBezTo>
                  <a:pt x="6347687" y="543450"/>
                  <a:pt x="6339334" y="547939"/>
                  <a:pt x="6329754" y="547939"/>
                </a:cubicBezTo>
                <a:cubicBezTo>
                  <a:pt x="6318152" y="547939"/>
                  <a:pt x="6309492" y="540048"/>
                  <a:pt x="6307330" y="527988"/>
                </a:cubicBezTo>
                <a:lnTo>
                  <a:pt x="6366567" y="527988"/>
                </a:lnTo>
                <a:cubicBezTo>
                  <a:pt x="6366875" y="525981"/>
                  <a:pt x="6367028" y="523653"/>
                  <a:pt x="6367028" y="521492"/>
                </a:cubicBezTo>
                <a:cubicBezTo>
                  <a:pt x="6367028" y="498754"/>
                  <a:pt x="6351563" y="480518"/>
                  <a:pt x="6328359" y="480518"/>
                </a:cubicBezTo>
                <a:close/>
                <a:moveTo>
                  <a:pt x="6208017" y="480518"/>
                </a:moveTo>
                <a:cubicBezTo>
                  <a:pt x="6196568" y="480518"/>
                  <a:pt x="6188996" y="486554"/>
                  <a:pt x="6185593" y="493204"/>
                </a:cubicBezTo>
                <a:lnTo>
                  <a:pt x="6185593" y="482692"/>
                </a:lnTo>
                <a:lnTo>
                  <a:pt x="6167954" y="482692"/>
                </a:lnTo>
                <a:lnTo>
                  <a:pt x="6167954" y="561865"/>
                </a:lnTo>
                <a:lnTo>
                  <a:pt x="6185580" y="561865"/>
                </a:lnTo>
                <a:lnTo>
                  <a:pt x="6185580" y="514855"/>
                </a:lnTo>
                <a:cubicBezTo>
                  <a:pt x="6185580" y="502642"/>
                  <a:pt x="6191618" y="495992"/>
                  <a:pt x="6200738" y="495992"/>
                </a:cubicBezTo>
                <a:cubicBezTo>
                  <a:pt x="6209859" y="495992"/>
                  <a:pt x="6214975" y="502642"/>
                  <a:pt x="6214975" y="513461"/>
                </a:cubicBezTo>
                <a:lnTo>
                  <a:pt x="6214975" y="561865"/>
                </a:lnTo>
                <a:lnTo>
                  <a:pt x="6232602" y="561865"/>
                </a:lnTo>
                <a:lnTo>
                  <a:pt x="6232602" y="513154"/>
                </a:lnTo>
                <a:cubicBezTo>
                  <a:pt x="6232602" y="502642"/>
                  <a:pt x="6238640" y="495992"/>
                  <a:pt x="6247760" y="495992"/>
                </a:cubicBezTo>
                <a:cubicBezTo>
                  <a:pt x="6256880" y="495992"/>
                  <a:pt x="6261997" y="502642"/>
                  <a:pt x="6261997" y="513461"/>
                </a:cubicBezTo>
                <a:lnTo>
                  <a:pt x="6261997" y="561865"/>
                </a:lnTo>
                <a:lnTo>
                  <a:pt x="6279636" y="561865"/>
                </a:lnTo>
                <a:lnTo>
                  <a:pt x="6279636" y="510366"/>
                </a:lnTo>
                <a:cubicBezTo>
                  <a:pt x="6279636" y="489955"/>
                  <a:pt x="6269122" y="480518"/>
                  <a:pt x="6253490" y="480518"/>
                </a:cubicBezTo>
                <a:cubicBezTo>
                  <a:pt x="6242976" y="480518"/>
                  <a:pt x="6234776" y="485160"/>
                  <a:pt x="6229673" y="494125"/>
                </a:cubicBezTo>
                <a:cubicBezTo>
                  <a:pt x="6225503" y="484840"/>
                  <a:pt x="6217610" y="480518"/>
                  <a:pt x="6208017" y="480518"/>
                </a:cubicBezTo>
                <a:close/>
                <a:moveTo>
                  <a:pt x="5944575" y="471860"/>
                </a:moveTo>
                <a:lnTo>
                  <a:pt x="5974584" y="471860"/>
                </a:lnTo>
                <a:cubicBezTo>
                  <a:pt x="5984178" y="471860"/>
                  <a:pt x="5989742" y="476502"/>
                  <a:pt x="5989742" y="484380"/>
                </a:cubicBezTo>
                <a:cubicBezTo>
                  <a:pt x="5989742" y="492257"/>
                  <a:pt x="5984178" y="496912"/>
                  <a:pt x="5974584" y="496912"/>
                </a:cubicBezTo>
                <a:lnTo>
                  <a:pt x="5944575" y="496912"/>
                </a:lnTo>
                <a:close/>
                <a:moveTo>
                  <a:pt x="5679804" y="462793"/>
                </a:moveTo>
                <a:cubicBezTo>
                  <a:pt x="5670312" y="462793"/>
                  <a:pt x="5668112" y="472934"/>
                  <a:pt x="5668112" y="494560"/>
                </a:cubicBezTo>
                <a:cubicBezTo>
                  <a:pt x="5668112" y="524268"/>
                  <a:pt x="5672845" y="547389"/>
                  <a:pt x="5678921" y="566534"/>
                </a:cubicBezTo>
                <a:cubicBezTo>
                  <a:pt x="5679241" y="567544"/>
                  <a:pt x="5680379" y="567544"/>
                  <a:pt x="5680699" y="566534"/>
                </a:cubicBezTo>
                <a:cubicBezTo>
                  <a:pt x="5686762" y="547377"/>
                  <a:pt x="5691508" y="524268"/>
                  <a:pt x="5691508" y="494560"/>
                </a:cubicBezTo>
                <a:cubicBezTo>
                  <a:pt x="5691508" y="472934"/>
                  <a:pt x="5689308" y="462793"/>
                  <a:pt x="5679804" y="462793"/>
                </a:cubicBezTo>
                <a:close/>
                <a:moveTo>
                  <a:pt x="5924467" y="453623"/>
                </a:moveTo>
                <a:lnTo>
                  <a:pt x="5924467" y="561865"/>
                </a:lnTo>
                <a:lnTo>
                  <a:pt x="5977833" y="561865"/>
                </a:lnTo>
                <a:cubicBezTo>
                  <a:pt x="6000257" y="561865"/>
                  <a:pt x="6013406" y="550573"/>
                  <a:pt x="6013406" y="531403"/>
                </a:cubicBezTo>
                <a:cubicBezTo>
                  <a:pt x="6013406" y="518256"/>
                  <a:pt x="6006141" y="509445"/>
                  <a:pt x="5994539" y="505583"/>
                </a:cubicBezTo>
                <a:cubicBezTo>
                  <a:pt x="6004593" y="501721"/>
                  <a:pt x="6010784" y="492743"/>
                  <a:pt x="6010784" y="481771"/>
                </a:cubicBezTo>
                <a:cubicBezTo>
                  <a:pt x="6010784" y="464135"/>
                  <a:pt x="5998415" y="453623"/>
                  <a:pt x="5977373" y="453623"/>
                </a:cubicBezTo>
                <a:close/>
                <a:moveTo>
                  <a:pt x="6465855" y="450669"/>
                </a:moveTo>
                <a:cubicBezTo>
                  <a:pt x="6459818" y="450669"/>
                  <a:pt x="6454867" y="455618"/>
                  <a:pt x="6454867" y="461654"/>
                </a:cubicBezTo>
                <a:cubicBezTo>
                  <a:pt x="6454867" y="467691"/>
                  <a:pt x="6459818" y="472640"/>
                  <a:pt x="6465855" y="472640"/>
                </a:cubicBezTo>
                <a:cubicBezTo>
                  <a:pt x="6471893" y="472640"/>
                  <a:pt x="6476843" y="467691"/>
                  <a:pt x="6476843" y="461654"/>
                </a:cubicBezTo>
                <a:cubicBezTo>
                  <a:pt x="6476843" y="455618"/>
                  <a:pt x="6471893" y="450669"/>
                  <a:pt x="6465855" y="450669"/>
                </a:cubicBezTo>
                <a:close/>
                <a:moveTo>
                  <a:pt x="5818502" y="447345"/>
                </a:moveTo>
                <a:cubicBezTo>
                  <a:pt x="5810751" y="439595"/>
                  <a:pt x="5796949" y="449813"/>
                  <a:pt x="5771327" y="475415"/>
                </a:cubicBezTo>
                <a:cubicBezTo>
                  <a:pt x="5736138" y="510597"/>
                  <a:pt x="5712614" y="541839"/>
                  <a:pt x="5694885" y="569475"/>
                </a:cubicBezTo>
                <a:cubicBezTo>
                  <a:pt x="5693951" y="570933"/>
                  <a:pt x="5694885" y="571867"/>
                  <a:pt x="5696343" y="570933"/>
                </a:cubicBezTo>
                <a:cubicBezTo>
                  <a:pt x="5723986" y="553195"/>
                  <a:pt x="5755235" y="529690"/>
                  <a:pt x="5790425" y="494509"/>
                </a:cubicBezTo>
                <a:cubicBezTo>
                  <a:pt x="5816046" y="468893"/>
                  <a:pt x="5826267" y="455094"/>
                  <a:pt x="5818502" y="447345"/>
                </a:cubicBezTo>
                <a:close/>
                <a:moveTo>
                  <a:pt x="5539698" y="447281"/>
                </a:moveTo>
                <a:cubicBezTo>
                  <a:pt x="5531946" y="455031"/>
                  <a:pt x="5542167" y="468829"/>
                  <a:pt x="5567775" y="494445"/>
                </a:cubicBezTo>
                <a:cubicBezTo>
                  <a:pt x="5602965" y="529626"/>
                  <a:pt x="5634215" y="553144"/>
                  <a:pt x="5661857" y="570869"/>
                </a:cubicBezTo>
                <a:lnTo>
                  <a:pt x="5661857" y="570882"/>
                </a:lnTo>
                <a:cubicBezTo>
                  <a:pt x="5663315" y="571815"/>
                  <a:pt x="5664249" y="570882"/>
                  <a:pt x="5663315" y="569424"/>
                </a:cubicBezTo>
                <a:cubicBezTo>
                  <a:pt x="5645573" y="541788"/>
                  <a:pt x="5622063" y="510546"/>
                  <a:pt x="5586873" y="475364"/>
                </a:cubicBezTo>
                <a:cubicBezTo>
                  <a:pt x="5561264" y="449749"/>
                  <a:pt x="5547450" y="439531"/>
                  <a:pt x="5539698" y="447281"/>
                </a:cubicBezTo>
                <a:close/>
                <a:moveTo>
                  <a:pt x="0" y="0"/>
                </a:moveTo>
                <a:lnTo>
                  <a:pt x="7047465" y="0"/>
                </a:lnTo>
                <a:lnTo>
                  <a:pt x="7047465" y="4925436"/>
                </a:lnTo>
                <a:lnTo>
                  <a:pt x="1325965" y="5936138"/>
                </a:lnTo>
                <a:cubicBezTo>
                  <a:pt x="1177425" y="5962377"/>
                  <a:pt x="1035739" y="5863234"/>
                  <a:pt x="1009499" y="5714695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B31C7E95-6BF9-C826-9639-C64C873AFB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6054737"/>
            <a:ext cx="11233150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4027749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 Ecke unt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ihandform 15">
            <a:extLst>
              <a:ext uri="{FF2B5EF4-FFF2-40B4-BE49-F238E27FC236}">
                <a16:creationId xmlns:a16="http://schemas.microsoft.com/office/drawing/2014/main" id="{648B0794-7A41-E49E-A4FF-71A653ECEFC1}"/>
              </a:ext>
            </a:extLst>
          </p:cNvPr>
          <p:cNvSpPr/>
          <p:nvPr/>
        </p:nvSpPr>
        <p:spPr>
          <a:xfrm rot="10600040">
            <a:off x="-159409" y="1044605"/>
            <a:ext cx="5731678" cy="5985057"/>
          </a:xfrm>
          <a:custGeom>
            <a:avLst/>
            <a:gdLst>
              <a:gd name="connsiteX0" fmla="*/ 413174 w 5731678"/>
              <a:gd name="connsiteY0" fmla="*/ 5985057 h 5985057"/>
              <a:gd name="connsiteX1" fmla="*/ 0 w 5731678"/>
              <a:gd name="connsiteY1" fmla="*/ 5571883 h 5985057"/>
              <a:gd name="connsiteX2" fmla="*/ 0 w 5731678"/>
              <a:gd name="connsiteY2" fmla="*/ 0 h 5985057"/>
              <a:gd name="connsiteX3" fmla="*/ 5731678 w 5731678"/>
              <a:gd name="connsiteY3" fmla="*/ 333766 h 5985057"/>
              <a:gd name="connsiteX4" fmla="*/ 5402593 w 5731678"/>
              <a:gd name="connsiteY4" fmla="*/ 5985057 h 5985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1678" h="5985057">
                <a:moveTo>
                  <a:pt x="413174" y="5985057"/>
                </a:moveTo>
                <a:cubicBezTo>
                  <a:pt x="184984" y="5985057"/>
                  <a:pt x="0" y="5800073"/>
                  <a:pt x="0" y="5571883"/>
                </a:cubicBezTo>
                <a:lnTo>
                  <a:pt x="0" y="0"/>
                </a:lnTo>
                <a:lnTo>
                  <a:pt x="5731678" y="333766"/>
                </a:lnTo>
                <a:lnTo>
                  <a:pt x="5402593" y="5985057"/>
                </a:lnTo>
                <a:close/>
              </a:path>
            </a:pathLst>
          </a:custGeom>
          <a:solidFill>
            <a:schemeClr val="accent2"/>
          </a:solidFill>
          <a:ln w="960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A5804A8C-186F-ED77-1C47-62A89C1FA9CB}"/>
              </a:ext>
            </a:extLst>
          </p:cNvPr>
          <p:cNvSpPr/>
          <p:nvPr/>
        </p:nvSpPr>
        <p:spPr>
          <a:xfrm rot="10360575">
            <a:off x="-309188" y="1221267"/>
            <a:ext cx="6267934" cy="6060962"/>
          </a:xfrm>
          <a:custGeom>
            <a:avLst/>
            <a:gdLst>
              <a:gd name="connsiteX0" fmla="*/ 329944 w 6267934"/>
              <a:gd name="connsiteY0" fmla="*/ 6052567 h 6060962"/>
              <a:gd name="connsiteX1" fmla="*/ 0 w 6267934"/>
              <a:gd name="connsiteY1" fmla="*/ 5647739 h 6060962"/>
              <a:gd name="connsiteX2" fmla="*/ 0 w 6267934"/>
              <a:gd name="connsiteY2" fmla="*/ 0 h 6060962"/>
              <a:gd name="connsiteX3" fmla="*/ 6267934 w 6267934"/>
              <a:gd name="connsiteY3" fmla="*/ 805582 h 6060962"/>
              <a:gd name="connsiteX4" fmla="*/ 5592490 w 6267934"/>
              <a:gd name="connsiteY4" fmla="*/ 6060962 h 6060962"/>
              <a:gd name="connsiteX5" fmla="*/ 413223 w 6267934"/>
              <a:gd name="connsiteY5" fmla="*/ 6060962 h 6060962"/>
              <a:gd name="connsiteX6" fmla="*/ 329944 w 6267934"/>
              <a:gd name="connsiteY6" fmla="*/ 6052567 h 606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67934" h="6060962">
                <a:moveTo>
                  <a:pt x="329944" y="6052567"/>
                </a:moveTo>
                <a:cubicBezTo>
                  <a:pt x="141645" y="6014035"/>
                  <a:pt x="0" y="5847429"/>
                  <a:pt x="0" y="5647739"/>
                </a:cubicBezTo>
                <a:lnTo>
                  <a:pt x="0" y="0"/>
                </a:lnTo>
                <a:lnTo>
                  <a:pt x="6267934" y="805582"/>
                </a:lnTo>
                <a:lnTo>
                  <a:pt x="5592490" y="6060962"/>
                </a:lnTo>
                <a:lnTo>
                  <a:pt x="413223" y="6060962"/>
                </a:lnTo>
                <a:cubicBezTo>
                  <a:pt x="384696" y="6060962"/>
                  <a:pt x="356844" y="6058071"/>
                  <a:pt x="329944" y="6052567"/>
                </a:cubicBezTo>
                <a:close/>
              </a:path>
            </a:pathLst>
          </a:custGeom>
          <a:solidFill>
            <a:srgbClr val="002641"/>
          </a:solidFill>
          <a:ln w="96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4323B83-057C-B4C3-030E-F456CB88080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79425" y="1907162"/>
            <a:ext cx="4763134" cy="405052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800"/>
              </a:spcBef>
              <a:spcAft>
                <a:spcPts val="800"/>
              </a:spcAft>
              <a:buFontTx/>
              <a:buNone/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 marL="504000" indent="-2520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171450" indent="-171450">
              <a:buFont typeface="BarmeniaGothaer Offc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 marL="504000" indent="-2520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C03A6C-DE6A-4B27-A4FE-6D2629FD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0" y="1370641"/>
            <a:ext cx="4763135" cy="2219667"/>
          </a:xfrm>
        </p:spPr>
        <p:txBody>
          <a:bodyPr anchor="b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50CF61FC-C4AD-976D-15C7-C4B2B6EFEDE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49440" y="3813664"/>
            <a:ext cx="4763135" cy="2136285"/>
          </a:xfrm>
        </p:spPr>
        <p:txBody>
          <a:bodyPr>
            <a:noAutofit/>
          </a:bodyPr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FD7DB9-9267-EDBC-EB1C-5F7A525B2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3652864-A7F6-3A7E-5C2E-CAE4529350E2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01948D-EE55-A777-DF7E-0C28A848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D207B8-0A3D-ECE3-7B59-A6218679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F15C8C-0F79-3FB9-1CF1-70496DFF955A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bg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01FD577-F7A4-A087-4E3A-8BEA36B6CDB4}"/>
              </a:ext>
            </a:extLst>
          </p:cNvPr>
          <p:cNvGrpSpPr/>
          <p:nvPr userDrawn="1"/>
        </p:nvGrpSpPr>
        <p:grpSpPr>
          <a:xfrm>
            <a:off x="10681275" y="444748"/>
            <a:ext cx="1030118" cy="282917"/>
            <a:chOff x="10681275" y="444748"/>
            <a:chExt cx="1030118" cy="282917"/>
          </a:xfrm>
          <a:solidFill>
            <a:schemeClr val="tx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CB3D8F50-0167-3E34-8294-4D01901CB11F}"/>
                </a:ext>
              </a:extLst>
            </p:cNvPr>
            <p:cNvSpPr/>
            <p:nvPr/>
          </p:nvSpPr>
          <p:spPr>
            <a:xfrm>
              <a:off x="10681275" y="444748"/>
              <a:ext cx="284304" cy="282917"/>
            </a:xfrm>
            <a:custGeom>
              <a:avLst/>
              <a:gdLst>
                <a:gd name="connsiteX0" fmla="*/ 940451 w 2071941"/>
                <a:gd name="connsiteY0" fmla="*/ 1129220 h 2061837"/>
                <a:gd name="connsiteX1" fmla="*/ 936536 w 2071941"/>
                <a:gd name="connsiteY1" fmla="*/ 1126797 h 2061837"/>
                <a:gd name="connsiteX2" fmla="*/ 402841 w 2071941"/>
                <a:gd name="connsiteY2" fmla="*/ 1048043 h 2061837"/>
                <a:gd name="connsiteX3" fmla="*/ 167269 w 2071941"/>
                <a:gd name="connsiteY3" fmla="*/ 1133321 h 2061837"/>
                <a:gd name="connsiteX4" fmla="*/ 402841 w 2071941"/>
                <a:gd name="connsiteY4" fmla="*/ 1218599 h 2061837"/>
                <a:gd name="connsiteX5" fmla="*/ 859348 w 2071941"/>
                <a:gd name="connsiteY5" fmla="*/ 1161934 h 2061837"/>
                <a:gd name="connsiteX6" fmla="*/ 224135 w 2071941"/>
                <a:gd name="connsiteY6" fmla="*/ 1707154 h 2061837"/>
                <a:gd name="connsiteX7" fmla="*/ 17182 w 2071941"/>
                <a:gd name="connsiteY7" fmla="*/ 2043606 h 2061837"/>
                <a:gd name="connsiteX8" fmla="*/ 357255 w 2071941"/>
                <a:gd name="connsiteY8" fmla="*/ 1838845 h 2061837"/>
                <a:gd name="connsiteX9" fmla="*/ 908289 w 2071941"/>
                <a:gd name="connsiteY9" fmla="*/ 1210397 h 2061837"/>
                <a:gd name="connsiteX10" fmla="*/ 851517 w 2071941"/>
                <a:gd name="connsiteY10" fmla="*/ 1667171 h 2061837"/>
                <a:gd name="connsiteX11" fmla="*/ 936815 w 2071941"/>
                <a:gd name="connsiteY11" fmla="*/ 1902594 h 2061837"/>
                <a:gd name="connsiteX12" fmla="*/ 1022113 w 2071941"/>
                <a:gd name="connsiteY12" fmla="*/ 1667171 h 2061837"/>
                <a:gd name="connsiteX13" fmla="*/ 943341 w 2071941"/>
                <a:gd name="connsiteY13" fmla="*/ 1133601 h 2061837"/>
                <a:gd name="connsiteX14" fmla="*/ 940544 w 2071941"/>
                <a:gd name="connsiteY14" fmla="*/ 1129314 h 2061837"/>
                <a:gd name="connsiteX15" fmla="*/ 911832 w 2071941"/>
                <a:gd name="connsiteY15" fmla="*/ 919241 h 2061837"/>
                <a:gd name="connsiteX16" fmla="*/ 922459 w 2071941"/>
                <a:gd name="connsiteY16" fmla="*/ 908616 h 2061837"/>
                <a:gd name="connsiteX17" fmla="*/ 365366 w 2071941"/>
                <a:gd name="connsiteY17" fmla="*/ 223130 h 2061837"/>
                <a:gd name="connsiteX18" fmla="*/ 21564 w 2071941"/>
                <a:gd name="connsiteY18" fmla="*/ 18463 h 2061837"/>
                <a:gd name="connsiteX19" fmla="*/ 226186 w 2071941"/>
                <a:gd name="connsiteY19" fmla="*/ 362184 h 2061837"/>
                <a:gd name="connsiteX20" fmla="*/ 911832 w 2071941"/>
                <a:gd name="connsiteY20" fmla="*/ 919147 h 2061837"/>
                <a:gd name="connsiteX21" fmla="*/ 1042622 w 2071941"/>
                <a:gd name="connsiteY21" fmla="*/ 131514 h 2061837"/>
                <a:gd name="connsiteX22" fmla="*/ 957417 w 2071941"/>
                <a:gd name="connsiteY22" fmla="*/ 363023 h 2061837"/>
                <a:gd name="connsiteX23" fmla="*/ 1036189 w 2071941"/>
                <a:gd name="connsiteY23" fmla="*/ 887553 h 2061837"/>
                <a:gd name="connsiteX24" fmla="*/ 1049147 w 2071941"/>
                <a:gd name="connsiteY24" fmla="*/ 887553 h 2061837"/>
                <a:gd name="connsiteX25" fmla="*/ 1127920 w 2071941"/>
                <a:gd name="connsiteY25" fmla="*/ 363023 h 2061837"/>
                <a:gd name="connsiteX26" fmla="*/ 1042622 w 2071941"/>
                <a:gd name="connsiteY26" fmla="*/ 131514 h 2061837"/>
                <a:gd name="connsiteX27" fmla="*/ 1162225 w 2071941"/>
                <a:gd name="connsiteY27" fmla="*/ 1142641 h 2061837"/>
                <a:gd name="connsiteX28" fmla="*/ 1151598 w 2071941"/>
                <a:gd name="connsiteY28" fmla="*/ 1153266 h 2061837"/>
                <a:gd name="connsiteX29" fmla="*/ 1708691 w 2071941"/>
                <a:gd name="connsiteY29" fmla="*/ 1838752 h 2061837"/>
                <a:gd name="connsiteX30" fmla="*/ 2052493 w 2071941"/>
                <a:gd name="connsiteY30" fmla="*/ 2043326 h 2061837"/>
                <a:gd name="connsiteX31" fmla="*/ 1847778 w 2071941"/>
                <a:gd name="connsiteY31" fmla="*/ 1699604 h 2061837"/>
                <a:gd name="connsiteX32" fmla="*/ 1162132 w 2071941"/>
                <a:gd name="connsiteY32" fmla="*/ 1142641 h 2061837"/>
                <a:gd name="connsiteX33" fmla="*/ 1709624 w 2071941"/>
                <a:gd name="connsiteY33" fmla="*/ 223503 h 2061837"/>
                <a:gd name="connsiteX34" fmla="*/ 1152530 w 2071941"/>
                <a:gd name="connsiteY34" fmla="*/ 908989 h 2061837"/>
                <a:gd name="connsiteX35" fmla="*/ 1163158 w 2071941"/>
                <a:gd name="connsiteY35" fmla="*/ 919614 h 2061837"/>
                <a:gd name="connsiteX36" fmla="*/ 1848804 w 2071941"/>
                <a:gd name="connsiteY36" fmla="*/ 362650 h 2061837"/>
                <a:gd name="connsiteX37" fmla="*/ 2053425 w 2071941"/>
                <a:gd name="connsiteY37" fmla="*/ 18929 h 2061837"/>
                <a:gd name="connsiteX38" fmla="*/ 1709624 w 2071941"/>
                <a:gd name="connsiteY38" fmla="*/ 223503 h 2061837"/>
                <a:gd name="connsiteX39" fmla="*/ 1764624 w 2071941"/>
                <a:gd name="connsiteY39" fmla="*/ 1123722 h 2061837"/>
                <a:gd name="connsiteX40" fmla="*/ 2020705 w 2071941"/>
                <a:gd name="connsiteY40" fmla="*/ 1038537 h 2061837"/>
                <a:gd name="connsiteX41" fmla="*/ 1764624 w 2071941"/>
                <a:gd name="connsiteY41" fmla="*/ 953259 h 2061837"/>
                <a:gd name="connsiteX42" fmla="*/ 1184412 w 2071941"/>
                <a:gd name="connsiteY42" fmla="*/ 1032013 h 2061837"/>
                <a:gd name="connsiteX43" fmla="*/ 1184412 w 2071941"/>
                <a:gd name="connsiteY43" fmla="*/ 1045061 h 2061837"/>
                <a:gd name="connsiteX44" fmla="*/ 1764624 w 2071941"/>
                <a:gd name="connsiteY44" fmla="*/ 1123722 h 206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71941" h="2061837">
                  <a:moveTo>
                    <a:pt x="940451" y="1129220"/>
                  </a:moveTo>
                  <a:cubicBezTo>
                    <a:pt x="939518" y="1128195"/>
                    <a:pt x="938213" y="1127356"/>
                    <a:pt x="936536" y="1126797"/>
                  </a:cubicBezTo>
                  <a:cubicBezTo>
                    <a:pt x="794465" y="1082620"/>
                    <a:pt x="623124" y="1048043"/>
                    <a:pt x="402841" y="1048043"/>
                  </a:cubicBezTo>
                  <a:cubicBezTo>
                    <a:pt x="242499" y="1048043"/>
                    <a:pt x="167269" y="1064074"/>
                    <a:pt x="167269" y="1133321"/>
                  </a:cubicBezTo>
                  <a:cubicBezTo>
                    <a:pt x="167269" y="1202569"/>
                    <a:pt x="242406" y="1218599"/>
                    <a:pt x="402841" y="1218599"/>
                  </a:cubicBezTo>
                  <a:cubicBezTo>
                    <a:pt x="584623" y="1218599"/>
                    <a:pt x="733126" y="1195019"/>
                    <a:pt x="859348" y="1161934"/>
                  </a:cubicBezTo>
                  <a:cubicBezTo>
                    <a:pt x="670854" y="1290270"/>
                    <a:pt x="461477" y="1472383"/>
                    <a:pt x="224135" y="1707154"/>
                  </a:cubicBezTo>
                  <a:cubicBezTo>
                    <a:pt x="37878" y="1891410"/>
                    <a:pt x="-36886" y="1990109"/>
                    <a:pt x="17182" y="2043606"/>
                  </a:cubicBezTo>
                  <a:cubicBezTo>
                    <a:pt x="71251" y="2097102"/>
                    <a:pt x="170998" y="2023102"/>
                    <a:pt x="357255" y="1838845"/>
                  </a:cubicBezTo>
                  <a:cubicBezTo>
                    <a:pt x="594598" y="1603981"/>
                    <a:pt x="778618" y="1396891"/>
                    <a:pt x="908289" y="1210397"/>
                  </a:cubicBezTo>
                  <a:cubicBezTo>
                    <a:pt x="875195" y="1336590"/>
                    <a:pt x="851517" y="1485151"/>
                    <a:pt x="851517" y="1667171"/>
                  </a:cubicBezTo>
                  <a:cubicBezTo>
                    <a:pt x="851517" y="1827475"/>
                    <a:pt x="867551" y="1902594"/>
                    <a:pt x="936815" y="1902594"/>
                  </a:cubicBezTo>
                  <a:cubicBezTo>
                    <a:pt x="1006079" y="1902594"/>
                    <a:pt x="1022113" y="1827475"/>
                    <a:pt x="1022113" y="1667171"/>
                  </a:cubicBezTo>
                  <a:cubicBezTo>
                    <a:pt x="1022113" y="1446939"/>
                    <a:pt x="987621" y="1275544"/>
                    <a:pt x="943341" y="1133601"/>
                  </a:cubicBezTo>
                  <a:cubicBezTo>
                    <a:pt x="942781" y="1131644"/>
                    <a:pt x="941756" y="1130246"/>
                    <a:pt x="940544" y="1129314"/>
                  </a:cubicBezTo>
                  <a:moveTo>
                    <a:pt x="911832" y="919241"/>
                  </a:moveTo>
                  <a:cubicBezTo>
                    <a:pt x="922459" y="926044"/>
                    <a:pt x="929264" y="919241"/>
                    <a:pt x="922459" y="908616"/>
                  </a:cubicBezTo>
                  <a:cubicBezTo>
                    <a:pt x="793160" y="707211"/>
                    <a:pt x="621819" y="479523"/>
                    <a:pt x="365366" y="223130"/>
                  </a:cubicBezTo>
                  <a:cubicBezTo>
                    <a:pt x="178736" y="36450"/>
                    <a:pt x="78056" y="-38016"/>
                    <a:pt x="21564" y="18463"/>
                  </a:cubicBezTo>
                  <a:cubicBezTo>
                    <a:pt x="-34929" y="74942"/>
                    <a:pt x="39556" y="175505"/>
                    <a:pt x="226186" y="362184"/>
                  </a:cubicBezTo>
                  <a:cubicBezTo>
                    <a:pt x="482639" y="618577"/>
                    <a:pt x="710379" y="789972"/>
                    <a:pt x="911832" y="919147"/>
                  </a:cubicBezTo>
                  <a:moveTo>
                    <a:pt x="1042622" y="131514"/>
                  </a:moveTo>
                  <a:cubicBezTo>
                    <a:pt x="973451" y="131514"/>
                    <a:pt x="957417" y="205422"/>
                    <a:pt x="957417" y="363023"/>
                  </a:cubicBezTo>
                  <a:cubicBezTo>
                    <a:pt x="957417" y="579527"/>
                    <a:pt x="991909" y="748032"/>
                    <a:pt x="1036189" y="887553"/>
                  </a:cubicBezTo>
                  <a:cubicBezTo>
                    <a:pt x="1038520" y="894916"/>
                    <a:pt x="1046817" y="894916"/>
                    <a:pt x="1049147" y="887553"/>
                  </a:cubicBezTo>
                  <a:cubicBezTo>
                    <a:pt x="1093334" y="747939"/>
                    <a:pt x="1127920" y="579527"/>
                    <a:pt x="1127920" y="363023"/>
                  </a:cubicBezTo>
                  <a:cubicBezTo>
                    <a:pt x="1127920" y="205422"/>
                    <a:pt x="1111886" y="131514"/>
                    <a:pt x="1042622" y="131514"/>
                  </a:cubicBezTo>
                  <a:moveTo>
                    <a:pt x="1162225" y="1142641"/>
                  </a:moveTo>
                  <a:cubicBezTo>
                    <a:pt x="1151598" y="1135744"/>
                    <a:pt x="1144793" y="1142641"/>
                    <a:pt x="1151598" y="1153266"/>
                  </a:cubicBezTo>
                  <a:cubicBezTo>
                    <a:pt x="1280896" y="1354671"/>
                    <a:pt x="1452238" y="1582359"/>
                    <a:pt x="1708691" y="1838752"/>
                  </a:cubicBezTo>
                  <a:cubicBezTo>
                    <a:pt x="1895414" y="2025432"/>
                    <a:pt x="1996001" y="2099898"/>
                    <a:pt x="2052493" y="2043326"/>
                  </a:cubicBezTo>
                  <a:cubicBezTo>
                    <a:pt x="2108986" y="1986847"/>
                    <a:pt x="2034501" y="1886284"/>
                    <a:pt x="1847778" y="1699604"/>
                  </a:cubicBezTo>
                  <a:cubicBezTo>
                    <a:pt x="1591325" y="1443211"/>
                    <a:pt x="1363584" y="1271816"/>
                    <a:pt x="1162132" y="1142641"/>
                  </a:cubicBezTo>
                  <a:moveTo>
                    <a:pt x="1709624" y="223503"/>
                  </a:moveTo>
                  <a:cubicBezTo>
                    <a:pt x="1453170" y="479896"/>
                    <a:pt x="1281736" y="707584"/>
                    <a:pt x="1152530" y="908989"/>
                  </a:cubicBezTo>
                  <a:cubicBezTo>
                    <a:pt x="1145725" y="919614"/>
                    <a:pt x="1152530" y="926417"/>
                    <a:pt x="1163158" y="919614"/>
                  </a:cubicBezTo>
                  <a:cubicBezTo>
                    <a:pt x="1364610" y="790345"/>
                    <a:pt x="1592350" y="619044"/>
                    <a:pt x="1848804" y="362650"/>
                  </a:cubicBezTo>
                  <a:cubicBezTo>
                    <a:pt x="2035527" y="175971"/>
                    <a:pt x="2110011" y="75408"/>
                    <a:pt x="2053425" y="18929"/>
                  </a:cubicBezTo>
                  <a:cubicBezTo>
                    <a:pt x="1996933" y="-37551"/>
                    <a:pt x="1896347" y="36916"/>
                    <a:pt x="1709624" y="223503"/>
                  </a:cubicBezTo>
                  <a:moveTo>
                    <a:pt x="1764624" y="1123722"/>
                  </a:moveTo>
                  <a:cubicBezTo>
                    <a:pt x="1938949" y="1123722"/>
                    <a:pt x="2020705" y="1107691"/>
                    <a:pt x="2020705" y="1038537"/>
                  </a:cubicBezTo>
                  <a:cubicBezTo>
                    <a:pt x="2020705" y="969382"/>
                    <a:pt x="1938949" y="953259"/>
                    <a:pt x="1764624" y="953259"/>
                  </a:cubicBezTo>
                  <a:cubicBezTo>
                    <a:pt x="1525138" y="953259"/>
                    <a:pt x="1338787" y="987836"/>
                    <a:pt x="1184412" y="1032013"/>
                  </a:cubicBezTo>
                  <a:cubicBezTo>
                    <a:pt x="1176302" y="1034343"/>
                    <a:pt x="1176302" y="1042731"/>
                    <a:pt x="1184412" y="1045061"/>
                  </a:cubicBezTo>
                  <a:cubicBezTo>
                    <a:pt x="1338787" y="1089237"/>
                    <a:pt x="1525231" y="1123722"/>
                    <a:pt x="1764624" y="1123722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2C4D801-A201-7B6E-966A-C9C0B6EE3F10}"/>
                </a:ext>
              </a:extLst>
            </p:cNvPr>
            <p:cNvSpPr/>
            <p:nvPr/>
          </p:nvSpPr>
          <p:spPr>
            <a:xfrm>
              <a:off x="11062198" y="606486"/>
              <a:ext cx="559783" cy="112283"/>
            </a:xfrm>
            <a:custGeom>
              <a:avLst/>
              <a:gdLst>
                <a:gd name="connsiteX0" fmla="*/ 3780888 w 4079571"/>
                <a:gd name="connsiteY0" fmla="*/ 802452 h 818296"/>
                <a:gd name="connsiteX1" fmla="*/ 3909348 w 4079571"/>
                <a:gd name="connsiteY1" fmla="*/ 802452 h 818296"/>
                <a:gd name="connsiteX2" fmla="*/ 3909348 w 4079571"/>
                <a:gd name="connsiteY2" fmla="*/ 487995 h 818296"/>
                <a:gd name="connsiteX3" fmla="*/ 4051418 w 4079571"/>
                <a:gd name="connsiteY3" fmla="*/ 348195 h 818296"/>
                <a:gd name="connsiteX4" fmla="*/ 4079571 w 4079571"/>
                <a:gd name="connsiteY4" fmla="*/ 348195 h 818296"/>
                <a:gd name="connsiteX5" fmla="*/ 4079571 w 4079571"/>
                <a:gd name="connsiteY5" fmla="*/ 215199 h 818296"/>
                <a:gd name="connsiteX6" fmla="*/ 4067173 w 4079571"/>
                <a:gd name="connsiteY6" fmla="*/ 215199 h 818296"/>
                <a:gd name="connsiteX7" fmla="*/ 3909348 w 4079571"/>
                <a:gd name="connsiteY7" fmla="*/ 330115 h 818296"/>
                <a:gd name="connsiteX8" fmla="*/ 3909348 w 4079571"/>
                <a:gd name="connsiteY8" fmla="*/ 225265 h 818296"/>
                <a:gd name="connsiteX9" fmla="*/ 3780888 w 4079571"/>
                <a:gd name="connsiteY9" fmla="*/ 225265 h 818296"/>
                <a:gd name="connsiteX10" fmla="*/ 3780888 w 4079571"/>
                <a:gd name="connsiteY10" fmla="*/ 802266 h 818296"/>
                <a:gd name="connsiteX11" fmla="*/ 3277025 w 4079571"/>
                <a:gd name="connsiteY11" fmla="*/ 451927 h 818296"/>
                <a:gd name="connsiteX12" fmla="*/ 3426926 w 4079571"/>
                <a:gd name="connsiteY12" fmla="*/ 326852 h 818296"/>
                <a:gd name="connsiteX13" fmla="*/ 3574589 w 4079571"/>
                <a:gd name="connsiteY13" fmla="*/ 451927 h 818296"/>
                <a:gd name="connsiteX14" fmla="*/ 3277025 w 4079571"/>
                <a:gd name="connsiteY14" fmla="*/ 451927 h 818296"/>
                <a:gd name="connsiteX15" fmla="*/ 3141760 w 4079571"/>
                <a:gd name="connsiteY15" fmla="*/ 513905 h 818296"/>
                <a:gd name="connsiteX16" fmla="*/ 3437086 w 4079571"/>
                <a:gd name="connsiteY16" fmla="*/ 818203 h 818296"/>
                <a:gd name="connsiteX17" fmla="*/ 3688506 w 4079571"/>
                <a:gd name="connsiteY17" fmla="*/ 688562 h 818296"/>
                <a:gd name="connsiteX18" fmla="*/ 3600598 w 4079571"/>
                <a:gd name="connsiteY18" fmla="*/ 614188 h 818296"/>
                <a:gd name="connsiteX19" fmla="*/ 3437180 w 4079571"/>
                <a:gd name="connsiteY19" fmla="*/ 700957 h 818296"/>
                <a:gd name="connsiteX20" fmla="*/ 3273762 w 4079571"/>
                <a:gd name="connsiteY20" fmla="*/ 555565 h 818296"/>
                <a:gd name="connsiteX21" fmla="*/ 3705472 w 4079571"/>
                <a:gd name="connsiteY21" fmla="*/ 555565 h 818296"/>
                <a:gd name="connsiteX22" fmla="*/ 3708828 w 4079571"/>
                <a:gd name="connsiteY22" fmla="*/ 508220 h 818296"/>
                <a:gd name="connsiteX23" fmla="*/ 3427019 w 4079571"/>
                <a:gd name="connsiteY23" fmla="*/ 209514 h 818296"/>
                <a:gd name="connsiteX24" fmla="*/ 3141853 w 4079571"/>
                <a:gd name="connsiteY24" fmla="*/ 513812 h 818296"/>
                <a:gd name="connsiteX25" fmla="*/ 2770831 w 4079571"/>
                <a:gd name="connsiteY25" fmla="*/ 694247 h 818296"/>
                <a:gd name="connsiteX26" fmla="*/ 2602845 w 4079571"/>
                <a:gd name="connsiteY26" fmla="*/ 513905 h 818296"/>
                <a:gd name="connsiteX27" fmla="*/ 2770831 w 4079571"/>
                <a:gd name="connsiteY27" fmla="*/ 333563 h 818296"/>
                <a:gd name="connsiteX28" fmla="*/ 2938816 w 4079571"/>
                <a:gd name="connsiteY28" fmla="*/ 513905 h 818296"/>
                <a:gd name="connsiteX29" fmla="*/ 2770831 w 4079571"/>
                <a:gd name="connsiteY29" fmla="*/ 694247 h 818296"/>
                <a:gd name="connsiteX30" fmla="*/ 2938816 w 4079571"/>
                <a:gd name="connsiteY30" fmla="*/ 225451 h 818296"/>
                <a:gd name="connsiteX31" fmla="*/ 2938816 w 4079571"/>
                <a:gd name="connsiteY31" fmla="*/ 321260 h 818296"/>
                <a:gd name="connsiteX32" fmla="*/ 2744915 w 4079571"/>
                <a:gd name="connsiteY32" fmla="*/ 209700 h 818296"/>
                <a:gd name="connsiteX33" fmla="*/ 2469911 w 4079571"/>
                <a:gd name="connsiteY33" fmla="*/ 513998 h 818296"/>
                <a:gd name="connsiteX34" fmla="*/ 2744915 w 4079571"/>
                <a:gd name="connsiteY34" fmla="*/ 818296 h 818296"/>
                <a:gd name="connsiteX35" fmla="*/ 2938816 w 4079571"/>
                <a:gd name="connsiteY35" fmla="*/ 706736 h 818296"/>
                <a:gd name="connsiteX36" fmla="*/ 2938816 w 4079571"/>
                <a:gd name="connsiteY36" fmla="*/ 802545 h 818296"/>
                <a:gd name="connsiteX37" fmla="*/ 3067369 w 4079571"/>
                <a:gd name="connsiteY37" fmla="*/ 802545 h 818296"/>
                <a:gd name="connsiteX38" fmla="*/ 3067369 w 4079571"/>
                <a:gd name="connsiteY38" fmla="*/ 225544 h 818296"/>
                <a:gd name="connsiteX39" fmla="*/ 2938816 w 4079571"/>
                <a:gd name="connsiteY39" fmla="*/ 225544 h 818296"/>
                <a:gd name="connsiteX40" fmla="*/ 1910767 w 4079571"/>
                <a:gd name="connsiteY40" fmla="*/ 802452 h 818296"/>
                <a:gd name="connsiteX41" fmla="*/ 2039226 w 4079571"/>
                <a:gd name="connsiteY41" fmla="*/ 802452 h 818296"/>
                <a:gd name="connsiteX42" fmla="*/ 2039226 w 4079571"/>
                <a:gd name="connsiteY42" fmla="*/ 459849 h 818296"/>
                <a:gd name="connsiteX43" fmla="*/ 2158736 w 4079571"/>
                <a:gd name="connsiteY43" fmla="*/ 322379 h 818296"/>
                <a:gd name="connsiteX44" fmla="*/ 2271442 w 4079571"/>
                <a:gd name="connsiteY44" fmla="*/ 449690 h 818296"/>
                <a:gd name="connsiteX45" fmla="*/ 2271442 w 4079571"/>
                <a:gd name="connsiteY45" fmla="*/ 802452 h 818296"/>
                <a:gd name="connsiteX46" fmla="*/ 2399994 w 4079571"/>
                <a:gd name="connsiteY46" fmla="*/ 802452 h 818296"/>
                <a:gd name="connsiteX47" fmla="*/ 2399994 w 4079571"/>
                <a:gd name="connsiteY47" fmla="*/ 427136 h 818296"/>
                <a:gd name="connsiteX48" fmla="*/ 2211780 w 4079571"/>
                <a:gd name="connsiteY48" fmla="*/ 209607 h 818296"/>
                <a:gd name="connsiteX49" fmla="*/ 2039319 w 4079571"/>
                <a:gd name="connsiteY49" fmla="*/ 302061 h 818296"/>
                <a:gd name="connsiteX50" fmla="*/ 2039319 w 4079571"/>
                <a:gd name="connsiteY50" fmla="*/ 13514 h 818296"/>
                <a:gd name="connsiteX51" fmla="*/ 1910860 w 4079571"/>
                <a:gd name="connsiteY51" fmla="*/ 13514 h 818296"/>
                <a:gd name="connsiteX52" fmla="*/ 1910860 w 4079571"/>
                <a:gd name="connsiteY52" fmla="*/ 802452 h 818296"/>
                <a:gd name="connsiteX53" fmla="*/ 1825096 w 4079571"/>
                <a:gd name="connsiteY53" fmla="*/ 804689 h 818296"/>
                <a:gd name="connsiteX54" fmla="*/ 1825096 w 4079571"/>
                <a:gd name="connsiteY54" fmla="*/ 696484 h 818296"/>
                <a:gd name="connsiteX55" fmla="*/ 1776620 w 4079571"/>
                <a:gd name="connsiteY55" fmla="*/ 699839 h 818296"/>
                <a:gd name="connsiteX56" fmla="*/ 1684145 w 4079571"/>
                <a:gd name="connsiteY56" fmla="*/ 606266 h 818296"/>
                <a:gd name="connsiteX57" fmla="*/ 1684145 w 4079571"/>
                <a:gd name="connsiteY57" fmla="*/ 335800 h 818296"/>
                <a:gd name="connsiteX58" fmla="*/ 1825096 w 4079571"/>
                <a:gd name="connsiteY58" fmla="*/ 335800 h 818296"/>
                <a:gd name="connsiteX59" fmla="*/ 1825096 w 4079571"/>
                <a:gd name="connsiteY59" fmla="*/ 225358 h 818296"/>
                <a:gd name="connsiteX60" fmla="*/ 1684145 w 4079571"/>
                <a:gd name="connsiteY60" fmla="*/ 225358 h 818296"/>
                <a:gd name="connsiteX61" fmla="*/ 1684145 w 4079571"/>
                <a:gd name="connsiteY61" fmla="*/ 58530 h 818296"/>
                <a:gd name="connsiteX62" fmla="*/ 1555592 w 4079571"/>
                <a:gd name="connsiteY62" fmla="*/ 97953 h 818296"/>
                <a:gd name="connsiteX63" fmla="*/ 1555592 w 4079571"/>
                <a:gd name="connsiteY63" fmla="*/ 225265 h 818296"/>
                <a:gd name="connsiteX64" fmla="*/ 1444005 w 4079571"/>
                <a:gd name="connsiteY64" fmla="*/ 225265 h 818296"/>
                <a:gd name="connsiteX65" fmla="*/ 1444005 w 4079571"/>
                <a:gd name="connsiteY65" fmla="*/ 335707 h 818296"/>
                <a:gd name="connsiteX66" fmla="*/ 1555592 w 4079571"/>
                <a:gd name="connsiteY66" fmla="*/ 335707 h 818296"/>
                <a:gd name="connsiteX67" fmla="*/ 1555592 w 4079571"/>
                <a:gd name="connsiteY67" fmla="*/ 618568 h 818296"/>
                <a:gd name="connsiteX68" fmla="*/ 1741569 w 4079571"/>
                <a:gd name="connsiteY68" fmla="*/ 814661 h 818296"/>
                <a:gd name="connsiteX69" fmla="*/ 1825003 w 4079571"/>
                <a:gd name="connsiteY69" fmla="*/ 804502 h 818296"/>
                <a:gd name="connsiteX70" fmla="*/ 1129569 w 4079571"/>
                <a:gd name="connsiteY70" fmla="*/ 694247 h 818296"/>
                <a:gd name="connsiteX71" fmla="*/ 961583 w 4079571"/>
                <a:gd name="connsiteY71" fmla="*/ 513905 h 818296"/>
                <a:gd name="connsiteX72" fmla="*/ 1129569 w 4079571"/>
                <a:gd name="connsiteY72" fmla="*/ 333563 h 818296"/>
                <a:gd name="connsiteX73" fmla="*/ 1297554 w 4079571"/>
                <a:gd name="connsiteY73" fmla="*/ 513905 h 818296"/>
                <a:gd name="connsiteX74" fmla="*/ 1129569 w 4079571"/>
                <a:gd name="connsiteY74" fmla="*/ 694247 h 818296"/>
                <a:gd name="connsiteX75" fmla="*/ 1129569 w 4079571"/>
                <a:gd name="connsiteY75" fmla="*/ 818203 h 818296"/>
                <a:gd name="connsiteX76" fmla="*/ 1430581 w 4079571"/>
                <a:gd name="connsiteY76" fmla="*/ 513905 h 818296"/>
                <a:gd name="connsiteX77" fmla="*/ 1129569 w 4079571"/>
                <a:gd name="connsiteY77" fmla="*/ 209607 h 818296"/>
                <a:gd name="connsiteX78" fmla="*/ 828555 w 4079571"/>
                <a:gd name="connsiteY78" fmla="*/ 513905 h 818296"/>
                <a:gd name="connsiteX79" fmla="*/ 1129569 w 4079571"/>
                <a:gd name="connsiteY79" fmla="*/ 818203 h 818296"/>
                <a:gd name="connsiteX80" fmla="*/ 396845 w 4079571"/>
                <a:gd name="connsiteY80" fmla="*/ 0 h 818296"/>
                <a:gd name="connsiteX81" fmla="*/ 0 w 4079571"/>
                <a:gd name="connsiteY81" fmla="*/ 409148 h 818296"/>
                <a:gd name="connsiteX82" fmla="*/ 379879 w 4079571"/>
                <a:gd name="connsiteY82" fmla="*/ 818296 h 818296"/>
                <a:gd name="connsiteX83" fmla="*/ 621137 w 4079571"/>
                <a:gd name="connsiteY83" fmla="*/ 701050 h 818296"/>
                <a:gd name="connsiteX84" fmla="*/ 621137 w 4079571"/>
                <a:gd name="connsiteY84" fmla="*/ 802452 h 818296"/>
                <a:gd name="connsiteX85" fmla="*/ 751927 w 4079571"/>
                <a:gd name="connsiteY85" fmla="*/ 802452 h 818296"/>
                <a:gd name="connsiteX86" fmla="*/ 751927 w 4079571"/>
                <a:gd name="connsiteY86" fmla="*/ 387712 h 818296"/>
                <a:gd name="connsiteX87" fmla="*/ 410362 w 4079571"/>
                <a:gd name="connsiteY87" fmla="*/ 387712 h 818296"/>
                <a:gd name="connsiteX88" fmla="*/ 410362 w 4079571"/>
                <a:gd name="connsiteY88" fmla="*/ 516235 h 818296"/>
                <a:gd name="connsiteX89" fmla="*/ 609857 w 4079571"/>
                <a:gd name="connsiteY89" fmla="*/ 516235 h 818296"/>
                <a:gd name="connsiteX90" fmla="*/ 396752 w 4079571"/>
                <a:gd name="connsiteY90" fmla="*/ 680826 h 818296"/>
                <a:gd name="connsiteX91" fmla="*/ 153257 w 4079571"/>
                <a:gd name="connsiteY91" fmla="*/ 409241 h 818296"/>
                <a:gd name="connsiteX92" fmla="*/ 396752 w 4079571"/>
                <a:gd name="connsiteY92" fmla="*/ 137657 h 818296"/>
                <a:gd name="connsiteX93" fmla="*/ 610976 w 4079571"/>
                <a:gd name="connsiteY93" fmla="*/ 260494 h 818296"/>
                <a:gd name="connsiteX94" fmla="*/ 732723 w 4079571"/>
                <a:gd name="connsiteY94" fmla="*/ 179317 h 818296"/>
                <a:gd name="connsiteX95" fmla="*/ 396752 w 4079571"/>
                <a:gd name="connsiteY95" fmla="*/ 93 h 81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079571" h="818296">
                  <a:moveTo>
                    <a:pt x="3780888" y="802452"/>
                  </a:moveTo>
                  <a:lnTo>
                    <a:pt x="3909348" y="802452"/>
                  </a:lnTo>
                  <a:lnTo>
                    <a:pt x="3909348" y="487995"/>
                  </a:lnTo>
                  <a:cubicBezTo>
                    <a:pt x="3909348" y="392186"/>
                    <a:pt x="3949899" y="348195"/>
                    <a:pt x="4051418" y="348195"/>
                  </a:cubicBezTo>
                  <a:lnTo>
                    <a:pt x="4079571" y="348195"/>
                  </a:lnTo>
                  <a:lnTo>
                    <a:pt x="4079571" y="215199"/>
                  </a:lnTo>
                  <a:lnTo>
                    <a:pt x="4067173" y="215199"/>
                  </a:lnTo>
                  <a:cubicBezTo>
                    <a:pt x="3982620" y="215199"/>
                    <a:pt x="3927433" y="262545"/>
                    <a:pt x="3909348" y="330115"/>
                  </a:cubicBezTo>
                  <a:lnTo>
                    <a:pt x="3909348" y="225265"/>
                  </a:lnTo>
                  <a:lnTo>
                    <a:pt x="3780888" y="225265"/>
                  </a:lnTo>
                  <a:lnTo>
                    <a:pt x="3780888" y="802266"/>
                  </a:lnTo>
                  <a:close/>
                  <a:moveTo>
                    <a:pt x="3277025" y="451927"/>
                  </a:moveTo>
                  <a:cubicBezTo>
                    <a:pt x="3295017" y="374198"/>
                    <a:pt x="3350297" y="326852"/>
                    <a:pt x="3426926" y="326852"/>
                  </a:cubicBezTo>
                  <a:cubicBezTo>
                    <a:pt x="3499079" y="326852"/>
                    <a:pt x="3557715" y="369725"/>
                    <a:pt x="3574589" y="451927"/>
                  </a:cubicBezTo>
                  <a:lnTo>
                    <a:pt x="3277025" y="451927"/>
                  </a:lnTo>
                  <a:close/>
                  <a:moveTo>
                    <a:pt x="3141760" y="513905"/>
                  </a:moveTo>
                  <a:cubicBezTo>
                    <a:pt x="3141760" y="689680"/>
                    <a:pt x="3266863" y="818203"/>
                    <a:pt x="3437086" y="818203"/>
                  </a:cubicBezTo>
                  <a:cubicBezTo>
                    <a:pt x="3541961" y="818203"/>
                    <a:pt x="3641149" y="766384"/>
                    <a:pt x="3688506" y="688562"/>
                  </a:cubicBezTo>
                  <a:lnTo>
                    <a:pt x="3600598" y="614188"/>
                  </a:lnTo>
                  <a:cubicBezTo>
                    <a:pt x="3567877" y="668337"/>
                    <a:pt x="3507003" y="700957"/>
                    <a:pt x="3437180" y="700957"/>
                  </a:cubicBezTo>
                  <a:cubicBezTo>
                    <a:pt x="3352628" y="700957"/>
                    <a:pt x="3289517" y="643453"/>
                    <a:pt x="3273762" y="555565"/>
                  </a:cubicBezTo>
                  <a:lnTo>
                    <a:pt x="3705472" y="555565"/>
                  </a:lnTo>
                  <a:cubicBezTo>
                    <a:pt x="3707710" y="540933"/>
                    <a:pt x="3708828" y="523970"/>
                    <a:pt x="3708828" y="508220"/>
                  </a:cubicBezTo>
                  <a:cubicBezTo>
                    <a:pt x="3708828" y="342510"/>
                    <a:pt x="3596123" y="209514"/>
                    <a:pt x="3427019" y="209514"/>
                  </a:cubicBezTo>
                  <a:cubicBezTo>
                    <a:pt x="3257915" y="209514"/>
                    <a:pt x="3141853" y="338037"/>
                    <a:pt x="3141853" y="513812"/>
                  </a:cubicBezTo>
                  <a:moveTo>
                    <a:pt x="2770831" y="694247"/>
                  </a:moveTo>
                  <a:cubicBezTo>
                    <a:pt x="2673880" y="694247"/>
                    <a:pt x="2602845" y="617637"/>
                    <a:pt x="2602845" y="513905"/>
                  </a:cubicBezTo>
                  <a:cubicBezTo>
                    <a:pt x="2602845" y="410173"/>
                    <a:pt x="2673880" y="333563"/>
                    <a:pt x="2770831" y="333563"/>
                  </a:cubicBezTo>
                  <a:cubicBezTo>
                    <a:pt x="2867781" y="333563"/>
                    <a:pt x="2938816" y="410173"/>
                    <a:pt x="2938816" y="513905"/>
                  </a:cubicBezTo>
                  <a:cubicBezTo>
                    <a:pt x="2938816" y="617637"/>
                    <a:pt x="2867781" y="694247"/>
                    <a:pt x="2770831" y="694247"/>
                  </a:cubicBezTo>
                  <a:moveTo>
                    <a:pt x="2938816" y="225451"/>
                  </a:moveTo>
                  <a:lnTo>
                    <a:pt x="2938816" y="321260"/>
                  </a:lnTo>
                  <a:cubicBezTo>
                    <a:pt x="2900502" y="248005"/>
                    <a:pt x="2833942" y="209700"/>
                    <a:pt x="2744915" y="209700"/>
                  </a:cubicBezTo>
                  <a:cubicBezTo>
                    <a:pt x="2593896" y="209700"/>
                    <a:pt x="2469911" y="337011"/>
                    <a:pt x="2469911" y="513998"/>
                  </a:cubicBezTo>
                  <a:cubicBezTo>
                    <a:pt x="2469911" y="690985"/>
                    <a:pt x="2593896" y="818296"/>
                    <a:pt x="2744915" y="818296"/>
                  </a:cubicBezTo>
                  <a:cubicBezTo>
                    <a:pt x="2833942" y="818296"/>
                    <a:pt x="2900502" y="779991"/>
                    <a:pt x="2938816" y="706736"/>
                  </a:cubicBezTo>
                  <a:lnTo>
                    <a:pt x="2938816" y="802545"/>
                  </a:lnTo>
                  <a:lnTo>
                    <a:pt x="3067369" y="802545"/>
                  </a:lnTo>
                  <a:lnTo>
                    <a:pt x="3067369" y="225544"/>
                  </a:lnTo>
                  <a:lnTo>
                    <a:pt x="2938816" y="225544"/>
                  </a:lnTo>
                  <a:close/>
                  <a:moveTo>
                    <a:pt x="1910767" y="802452"/>
                  </a:moveTo>
                  <a:lnTo>
                    <a:pt x="2039226" y="802452"/>
                  </a:lnTo>
                  <a:lnTo>
                    <a:pt x="2039226" y="459849"/>
                  </a:lnTo>
                  <a:cubicBezTo>
                    <a:pt x="2039226" y="370843"/>
                    <a:pt x="2086583" y="322379"/>
                    <a:pt x="2158736" y="322379"/>
                  </a:cubicBezTo>
                  <a:cubicBezTo>
                    <a:pt x="2230891" y="322379"/>
                    <a:pt x="2271442" y="370843"/>
                    <a:pt x="2271442" y="449690"/>
                  </a:cubicBezTo>
                  <a:lnTo>
                    <a:pt x="2271442" y="802452"/>
                  </a:lnTo>
                  <a:lnTo>
                    <a:pt x="2399994" y="802452"/>
                  </a:lnTo>
                  <a:lnTo>
                    <a:pt x="2399994" y="427136"/>
                  </a:lnTo>
                  <a:cubicBezTo>
                    <a:pt x="2399994" y="278388"/>
                    <a:pt x="2319917" y="209607"/>
                    <a:pt x="2211780" y="209607"/>
                  </a:cubicBezTo>
                  <a:cubicBezTo>
                    <a:pt x="2122753" y="209607"/>
                    <a:pt x="2064117" y="253597"/>
                    <a:pt x="2039319" y="302061"/>
                  </a:cubicBezTo>
                  <a:lnTo>
                    <a:pt x="2039319" y="13514"/>
                  </a:lnTo>
                  <a:lnTo>
                    <a:pt x="1910860" y="13514"/>
                  </a:lnTo>
                  <a:lnTo>
                    <a:pt x="1910860" y="802452"/>
                  </a:lnTo>
                  <a:close/>
                  <a:moveTo>
                    <a:pt x="1825096" y="804689"/>
                  </a:moveTo>
                  <a:lnTo>
                    <a:pt x="1825096" y="696484"/>
                  </a:lnTo>
                  <a:cubicBezTo>
                    <a:pt x="1810460" y="698720"/>
                    <a:pt x="1790138" y="699839"/>
                    <a:pt x="1776620" y="699839"/>
                  </a:cubicBezTo>
                  <a:cubicBezTo>
                    <a:pt x="1713510" y="699839"/>
                    <a:pt x="1684145" y="667126"/>
                    <a:pt x="1684145" y="606266"/>
                  </a:cubicBezTo>
                  <a:lnTo>
                    <a:pt x="1684145" y="335800"/>
                  </a:lnTo>
                  <a:lnTo>
                    <a:pt x="1825096" y="335800"/>
                  </a:lnTo>
                  <a:lnTo>
                    <a:pt x="1825096" y="225358"/>
                  </a:lnTo>
                  <a:lnTo>
                    <a:pt x="1684145" y="225358"/>
                  </a:lnTo>
                  <a:lnTo>
                    <a:pt x="1684145" y="58530"/>
                  </a:lnTo>
                  <a:lnTo>
                    <a:pt x="1555592" y="97953"/>
                  </a:lnTo>
                  <a:lnTo>
                    <a:pt x="1555592" y="225265"/>
                  </a:lnTo>
                  <a:lnTo>
                    <a:pt x="1444005" y="225265"/>
                  </a:lnTo>
                  <a:lnTo>
                    <a:pt x="1444005" y="335707"/>
                  </a:lnTo>
                  <a:lnTo>
                    <a:pt x="1555592" y="335707"/>
                  </a:lnTo>
                  <a:lnTo>
                    <a:pt x="1555592" y="618568"/>
                  </a:lnTo>
                  <a:cubicBezTo>
                    <a:pt x="1555592" y="743643"/>
                    <a:pt x="1624389" y="814661"/>
                    <a:pt x="1741569" y="814661"/>
                  </a:cubicBezTo>
                  <a:cubicBezTo>
                    <a:pt x="1774290" y="814661"/>
                    <a:pt x="1803562" y="811306"/>
                    <a:pt x="1825003" y="804502"/>
                  </a:cubicBezTo>
                  <a:moveTo>
                    <a:pt x="1129569" y="694247"/>
                  </a:moveTo>
                  <a:cubicBezTo>
                    <a:pt x="1032618" y="694247"/>
                    <a:pt x="961583" y="617637"/>
                    <a:pt x="961583" y="513905"/>
                  </a:cubicBezTo>
                  <a:cubicBezTo>
                    <a:pt x="961583" y="410173"/>
                    <a:pt x="1032618" y="333563"/>
                    <a:pt x="1129569" y="333563"/>
                  </a:cubicBezTo>
                  <a:cubicBezTo>
                    <a:pt x="1226519" y="333563"/>
                    <a:pt x="1297554" y="410173"/>
                    <a:pt x="1297554" y="513905"/>
                  </a:cubicBezTo>
                  <a:cubicBezTo>
                    <a:pt x="1297554" y="617637"/>
                    <a:pt x="1226519" y="694247"/>
                    <a:pt x="1129569" y="694247"/>
                  </a:cubicBezTo>
                  <a:moveTo>
                    <a:pt x="1129569" y="818203"/>
                  </a:moveTo>
                  <a:cubicBezTo>
                    <a:pt x="1300910" y="818203"/>
                    <a:pt x="1430581" y="690892"/>
                    <a:pt x="1430581" y="513905"/>
                  </a:cubicBezTo>
                  <a:cubicBezTo>
                    <a:pt x="1430581" y="336918"/>
                    <a:pt x="1300910" y="209607"/>
                    <a:pt x="1129569" y="209607"/>
                  </a:cubicBezTo>
                  <a:cubicBezTo>
                    <a:pt x="958227" y="209607"/>
                    <a:pt x="828555" y="336918"/>
                    <a:pt x="828555" y="513905"/>
                  </a:cubicBezTo>
                  <a:cubicBezTo>
                    <a:pt x="828555" y="690892"/>
                    <a:pt x="958227" y="818203"/>
                    <a:pt x="1129569" y="818203"/>
                  </a:cubicBezTo>
                  <a:moveTo>
                    <a:pt x="396845" y="0"/>
                  </a:moveTo>
                  <a:cubicBezTo>
                    <a:pt x="170223" y="0"/>
                    <a:pt x="0" y="171302"/>
                    <a:pt x="0" y="409148"/>
                  </a:cubicBezTo>
                  <a:cubicBezTo>
                    <a:pt x="0" y="646995"/>
                    <a:pt x="170223" y="818296"/>
                    <a:pt x="379879" y="818296"/>
                  </a:cubicBezTo>
                  <a:cubicBezTo>
                    <a:pt x="476830" y="818296"/>
                    <a:pt x="568093" y="773187"/>
                    <a:pt x="621137" y="701050"/>
                  </a:cubicBezTo>
                  <a:lnTo>
                    <a:pt x="621137" y="802452"/>
                  </a:lnTo>
                  <a:lnTo>
                    <a:pt x="751927" y="802452"/>
                  </a:lnTo>
                  <a:lnTo>
                    <a:pt x="751927" y="387712"/>
                  </a:lnTo>
                  <a:lnTo>
                    <a:pt x="410362" y="387712"/>
                  </a:lnTo>
                  <a:lnTo>
                    <a:pt x="410362" y="516235"/>
                  </a:lnTo>
                  <a:lnTo>
                    <a:pt x="609857" y="516235"/>
                  </a:lnTo>
                  <a:cubicBezTo>
                    <a:pt x="590654" y="613163"/>
                    <a:pt x="504983" y="680826"/>
                    <a:pt x="396752" y="680826"/>
                  </a:cubicBezTo>
                  <a:cubicBezTo>
                    <a:pt x="254682" y="680826"/>
                    <a:pt x="153257" y="565910"/>
                    <a:pt x="153257" y="409241"/>
                  </a:cubicBezTo>
                  <a:cubicBezTo>
                    <a:pt x="153257" y="252572"/>
                    <a:pt x="254682" y="137657"/>
                    <a:pt x="396752" y="137657"/>
                  </a:cubicBezTo>
                  <a:cubicBezTo>
                    <a:pt x="498177" y="137657"/>
                    <a:pt x="571450" y="188357"/>
                    <a:pt x="610976" y="260494"/>
                  </a:cubicBezTo>
                  <a:lnTo>
                    <a:pt x="732723" y="179317"/>
                  </a:lnTo>
                  <a:cubicBezTo>
                    <a:pt x="672968" y="66638"/>
                    <a:pt x="546746" y="93"/>
                    <a:pt x="396752" y="93"/>
                  </a:cubicBezTo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F1D5E7A6-CBF0-D0C6-1D40-9D7A456ABE03}"/>
                </a:ext>
              </a:extLst>
            </p:cNvPr>
            <p:cNvSpPr/>
            <p:nvPr/>
          </p:nvSpPr>
          <p:spPr>
            <a:xfrm>
              <a:off x="11069003" y="450670"/>
              <a:ext cx="642390" cy="113370"/>
            </a:xfrm>
            <a:custGeom>
              <a:avLst/>
              <a:gdLst>
                <a:gd name="connsiteX0" fmla="*/ 4385152 w 4681596"/>
                <a:gd name="connsiteY0" fmla="*/ 702169 h 826217"/>
                <a:gd name="connsiteX1" fmla="*/ 4217166 w 4681596"/>
                <a:gd name="connsiteY1" fmla="*/ 521827 h 826217"/>
                <a:gd name="connsiteX2" fmla="*/ 4385152 w 4681596"/>
                <a:gd name="connsiteY2" fmla="*/ 341485 h 826217"/>
                <a:gd name="connsiteX3" fmla="*/ 4553138 w 4681596"/>
                <a:gd name="connsiteY3" fmla="*/ 521827 h 826217"/>
                <a:gd name="connsiteX4" fmla="*/ 4385152 w 4681596"/>
                <a:gd name="connsiteY4" fmla="*/ 702169 h 826217"/>
                <a:gd name="connsiteX5" fmla="*/ 4553138 w 4681596"/>
                <a:gd name="connsiteY5" fmla="*/ 233373 h 826217"/>
                <a:gd name="connsiteX6" fmla="*/ 4553138 w 4681596"/>
                <a:gd name="connsiteY6" fmla="*/ 329182 h 826217"/>
                <a:gd name="connsiteX7" fmla="*/ 4359236 w 4681596"/>
                <a:gd name="connsiteY7" fmla="*/ 217622 h 826217"/>
                <a:gd name="connsiteX8" fmla="*/ 4084139 w 4681596"/>
                <a:gd name="connsiteY8" fmla="*/ 521920 h 826217"/>
                <a:gd name="connsiteX9" fmla="*/ 4359236 w 4681596"/>
                <a:gd name="connsiteY9" fmla="*/ 826218 h 826217"/>
                <a:gd name="connsiteX10" fmla="*/ 4553138 w 4681596"/>
                <a:gd name="connsiteY10" fmla="*/ 714658 h 826217"/>
                <a:gd name="connsiteX11" fmla="*/ 4553138 w 4681596"/>
                <a:gd name="connsiteY11" fmla="*/ 810467 h 826217"/>
                <a:gd name="connsiteX12" fmla="*/ 4681597 w 4681596"/>
                <a:gd name="connsiteY12" fmla="*/ 810467 h 826217"/>
                <a:gd name="connsiteX13" fmla="*/ 4681597 w 4681596"/>
                <a:gd name="connsiteY13" fmla="*/ 233466 h 826217"/>
                <a:gd name="connsiteX14" fmla="*/ 4553138 w 4681596"/>
                <a:gd name="connsiteY14" fmla="*/ 233466 h 826217"/>
                <a:gd name="connsiteX15" fmla="*/ 4025595 w 4681596"/>
                <a:gd name="connsiteY15" fmla="*/ 80059 h 826217"/>
                <a:gd name="connsiteX16" fmla="*/ 3945518 w 4681596"/>
                <a:gd name="connsiteY16" fmla="*/ 160118 h 826217"/>
                <a:gd name="connsiteX17" fmla="*/ 3865441 w 4681596"/>
                <a:gd name="connsiteY17" fmla="*/ 80059 h 826217"/>
                <a:gd name="connsiteX18" fmla="*/ 3945518 w 4681596"/>
                <a:gd name="connsiteY18" fmla="*/ 0 h 826217"/>
                <a:gd name="connsiteX19" fmla="*/ 4025595 w 4681596"/>
                <a:gd name="connsiteY19" fmla="*/ 80059 h 826217"/>
                <a:gd name="connsiteX20" fmla="*/ 3881288 w 4681596"/>
                <a:gd name="connsiteY20" fmla="*/ 810374 h 826217"/>
                <a:gd name="connsiteX21" fmla="*/ 4009841 w 4681596"/>
                <a:gd name="connsiteY21" fmla="*/ 810374 h 826217"/>
                <a:gd name="connsiteX22" fmla="*/ 4009841 w 4681596"/>
                <a:gd name="connsiteY22" fmla="*/ 233373 h 826217"/>
                <a:gd name="connsiteX23" fmla="*/ 3881288 w 4681596"/>
                <a:gd name="connsiteY23" fmla="*/ 233373 h 826217"/>
                <a:gd name="connsiteX24" fmla="*/ 3881288 w 4681596"/>
                <a:gd name="connsiteY24" fmla="*/ 810374 h 826217"/>
                <a:gd name="connsiteX25" fmla="*/ 3297347 w 4681596"/>
                <a:gd name="connsiteY25" fmla="*/ 810374 h 826217"/>
                <a:gd name="connsiteX26" fmla="*/ 3425807 w 4681596"/>
                <a:gd name="connsiteY26" fmla="*/ 810374 h 826217"/>
                <a:gd name="connsiteX27" fmla="*/ 3425807 w 4681596"/>
                <a:gd name="connsiteY27" fmla="*/ 467771 h 826217"/>
                <a:gd name="connsiteX28" fmla="*/ 3545317 w 4681596"/>
                <a:gd name="connsiteY28" fmla="*/ 330301 h 826217"/>
                <a:gd name="connsiteX29" fmla="*/ 3658022 w 4681596"/>
                <a:gd name="connsiteY29" fmla="*/ 457612 h 826217"/>
                <a:gd name="connsiteX30" fmla="*/ 3658022 w 4681596"/>
                <a:gd name="connsiteY30" fmla="*/ 810374 h 826217"/>
                <a:gd name="connsiteX31" fmla="*/ 3786575 w 4681596"/>
                <a:gd name="connsiteY31" fmla="*/ 810374 h 826217"/>
                <a:gd name="connsiteX32" fmla="*/ 3786575 w 4681596"/>
                <a:gd name="connsiteY32" fmla="*/ 435058 h 826217"/>
                <a:gd name="connsiteX33" fmla="*/ 3598360 w 4681596"/>
                <a:gd name="connsiteY33" fmla="*/ 217529 h 826217"/>
                <a:gd name="connsiteX34" fmla="*/ 3425900 w 4681596"/>
                <a:gd name="connsiteY34" fmla="*/ 309983 h 826217"/>
                <a:gd name="connsiteX35" fmla="*/ 3425900 w 4681596"/>
                <a:gd name="connsiteY35" fmla="*/ 233373 h 826217"/>
                <a:gd name="connsiteX36" fmla="*/ 3297440 w 4681596"/>
                <a:gd name="connsiteY36" fmla="*/ 233373 h 826217"/>
                <a:gd name="connsiteX37" fmla="*/ 3297440 w 4681596"/>
                <a:gd name="connsiteY37" fmla="*/ 810374 h 826217"/>
                <a:gd name="connsiteX38" fmla="*/ 2793484 w 4681596"/>
                <a:gd name="connsiteY38" fmla="*/ 459849 h 826217"/>
                <a:gd name="connsiteX39" fmla="*/ 2943384 w 4681596"/>
                <a:gd name="connsiteY39" fmla="*/ 334775 h 826217"/>
                <a:gd name="connsiteX40" fmla="*/ 3091047 w 4681596"/>
                <a:gd name="connsiteY40" fmla="*/ 459849 h 826217"/>
                <a:gd name="connsiteX41" fmla="*/ 2793484 w 4681596"/>
                <a:gd name="connsiteY41" fmla="*/ 459849 h 826217"/>
                <a:gd name="connsiteX42" fmla="*/ 2658219 w 4681596"/>
                <a:gd name="connsiteY42" fmla="*/ 521827 h 826217"/>
                <a:gd name="connsiteX43" fmla="*/ 2953545 w 4681596"/>
                <a:gd name="connsiteY43" fmla="*/ 826125 h 826217"/>
                <a:gd name="connsiteX44" fmla="*/ 3204965 w 4681596"/>
                <a:gd name="connsiteY44" fmla="*/ 696484 h 826217"/>
                <a:gd name="connsiteX45" fmla="*/ 3117056 w 4681596"/>
                <a:gd name="connsiteY45" fmla="*/ 622110 h 826217"/>
                <a:gd name="connsiteX46" fmla="*/ 2953639 w 4681596"/>
                <a:gd name="connsiteY46" fmla="*/ 708879 h 826217"/>
                <a:gd name="connsiteX47" fmla="*/ 2790221 w 4681596"/>
                <a:gd name="connsiteY47" fmla="*/ 563487 h 826217"/>
                <a:gd name="connsiteX48" fmla="*/ 3221930 w 4681596"/>
                <a:gd name="connsiteY48" fmla="*/ 563487 h 826217"/>
                <a:gd name="connsiteX49" fmla="*/ 3225287 w 4681596"/>
                <a:gd name="connsiteY49" fmla="*/ 516142 h 826217"/>
                <a:gd name="connsiteX50" fmla="*/ 2943477 w 4681596"/>
                <a:gd name="connsiteY50" fmla="*/ 217529 h 826217"/>
                <a:gd name="connsiteX51" fmla="*/ 2658219 w 4681596"/>
                <a:gd name="connsiteY51" fmla="*/ 521827 h 826217"/>
                <a:gd name="connsiteX52" fmla="*/ 1774383 w 4681596"/>
                <a:gd name="connsiteY52" fmla="*/ 810374 h 826217"/>
                <a:gd name="connsiteX53" fmla="*/ 1902936 w 4681596"/>
                <a:gd name="connsiteY53" fmla="*/ 810374 h 826217"/>
                <a:gd name="connsiteX54" fmla="*/ 1902936 w 4681596"/>
                <a:gd name="connsiteY54" fmla="*/ 467771 h 826217"/>
                <a:gd name="connsiteX55" fmla="*/ 2013404 w 4681596"/>
                <a:gd name="connsiteY55" fmla="*/ 330301 h 826217"/>
                <a:gd name="connsiteX56" fmla="*/ 2117160 w 4681596"/>
                <a:gd name="connsiteY56" fmla="*/ 457612 h 826217"/>
                <a:gd name="connsiteX57" fmla="*/ 2117160 w 4681596"/>
                <a:gd name="connsiteY57" fmla="*/ 810374 h 826217"/>
                <a:gd name="connsiteX58" fmla="*/ 2245619 w 4681596"/>
                <a:gd name="connsiteY58" fmla="*/ 810374 h 826217"/>
                <a:gd name="connsiteX59" fmla="*/ 2245619 w 4681596"/>
                <a:gd name="connsiteY59" fmla="*/ 455375 h 826217"/>
                <a:gd name="connsiteX60" fmla="*/ 2356087 w 4681596"/>
                <a:gd name="connsiteY60" fmla="*/ 330301 h 826217"/>
                <a:gd name="connsiteX61" fmla="*/ 2459843 w 4681596"/>
                <a:gd name="connsiteY61" fmla="*/ 457612 h 826217"/>
                <a:gd name="connsiteX62" fmla="*/ 2459843 w 4681596"/>
                <a:gd name="connsiteY62" fmla="*/ 810374 h 826217"/>
                <a:gd name="connsiteX63" fmla="*/ 2588396 w 4681596"/>
                <a:gd name="connsiteY63" fmla="*/ 810374 h 826217"/>
                <a:gd name="connsiteX64" fmla="*/ 2588396 w 4681596"/>
                <a:gd name="connsiteY64" fmla="*/ 435058 h 826217"/>
                <a:gd name="connsiteX65" fmla="*/ 2397850 w 4681596"/>
                <a:gd name="connsiteY65" fmla="*/ 217529 h 826217"/>
                <a:gd name="connsiteX66" fmla="*/ 2224272 w 4681596"/>
                <a:gd name="connsiteY66" fmla="*/ 316694 h 826217"/>
                <a:gd name="connsiteX67" fmla="*/ 2066447 w 4681596"/>
                <a:gd name="connsiteY67" fmla="*/ 217529 h 826217"/>
                <a:gd name="connsiteX68" fmla="*/ 1903029 w 4681596"/>
                <a:gd name="connsiteY68" fmla="*/ 309983 h 826217"/>
                <a:gd name="connsiteX69" fmla="*/ 1903029 w 4681596"/>
                <a:gd name="connsiteY69" fmla="*/ 233373 h 826217"/>
                <a:gd name="connsiteX70" fmla="*/ 1774477 w 4681596"/>
                <a:gd name="connsiteY70" fmla="*/ 233373 h 826217"/>
                <a:gd name="connsiteX71" fmla="*/ 1774477 w 4681596"/>
                <a:gd name="connsiteY71" fmla="*/ 810374 h 826217"/>
                <a:gd name="connsiteX72" fmla="*/ 1408022 w 4681596"/>
                <a:gd name="connsiteY72" fmla="*/ 810374 h 826217"/>
                <a:gd name="connsiteX73" fmla="*/ 1536574 w 4681596"/>
                <a:gd name="connsiteY73" fmla="*/ 810374 h 826217"/>
                <a:gd name="connsiteX74" fmla="*/ 1536574 w 4681596"/>
                <a:gd name="connsiteY74" fmla="*/ 495917 h 826217"/>
                <a:gd name="connsiteX75" fmla="*/ 1678644 w 4681596"/>
                <a:gd name="connsiteY75" fmla="*/ 356210 h 826217"/>
                <a:gd name="connsiteX76" fmla="*/ 1706797 w 4681596"/>
                <a:gd name="connsiteY76" fmla="*/ 356210 h 826217"/>
                <a:gd name="connsiteX77" fmla="*/ 1706797 w 4681596"/>
                <a:gd name="connsiteY77" fmla="*/ 223214 h 826217"/>
                <a:gd name="connsiteX78" fmla="*/ 1694399 w 4681596"/>
                <a:gd name="connsiteY78" fmla="*/ 223214 h 826217"/>
                <a:gd name="connsiteX79" fmla="*/ 1536574 w 4681596"/>
                <a:gd name="connsiteY79" fmla="*/ 338223 h 826217"/>
                <a:gd name="connsiteX80" fmla="*/ 1536574 w 4681596"/>
                <a:gd name="connsiteY80" fmla="*/ 233373 h 826217"/>
                <a:gd name="connsiteX81" fmla="*/ 1408022 w 4681596"/>
                <a:gd name="connsiteY81" fmla="*/ 233373 h 826217"/>
                <a:gd name="connsiteX82" fmla="*/ 1408022 w 4681596"/>
                <a:gd name="connsiteY82" fmla="*/ 810374 h 826217"/>
                <a:gd name="connsiteX83" fmla="*/ 1012389 w 4681596"/>
                <a:gd name="connsiteY83" fmla="*/ 702169 h 826217"/>
                <a:gd name="connsiteX84" fmla="*/ 844403 w 4681596"/>
                <a:gd name="connsiteY84" fmla="*/ 521827 h 826217"/>
                <a:gd name="connsiteX85" fmla="*/ 1012389 w 4681596"/>
                <a:gd name="connsiteY85" fmla="*/ 341485 h 826217"/>
                <a:gd name="connsiteX86" fmla="*/ 1180374 w 4681596"/>
                <a:gd name="connsiteY86" fmla="*/ 521827 h 826217"/>
                <a:gd name="connsiteX87" fmla="*/ 1012389 w 4681596"/>
                <a:gd name="connsiteY87" fmla="*/ 702169 h 826217"/>
                <a:gd name="connsiteX88" fmla="*/ 1180281 w 4681596"/>
                <a:gd name="connsiteY88" fmla="*/ 233373 h 826217"/>
                <a:gd name="connsiteX89" fmla="*/ 1180281 w 4681596"/>
                <a:gd name="connsiteY89" fmla="*/ 329182 h 826217"/>
                <a:gd name="connsiteX90" fmla="*/ 986379 w 4681596"/>
                <a:gd name="connsiteY90" fmla="*/ 217622 h 826217"/>
                <a:gd name="connsiteX91" fmla="*/ 711283 w 4681596"/>
                <a:gd name="connsiteY91" fmla="*/ 521920 h 826217"/>
                <a:gd name="connsiteX92" fmla="*/ 986379 w 4681596"/>
                <a:gd name="connsiteY92" fmla="*/ 826218 h 826217"/>
                <a:gd name="connsiteX93" fmla="*/ 1180281 w 4681596"/>
                <a:gd name="connsiteY93" fmla="*/ 714658 h 826217"/>
                <a:gd name="connsiteX94" fmla="*/ 1180281 w 4681596"/>
                <a:gd name="connsiteY94" fmla="*/ 810467 h 826217"/>
                <a:gd name="connsiteX95" fmla="*/ 1308740 w 4681596"/>
                <a:gd name="connsiteY95" fmla="*/ 810467 h 826217"/>
                <a:gd name="connsiteX96" fmla="*/ 1308740 w 4681596"/>
                <a:gd name="connsiteY96" fmla="*/ 233466 h 826217"/>
                <a:gd name="connsiteX97" fmla="*/ 1180281 w 4681596"/>
                <a:gd name="connsiteY97" fmla="*/ 233466 h 826217"/>
                <a:gd name="connsiteX98" fmla="*/ 365243 w 4681596"/>
                <a:gd name="connsiteY98" fmla="*/ 337011 h 826217"/>
                <a:gd name="connsiteX99" fmla="*/ 146545 w 4681596"/>
                <a:gd name="connsiteY99" fmla="*/ 337011 h 826217"/>
                <a:gd name="connsiteX100" fmla="*/ 146545 w 4681596"/>
                <a:gd name="connsiteY100" fmla="*/ 154432 h 826217"/>
                <a:gd name="connsiteX101" fmla="*/ 365243 w 4681596"/>
                <a:gd name="connsiteY101" fmla="*/ 154432 h 826217"/>
                <a:gd name="connsiteX102" fmla="*/ 475711 w 4681596"/>
                <a:gd name="connsiteY102" fmla="*/ 245675 h 826217"/>
                <a:gd name="connsiteX103" fmla="*/ 365243 w 4681596"/>
                <a:gd name="connsiteY103" fmla="*/ 337011 h 826217"/>
                <a:gd name="connsiteX104" fmla="*/ 372048 w 4681596"/>
                <a:gd name="connsiteY104" fmla="*/ 677378 h 826217"/>
                <a:gd name="connsiteX105" fmla="*/ 146545 w 4681596"/>
                <a:gd name="connsiteY105" fmla="*/ 677378 h 826217"/>
                <a:gd name="connsiteX106" fmla="*/ 146545 w 4681596"/>
                <a:gd name="connsiteY106" fmla="*/ 470008 h 826217"/>
                <a:gd name="connsiteX107" fmla="*/ 372048 w 4681596"/>
                <a:gd name="connsiteY107" fmla="*/ 470008 h 826217"/>
                <a:gd name="connsiteX108" fmla="*/ 494915 w 4681596"/>
                <a:gd name="connsiteY108" fmla="*/ 573739 h 826217"/>
                <a:gd name="connsiteX109" fmla="*/ 372048 w 4681596"/>
                <a:gd name="connsiteY109" fmla="*/ 677471 h 826217"/>
                <a:gd name="connsiteX110" fmla="*/ 0 w 4681596"/>
                <a:gd name="connsiteY110" fmla="*/ 810374 h 826217"/>
                <a:gd name="connsiteX111" fmla="*/ 388921 w 4681596"/>
                <a:gd name="connsiteY111" fmla="*/ 810374 h 826217"/>
                <a:gd name="connsiteX112" fmla="*/ 648171 w 4681596"/>
                <a:gd name="connsiteY112" fmla="*/ 588372 h 826217"/>
                <a:gd name="connsiteX113" fmla="*/ 510669 w 4681596"/>
                <a:gd name="connsiteY113" fmla="*/ 400201 h 826217"/>
                <a:gd name="connsiteX114" fmla="*/ 629061 w 4681596"/>
                <a:gd name="connsiteY114" fmla="*/ 226662 h 826217"/>
                <a:gd name="connsiteX115" fmla="*/ 385566 w 4681596"/>
                <a:gd name="connsiteY115" fmla="*/ 21529 h 826217"/>
                <a:gd name="connsiteX116" fmla="*/ 0 w 4681596"/>
                <a:gd name="connsiteY116" fmla="*/ 21529 h 826217"/>
                <a:gd name="connsiteX117" fmla="*/ 0 w 4681596"/>
                <a:gd name="connsiteY117" fmla="*/ 810467 h 82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4681596" h="826217">
                  <a:moveTo>
                    <a:pt x="4385152" y="702169"/>
                  </a:moveTo>
                  <a:cubicBezTo>
                    <a:pt x="4288201" y="702169"/>
                    <a:pt x="4217166" y="625558"/>
                    <a:pt x="4217166" y="521827"/>
                  </a:cubicBezTo>
                  <a:cubicBezTo>
                    <a:pt x="4217166" y="418095"/>
                    <a:pt x="4288201" y="341485"/>
                    <a:pt x="4385152" y="341485"/>
                  </a:cubicBezTo>
                  <a:cubicBezTo>
                    <a:pt x="4482103" y="341485"/>
                    <a:pt x="4553138" y="418095"/>
                    <a:pt x="4553138" y="521827"/>
                  </a:cubicBezTo>
                  <a:cubicBezTo>
                    <a:pt x="4553138" y="625558"/>
                    <a:pt x="4482103" y="702169"/>
                    <a:pt x="4385152" y="702169"/>
                  </a:cubicBezTo>
                  <a:moveTo>
                    <a:pt x="4553138" y="233373"/>
                  </a:moveTo>
                  <a:lnTo>
                    <a:pt x="4553138" y="329182"/>
                  </a:lnTo>
                  <a:cubicBezTo>
                    <a:pt x="4514823" y="255927"/>
                    <a:pt x="4448263" y="217622"/>
                    <a:pt x="4359236" y="217622"/>
                  </a:cubicBezTo>
                  <a:cubicBezTo>
                    <a:pt x="4208217" y="217622"/>
                    <a:pt x="4084139" y="344933"/>
                    <a:pt x="4084139" y="521920"/>
                  </a:cubicBezTo>
                  <a:cubicBezTo>
                    <a:pt x="4084139" y="698907"/>
                    <a:pt x="4208124" y="826218"/>
                    <a:pt x="4359236" y="826218"/>
                  </a:cubicBezTo>
                  <a:cubicBezTo>
                    <a:pt x="4448263" y="826218"/>
                    <a:pt x="4514823" y="787913"/>
                    <a:pt x="4553138" y="714658"/>
                  </a:cubicBezTo>
                  <a:lnTo>
                    <a:pt x="4553138" y="810467"/>
                  </a:lnTo>
                  <a:lnTo>
                    <a:pt x="4681597" y="810467"/>
                  </a:lnTo>
                  <a:lnTo>
                    <a:pt x="4681597" y="233466"/>
                  </a:lnTo>
                  <a:lnTo>
                    <a:pt x="4553138" y="233466"/>
                  </a:lnTo>
                  <a:close/>
                  <a:moveTo>
                    <a:pt x="4025595" y="80059"/>
                  </a:moveTo>
                  <a:cubicBezTo>
                    <a:pt x="4025595" y="124049"/>
                    <a:pt x="3989519" y="160118"/>
                    <a:pt x="3945518" y="160118"/>
                  </a:cubicBezTo>
                  <a:cubicBezTo>
                    <a:pt x="3901517" y="160118"/>
                    <a:pt x="3865441" y="124049"/>
                    <a:pt x="3865441" y="80059"/>
                  </a:cubicBezTo>
                  <a:cubicBezTo>
                    <a:pt x="3865441" y="36068"/>
                    <a:pt x="3901517" y="0"/>
                    <a:pt x="3945518" y="0"/>
                  </a:cubicBezTo>
                  <a:cubicBezTo>
                    <a:pt x="3989519" y="0"/>
                    <a:pt x="4025595" y="36068"/>
                    <a:pt x="4025595" y="80059"/>
                  </a:cubicBezTo>
                  <a:moveTo>
                    <a:pt x="3881288" y="810374"/>
                  </a:moveTo>
                  <a:lnTo>
                    <a:pt x="4009841" y="810374"/>
                  </a:lnTo>
                  <a:lnTo>
                    <a:pt x="4009841" y="233373"/>
                  </a:lnTo>
                  <a:lnTo>
                    <a:pt x="3881288" y="233373"/>
                  </a:lnTo>
                  <a:lnTo>
                    <a:pt x="3881288" y="810374"/>
                  </a:lnTo>
                  <a:close/>
                  <a:moveTo>
                    <a:pt x="3297347" y="810374"/>
                  </a:moveTo>
                  <a:lnTo>
                    <a:pt x="3425807" y="810374"/>
                  </a:lnTo>
                  <a:lnTo>
                    <a:pt x="3425807" y="467771"/>
                  </a:lnTo>
                  <a:cubicBezTo>
                    <a:pt x="3425807" y="378765"/>
                    <a:pt x="3473163" y="330301"/>
                    <a:pt x="3545317" y="330301"/>
                  </a:cubicBezTo>
                  <a:cubicBezTo>
                    <a:pt x="3617471" y="330301"/>
                    <a:pt x="3658022" y="378765"/>
                    <a:pt x="3658022" y="457612"/>
                  </a:cubicBezTo>
                  <a:lnTo>
                    <a:pt x="3658022" y="810374"/>
                  </a:lnTo>
                  <a:lnTo>
                    <a:pt x="3786575" y="810374"/>
                  </a:lnTo>
                  <a:lnTo>
                    <a:pt x="3786575" y="435058"/>
                  </a:lnTo>
                  <a:cubicBezTo>
                    <a:pt x="3786575" y="286310"/>
                    <a:pt x="3706498" y="217529"/>
                    <a:pt x="3598360" y="217529"/>
                  </a:cubicBezTo>
                  <a:cubicBezTo>
                    <a:pt x="3509333" y="217529"/>
                    <a:pt x="3450697" y="261519"/>
                    <a:pt x="3425900" y="309983"/>
                  </a:cubicBezTo>
                  <a:lnTo>
                    <a:pt x="3425900" y="233373"/>
                  </a:lnTo>
                  <a:lnTo>
                    <a:pt x="3297440" y="233373"/>
                  </a:lnTo>
                  <a:lnTo>
                    <a:pt x="3297440" y="810374"/>
                  </a:lnTo>
                  <a:close/>
                  <a:moveTo>
                    <a:pt x="2793484" y="459849"/>
                  </a:moveTo>
                  <a:cubicBezTo>
                    <a:pt x="2811475" y="382120"/>
                    <a:pt x="2866756" y="334775"/>
                    <a:pt x="2943384" y="334775"/>
                  </a:cubicBezTo>
                  <a:cubicBezTo>
                    <a:pt x="3015538" y="334775"/>
                    <a:pt x="3074174" y="377646"/>
                    <a:pt x="3091047" y="459849"/>
                  </a:cubicBezTo>
                  <a:lnTo>
                    <a:pt x="2793484" y="459849"/>
                  </a:lnTo>
                  <a:close/>
                  <a:moveTo>
                    <a:pt x="2658219" y="521827"/>
                  </a:moveTo>
                  <a:cubicBezTo>
                    <a:pt x="2658219" y="697602"/>
                    <a:pt x="2783322" y="826125"/>
                    <a:pt x="2953545" y="826125"/>
                  </a:cubicBezTo>
                  <a:cubicBezTo>
                    <a:pt x="3058420" y="826125"/>
                    <a:pt x="3157608" y="774306"/>
                    <a:pt x="3204965" y="696484"/>
                  </a:cubicBezTo>
                  <a:lnTo>
                    <a:pt x="3117056" y="622110"/>
                  </a:lnTo>
                  <a:cubicBezTo>
                    <a:pt x="3084336" y="676166"/>
                    <a:pt x="3023462" y="708879"/>
                    <a:pt x="2953639" y="708879"/>
                  </a:cubicBezTo>
                  <a:cubicBezTo>
                    <a:pt x="2869086" y="708879"/>
                    <a:pt x="2805975" y="651375"/>
                    <a:pt x="2790221" y="563487"/>
                  </a:cubicBezTo>
                  <a:lnTo>
                    <a:pt x="3221930" y="563487"/>
                  </a:lnTo>
                  <a:cubicBezTo>
                    <a:pt x="3224168" y="548855"/>
                    <a:pt x="3225287" y="531892"/>
                    <a:pt x="3225287" y="516142"/>
                  </a:cubicBezTo>
                  <a:cubicBezTo>
                    <a:pt x="3225287" y="350432"/>
                    <a:pt x="3112582" y="217529"/>
                    <a:pt x="2943477" y="217529"/>
                  </a:cubicBezTo>
                  <a:cubicBezTo>
                    <a:pt x="2774373" y="217529"/>
                    <a:pt x="2658219" y="345958"/>
                    <a:pt x="2658219" y="521827"/>
                  </a:cubicBezTo>
                  <a:moveTo>
                    <a:pt x="1774383" y="810374"/>
                  </a:moveTo>
                  <a:lnTo>
                    <a:pt x="1902936" y="810374"/>
                  </a:lnTo>
                  <a:lnTo>
                    <a:pt x="1902936" y="467771"/>
                  </a:lnTo>
                  <a:cubicBezTo>
                    <a:pt x="1902936" y="378765"/>
                    <a:pt x="1946937" y="330301"/>
                    <a:pt x="2013404" y="330301"/>
                  </a:cubicBezTo>
                  <a:cubicBezTo>
                    <a:pt x="2079871" y="330301"/>
                    <a:pt x="2117160" y="378765"/>
                    <a:pt x="2117160" y="457612"/>
                  </a:cubicBezTo>
                  <a:lnTo>
                    <a:pt x="2117160" y="810374"/>
                  </a:lnTo>
                  <a:lnTo>
                    <a:pt x="2245619" y="810374"/>
                  </a:lnTo>
                  <a:lnTo>
                    <a:pt x="2245619" y="455375"/>
                  </a:lnTo>
                  <a:cubicBezTo>
                    <a:pt x="2245619" y="378765"/>
                    <a:pt x="2289620" y="330301"/>
                    <a:pt x="2356087" y="330301"/>
                  </a:cubicBezTo>
                  <a:cubicBezTo>
                    <a:pt x="2422554" y="330301"/>
                    <a:pt x="2459843" y="378765"/>
                    <a:pt x="2459843" y="457612"/>
                  </a:cubicBezTo>
                  <a:lnTo>
                    <a:pt x="2459843" y="810374"/>
                  </a:lnTo>
                  <a:lnTo>
                    <a:pt x="2588396" y="810374"/>
                  </a:lnTo>
                  <a:lnTo>
                    <a:pt x="2588396" y="435058"/>
                  </a:lnTo>
                  <a:cubicBezTo>
                    <a:pt x="2588396" y="286310"/>
                    <a:pt x="2511767" y="217529"/>
                    <a:pt x="2397850" y="217529"/>
                  </a:cubicBezTo>
                  <a:cubicBezTo>
                    <a:pt x="2321222" y="217529"/>
                    <a:pt x="2261467" y="251360"/>
                    <a:pt x="2224272" y="316694"/>
                  </a:cubicBezTo>
                  <a:cubicBezTo>
                    <a:pt x="2193881" y="249030"/>
                    <a:pt x="2136364" y="217529"/>
                    <a:pt x="2066447" y="217529"/>
                  </a:cubicBezTo>
                  <a:cubicBezTo>
                    <a:pt x="1983014" y="217529"/>
                    <a:pt x="1927826" y="261519"/>
                    <a:pt x="1903029" y="309983"/>
                  </a:cubicBezTo>
                  <a:lnTo>
                    <a:pt x="1903029" y="233373"/>
                  </a:lnTo>
                  <a:lnTo>
                    <a:pt x="1774477" y="233373"/>
                  </a:lnTo>
                  <a:lnTo>
                    <a:pt x="1774477" y="810374"/>
                  </a:lnTo>
                  <a:close/>
                  <a:moveTo>
                    <a:pt x="1408022" y="810374"/>
                  </a:moveTo>
                  <a:lnTo>
                    <a:pt x="1536574" y="810374"/>
                  </a:lnTo>
                  <a:lnTo>
                    <a:pt x="1536574" y="495917"/>
                  </a:lnTo>
                  <a:cubicBezTo>
                    <a:pt x="1536574" y="400108"/>
                    <a:pt x="1577126" y="356210"/>
                    <a:pt x="1678644" y="356210"/>
                  </a:cubicBezTo>
                  <a:lnTo>
                    <a:pt x="1706797" y="356210"/>
                  </a:lnTo>
                  <a:lnTo>
                    <a:pt x="1706797" y="223214"/>
                  </a:lnTo>
                  <a:lnTo>
                    <a:pt x="1694399" y="223214"/>
                  </a:lnTo>
                  <a:cubicBezTo>
                    <a:pt x="1609847" y="223214"/>
                    <a:pt x="1554660" y="270560"/>
                    <a:pt x="1536574" y="338223"/>
                  </a:cubicBezTo>
                  <a:lnTo>
                    <a:pt x="1536574" y="233373"/>
                  </a:lnTo>
                  <a:lnTo>
                    <a:pt x="1408022" y="233373"/>
                  </a:lnTo>
                  <a:lnTo>
                    <a:pt x="1408022" y="810374"/>
                  </a:lnTo>
                  <a:close/>
                  <a:moveTo>
                    <a:pt x="1012389" y="702169"/>
                  </a:moveTo>
                  <a:cubicBezTo>
                    <a:pt x="915438" y="702169"/>
                    <a:pt x="844403" y="625558"/>
                    <a:pt x="844403" y="521827"/>
                  </a:cubicBezTo>
                  <a:cubicBezTo>
                    <a:pt x="844403" y="418095"/>
                    <a:pt x="915438" y="341485"/>
                    <a:pt x="1012389" y="341485"/>
                  </a:cubicBezTo>
                  <a:cubicBezTo>
                    <a:pt x="1109339" y="341485"/>
                    <a:pt x="1180374" y="418095"/>
                    <a:pt x="1180374" y="521827"/>
                  </a:cubicBezTo>
                  <a:cubicBezTo>
                    <a:pt x="1180374" y="625558"/>
                    <a:pt x="1109339" y="702169"/>
                    <a:pt x="1012389" y="702169"/>
                  </a:cubicBezTo>
                  <a:moveTo>
                    <a:pt x="1180281" y="233373"/>
                  </a:moveTo>
                  <a:lnTo>
                    <a:pt x="1180281" y="329182"/>
                  </a:lnTo>
                  <a:cubicBezTo>
                    <a:pt x="1141967" y="255927"/>
                    <a:pt x="1075407" y="217622"/>
                    <a:pt x="986379" y="217622"/>
                  </a:cubicBezTo>
                  <a:cubicBezTo>
                    <a:pt x="835361" y="217622"/>
                    <a:pt x="711283" y="344933"/>
                    <a:pt x="711283" y="521920"/>
                  </a:cubicBezTo>
                  <a:cubicBezTo>
                    <a:pt x="711283" y="698907"/>
                    <a:pt x="835267" y="826218"/>
                    <a:pt x="986379" y="826218"/>
                  </a:cubicBezTo>
                  <a:cubicBezTo>
                    <a:pt x="1075407" y="826218"/>
                    <a:pt x="1141967" y="787913"/>
                    <a:pt x="1180281" y="714658"/>
                  </a:cubicBezTo>
                  <a:lnTo>
                    <a:pt x="1180281" y="810467"/>
                  </a:lnTo>
                  <a:lnTo>
                    <a:pt x="1308740" y="810467"/>
                  </a:lnTo>
                  <a:lnTo>
                    <a:pt x="1308740" y="233466"/>
                  </a:lnTo>
                  <a:lnTo>
                    <a:pt x="1180281" y="233466"/>
                  </a:lnTo>
                  <a:close/>
                  <a:moveTo>
                    <a:pt x="365243" y="337011"/>
                  </a:moveTo>
                  <a:lnTo>
                    <a:pt x="146545" y="337011"/>
                  </a:lnTo>
                  <a:lnTo>
                    <a:pt x="146545" y="154432"/>
                  </a:lnTo>
                  <a:lnTo>
                    <a:pt x="365243" y="154432"/>
                  </a:lnTo>
                  <a:cubicBezTo>
                    <a:pt x="435159" y="154432"/>
                    <a:pt x="475711" y="188264"/>
                    <a:pt x="475711" y="245675"/>
                  </a:cubicBezTo>
                  <a:cubicBezTo>
                    <a:pt x="475711" y="303086"/>
                    <a:pt x="435159" y="337011"/>
                    <a:pt x="365243" y="337011"/>
                  </a:cubicBezTo>
                  <a:moveTo>
                    <a:pt x="372048" y="677378"/>
                  </a:moveTo>
                  <a:lnTo>
                    <a:pt x="146545" y="677378"/>
                  </a:lnTo>
                  <a:lnTo>
                    <a:pt x="146545" y="470008"/>
                  </a:lnTo>
                  <a:lnTo>
                    <a:pt x="372048" y="470008"/>
                  </a:lnTo>
                  <a:cubicBezTo>
                    <a:pt x="449795" y="470008"/>
                    <a:pt x="494915" y="508313"/>
                    <a:pt x="494915" y="573739"/>
                  </a:cubicBezTo>
                  <a:cubicBezTo>
                    <a:pt x="494915" y="639166"/>
                    <a:pt x="449795" y="677471"/>
                    <a:pt x="372048" y="677471"/>
                  </a:cubicBezTo>
                  <a:moveTo>
                    <a:pt x="0" y="810374"/>
                  </a:moveTo>
                  <a:lnTo>
                    <a:pt x="388921" y="810374"/>
                  </a:lnTo>
                  <a:cubicBezTo>
                    <a:pt x="552339" y="810374"/>
                    <a:pt x="648171" y="728078"/>
                    <a:pt x="648171" y="588372"/>
                  </a:cubicBezTo>
                  <a:cubicBezTo>
                    <a:pt x="648171" y="492562"/>
                    <a:pt x="595221" y="428347"/>
                    <a:pt x="510669" y="400201"/>
                  </a:cubicBezTo>
                  <a:cubicBezTo>
                    <a:pt x="583941" y="372055"/>
                    <a:pt x="629061" y="306628"/>
                    <a:pt x="629061" y="226662"/>
                  </a:cubicBezTo>
                  <a:cubicBezTo>
                    <a:pt x="629061" y="98140"/>
                    <a:pt x="538915" y="21529"/>
                    <a:pt x="385566" y="21529"/>
                  </a:cubicBezTo>
                  <a:lnTo>
                    <a:pt x="0" y="21529"/>
                  </a:lnTo>
                  <a:lnTo>
                    <a:pt x="0" y="810467"/>
                  </a:lnTo>
                  <a:close/>
                </a:path>
              </a:pathLst>
            </a:custGeom>
            <a:grpFill/>
            <a:ln w="93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7A8C6D66-D984-52C0-F1E0-8280D64BAA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6054737"/>
            <a:ext cx="4763134" cy="261284"/>
          </a:xfrm>
        </p:spPr>
        <p:txBody>
          <a:bodyPr>
            <a:noAutofit/>
          </a:bodyPr>
          <a:lstStyle>
            <a:lvl1pPr>
              <a:defRPr sz="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76579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2AA85BF-80F8-7C7F-7AB6-2158CFBF8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73F7F9-8BE3-A773-215F-8C139B4B8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34722" y="6521213"/>
            <a:ext cx="1068585" cy="1064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BarmeniaGothaer Offc" panose="020B0503020204020204" pitchFamily="34" charset="0"/>
              </a:defRPr>
            </a:lvl1pPr>
          </a:lstStyle>
          <a:p>
            <a:fld id="{24F2857E-5D03-9947-83FB-0874A4F0F394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50A119-ED4D-6828-CF68-CBDDDDDA0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4720" y="6405343"/>
            <a:ext cx="2806997" cy="1064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BarmeniaGothaer Offc Medium" panose="020B0603020204020204" pitchFamily="34" charset="0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23AF4C-E797-0351-5A49-44A9CDFF1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3108" y="6521213"/>
            <a:ext cx="976088" cy="1064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BarmeniaGothaer Offc" panose="020B0503020204020204" pitchFamily="34" charset="0"/>
              </a:defRPr>
            </a:lvl1pPr>
          </a:lstStyle>
          <a:p>
            <a:fld id="{D188B27D-4802-6948-A101-6CF6A7142FF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93777F2-D513-0E36-BB8F-59211158546F}"/>
              </a:ext>
            </a:extLst>
          </p:cNvPr>
          <p:cNvSpPr txBox="1"/>
          <p:nvPr userDrawn="1"/>
        </p:nvSpPr>
        <p:spPr>
          <a:xfrm>
            <a:off x="479425" y="6377564"/>
            <a:ext cx="1224366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tx1"/>
                </a:solidFill>
                <a:latin typeface="BarmeniaGothaer Offc Medium" panose="020B0603020204020204" pitchFamily="34" charset="0"/>
              </a:rPr>
              <a:t>BarmeniaGothaer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DC6CC50-D7B5-33ED-24DE-B2FD4B7F1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581293"/>
            <a:ext cx="11232000" cy="34697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5F72AA4-ED6A-FA54-9427-0DE275F15EC4}"/>
              </a:ext>
            </a:extLst>
          </p:cNvPr>
          <p:cNvSpPr txBox="1"/>
          <p:nvPr userDrawn="1"/>
        </p:nvSpPr>
        <p:spPr>
          <a:xfrm>
            <a:off x="479425" y="6493434"/>
            <a:ext cx="248278" cy="16202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800" b="0" i="0">
                <a:solidFill>
                  <a:schemeClr val="bg1"/>
                </a:solidFill>
                <a:latin typeface="BarmeniaGothaer Offc" pitchFamily="2" charset="0"/>
              </a:defRPr>
            </a:lvl1pPr>
          </a:lstStyle>
          <a:p>
            <a:pPr lvl="0"/>
            <a:r>
              <a:rPr lang="de-DE" b="0" i="0" dirty="0">
                <a:solidFill>
                  <a:schemeClr val="tx1"/>
                </a:solidFill>
                <a:latin typeface="BarmeniaGothaer Offc" panose="020B0503020204020204" pitchFamily="34" charset="0"/>
              </a:rPr>
              <a:t>Seite</a:t>
            </a:r>
          </a:p>
        </p:txBody>
      </p:sp>
    </p:spTree>
    <p:extLst>
      <p:ext uri="{BB962C8B-B14F-4D97-AF65-F5344CB8AC3E}">
        <p14:creationId xmlns:p14="http://schemas.microsoft.com/office/powerpoint/2010/main" val="1297021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701" r:id="rId3"/>
    <p:sldLayoutId id="2147483650" r:id="rId4"/>
    <p:sldLayoutId id="2147483666" r:id="rId5"/>
    <p:sldLayoutId id="2147483702" r:id="rId6"/>
    <p:sldLayoutId id="2147483664" r:id="rId7"/>
    <p:sldLayoutId id="2147483662" r:id="rId8"/>
    <p:sldLayoutId id="2147483667" r:id="rId9"/>
    <p:sldLayoutId id="2147483679" r:id="rId10"/>
    <p:sldLayoutId id="2147483692" r:id="rId11"/>
    <p:sldLayoutId id="2147483695" r:id="rId12"/>
    <p:sldLayoutId id="2147483700" r:id="rId13"/>
    <p:sldLayoutId id="2147483707" r:id="rId14"/>
    <p:sldLayoutId id="2147483704" r:id="rId15"/>
    <p:sldLayoutId id="2147483705" r:id="rId16"/>
    <p:sldLayoutId id="2147483706" r:id="rId17"/>
    <p:sldLayoutId id="2147483693" r:id="rId18"/>
    <p:sldLayoutId id="2147483694" r:id="rId19"/>
    <p:sldLayoutId id="2147483651" r:id="rId20"/>
    <p:sldLayoutId id="2147483669" r:id="rId21"/>
    <p:sldLayoutId id="2147483670" r:id="rId22"/>
    <p:sldLayoutId id="2147483703" r:id="rId23"/>
    <p:sldLayoutId id="2147483674" r:id="rId24"/>
    <p:sldLayoutId id="2147483668" r:id="rId25"/>
    <p:sldLayoutId id="2147483654" r:id="rId26"/>
    <p:sldLayoutId id="2147483673" r:id="rId27"/>
    <p:sldLayoutId id="2147483672" r:id="rId28"/>
    <p:sldLayoutId id="2147483677" r:id="rId29"/>
    <p:sldLayoutId id="2147483676" r:id="rId30"/>
    <p:sldLayoutId id="2147483678" r:id="rId31"/>
    <p:sldLayoutId id="2147483697" r:id="rId32"/>
    <p:sldLayoutId id="2147483698" r:id="rId33"/>
    <p:sldLayoutId id="2147483696" r:id="rId34"/>
    <p:sldLayoutId id="2147483699" r:id="rId3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BarmeniaGothaer Offc Medium" panose="020B0603020204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800"/>
        </a:spcBef>
        <a:spcAft>
          <a:spcPts val="800"/>
        </a:spcAft>
        <a:buFontTx/>
        <a:buNone/>
        <a:defRPr sz="1200" b="0" i="0" kern="1200">
          <a:solidFill>
            <a:schemeClr val="tx1"/>
          </a:solidFill>
          <a:latin typeface="BarmeniaGothaer Offc" panose="020B0503020204020204" pitchFamily="34" charset="0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20000"/>
        </a:lnSpc>
        <a:spcBef>
          <a:spcPts val="400"/>
        </a:spcBef>
        <a:spcAft>
          <a:spcPts val="400"/>
        </a:spcAft>
        <a:buSzPct val="100000"/>
        <a:buFont typeface="BarmeniaGothaer Offc"/>
        <a:buChar char="•"/>
        <a:defRPr sz="1200" b="0" i="0" kern="1200">
          <a:solidFill>
            <a:schemeClr val="tx1"/>
          </a:solidFill>
          <a:latin typeface="+mj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1600"/>
        </a:spcBef>
        <a:spcAft>
          <a:spcPts val="800"/>
        </a:spcAft>
        <a:buFontTx/>
        <a:buNone/>
        <a:defRPr sz="1800" b="0" i="0" kern="1200">
          <a:solidFill>
            <a:schemeClr val="tx1"/>
          </a:solidFill>
          <a:latin typeface="BarmeniaGothaer Offc Medium" panose="020B0603020204020204" pitchFamily="34" charset="0"/>
          <a:ea typeface="+mn-ea"/>
          <a:cs typeface="+mn-cs"/>
        </a:defRPr>
      </a:lvl3pPr>
      <a:lvl4pPr marL="504000" indent="-252000" algn="l" defTabSz="914400" rtl="0" eaLnBrk="1" latinLnBrk="0" hangingPunct="1">
        <a:lnSpc>
          <a:spcPct val="120000"/>
        </a:lnSpc>
        <a:spcBef>
          <a:spcPts val="400"/>
        </a:spcBef>
        <a:spcAft>
          <a:spcPts val="400"/>
        </a:spcAft>
        <a:buSzPct val="130000"/>
        <a:buFontTx/>
        <a:buBlip>
          <a:blip r:embed="rId37"/>
        </a:buBlip>
        <a:defRPr sz="1200" b="0" i="0" kern="1200">
          <a:solidFill>
            <a:schemeClr val="tx1"/>
          </a:solidFill>
          <a:latin typeface="BarmeniaGothaer Offc Medium" panose="020B0603020204020204" pitchFamily="34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800"/>
        </a:spcBef>
        <a:spcAft>
          <a:spcPts val="800"/>
        </a:spcAft>
        <a:buFontTx/>
        <a:buNone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172800" indent="-172800" algn="l" defTabSz="914400" rtl="0" eaLnBrk="1" latinLnBrk="0" hangingPunct="1">
        <a:lnSpc>
          <a:spcPct val="120000"/>
        </a:lnSpc>
        <a:spcBef>
          <a:spcPts val="400"/>
        </a:spcBef>
        <a:spcAft>
          <a:spcPts val="400"/>
        </a:spcAft>
        <a:buClr>
          <a:schemeClr val="bg1"/>
        </a:buClr>
        <a:buFont typeface="BarmeniaGothaer Offc" panose="020B0604020202020204" pitchFamily="34" charset="0"/>
        <a:buChar char="•"/>
        <a:defRPr sz="1200" b="0" i="0" kern="1200">
          <a:solidFill>
            <a:schemeClr val="bg1"/>
          </a:solidFill>
          <a:latin typeface="BarmeniaGothaer Offc Medium" panose="020B0603020204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1600"/>
        </a:spcBef>
        <a:spcAft>
          <a:spcPts val="800"/>
        </a:spcAft>
        <a:buFontTx/>
        <a:buNone/>
        <a:defRPr sz="1800" b="0" i="0" kern="1200">
          <a:solidFill>
            <a:schemeClr val="bg1"/>
          </a:solidFill>
          <a:latin typeface="+mj-lt"/>
          <a:ea typeface="+mn-ea"/>
          <a:cs typeface="+mn-cs"/>
        </a:defRPr>
      </a:lvl7pPr>
      <a:lvl8pPr marL="504000" indent="-252000" algn="l" defTabSz="914400" rtl="0" eaLnBrk="1" latinLnBrk="0" hangingPunct="1">
        <a:lnSpc>
          <a:spcPct val="120000"/>
        </a:lnSpc>
        <a:spcBef>
          <a:spcPts val="400"/>
        </a:spcBef>
        <a:spcAft>
          <a:spcPts val="400"/>
        </a:spcAft>
        <a:buSzPct val="130000"/>
        <a:buFontTx/>
        <a:buBlip>
          <a:blip r:embed="rId38"/>
        </a:buBlip>
        <a:defRPr sz="1200" b="0" i="0" kern="1200">
          <a:solidFill>
            <a:schemeClr val="bg1"/>
          </a:solidFill>
          <a:latin typeface="BarmeniaGothaer Offc Medium" panose="020B0603020204020204" pitchFamily="34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120000"/>
        </a:lnSpc>
        <a:spcBef>
          <a:spcPts val="800"/>
        </a:spcBef>
        <a:spcAft>
          <a:spcPts val="800"/>
        </a:spcAft>
        <a:buFontTx/>
        <a:buNone/>
        <a:defRPr sz="1200" b="0" i="0" kern="1200">
          <a:solidFill>
            <a:schemeClr val="bg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5ACBF0"/>
          </p15:clr>
        </p15:guide>
        <p15:guide id="2" orient="horz" pos="4320" userDrawn="1">
          <p15:clr>
            <a:srgbClr val="5ACBF0"/>
          </p15:clr>
        </p15:guide>
        <p15:guide id="3" orient="horz" pos="572" userDrawn="1">
          <p15:clr>
            <a:srgbClr val="5ACBF0"/>
          </p15:clr>
        </p15:guide>
        <p15:guide id="4" orient="horz" pos="867" userDrawn="1">
          <p15:clr>
            <a:srgbClr val="5ACBF0"/>
          </p15:clr>
        </p15:guide>
        <p15:guide id="5" orient="horz" pos="3748" userDrawn="1">
          <p15:clr>
            <a:srgbClr val="5ACBF0"/>
          </p15:clr>
        </p15:guide>
        <p15:guide id="6" orient="horz" pos="3475" userDrawn="1">
          <p15:clr>
            <a:srgbClr val="5ACBF0"/>
          </p15:clr>
        </p15:guide>
        <p15:guide id="7" orient="horz" pos="4042" userDrawn="1">
          <p15:clr>
            <a:srgbClr val="5ACBF0"/>
          </p15:clr>
        </p15:guide>
        <p15:guide id="8" pos="302" userDrawn="1">
          <p15:clr>
            <a:srgbClr val="5ACBF0"/>
          </p15:clr>
        </p15:guide>
        <p15:guide id="9" pos="7378" userDrawn="1">
          <p15:clr>
            <a:srgbClr val="5ACBF0"/>
          </p15:clr>
        </p15:guide>
        <p15:guide id="10" pos="3840" userDrawn="1">
          <p15:clr>
            <a:srgbClr val="5ACBF0"/>
          </p15:clr>
        </p15:guide>
        <p15:guide id="12" pos="5654" userDrawn="1">
          <p15:clr>
            <a:srgbClr val="5ACBF0"/>
          </p15:clr>
        </p15:guide>
        <p15:guide id="13" pos="3908" userDrawn="1">
          <p15:clr>
            <a:srgbClr val="FDE53C"/>
          </p15:clr>
        </p15:guide>
        <p15:guide id="14" pos="3772" userDrawn="1">
          <p15:clr>
            <a:srgbClr val="FDE53C"/>
          </p15:clr>
        </p15:guide>
        <p15:guide id="15" pos="2094" userDrawn="1">
          <p15:clr>
            <a:srgbClr val="FDE53C"/>
          </p15:clr>
        </p15:guide>
        <p15:guide id="16" pos="1958" userDrawn="1">
          <p15:clr>
            <a:srgbClr val="FDE53C"/>
          </p15:clr>
        </p15:guide>
        <p15:guide id="17" pos="5722" userDrawn="1">
          <p15:clr>
            <a:srgbClr val="FDE53C"/>
          </p15:clr>
        </p15:guide>
        <p15:guide id="18" pos="5586" userDrawn="1">
          <p15:clr>
            <a:srgbClr val="FDE53C"/>
          </p15:clr>
        </p15:guide>
        <p15:guide id="20" orient="horz" pos="1865" userDrawn="1">
          <p15:clr>
            <a:srgbClr val="FDE53C"/>
          </p15:clr>
        </p15:guide>
        <p15:guide id="21" pos="2026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72721F4-62B2-9055-A5CF-549E7D745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5" y="1393825"/>
            <a:ext cx="5472113" cy="1706563"/>
          </a:xfrm>
        </p:spPr>
        <p:txBody>
          <a:bodyPr/>
          <a:lstStyle/>
          <a:p>
            <a:r>
              <a:rPr lang="de-DE" dirty="0"/>
              <a:t>Entwicklung eines Softwaresystems.</a:t>
            </a:r>
            <a:br>
              <a:rPr lang="de-DE" dirty="0"/>
            </a:br>
            <a:r>
              <a:rPr lang="de-DE" dirty="0">
                <a:solidFill>
                  <a:schemeClr val="accent4"/>
                </a:solidFill>
              </a:rPr>
              <a:t>Eisenbahngesellschaft.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B143EDD1-6466-DA1D-A31C-BBC1CCAED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3313113"/>
            <a:ext cx="2806700" cy="1208087"/>
          </a:xfrm>
        </p:spPr>
        <p:txBody>
          <a:bodyPr/>
          <a:lstStyle/>
          <a:p>
            <a:r>
              <a:rPr lang="de-DE" dirty="0"/>
              <a:t>Mohammed Alassane</a:t>
            </a:r>
          </a:p>
          <a:p>
            <a:r>
              <a:rPr lang="de-DE" dirty="0" err="1"/>
              <a:t>BarmeniaGothaer</a:t>
            </a:r>
            <a:r>
              <a:rPr lang="de-DE" dirty="0"/>
              <a:t> AG</a:t>
            </a:r>
          </a:p>
          <a:p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2BAC160-7F27-8166-06A6-C87B46ED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4087E9-C09F-2DA4-3ACC-6C2523CE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CFD32C4-774F-014E-AED4-FFB0106B4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43BD-22F9-3D4B-820B-085B851EAF62}" type="datetime1">
              <a:rPr lang="de-DE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5330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D5C492-9982-335E-E858-3D495A9B86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52559" y="2207514"/>
            <a:ext cx="2989315" cy="775597"/>
          </a:xfrm>
        </p:spPr>
        <p:txBody>
          <a:bodyPr/>
          <a:lstStyle/>
          <a:p>
            <a:r>
              <a:rPr lang="de-DE" dirty="0"/>
              <a:t>Algorithmen</a:t>
            </a:r>
            <a:br>
              <a:rPr lang="de-DE" dirty="0"/>
            </a:b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A7DAE8-9236-EFDB-FC59-EA979574D5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52560" y="1744663"/>
            <a:ext cx="473075" cy="479106"/>
          </a:xfrm>
        </p:spPr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44ED509-29C9-5531-A2C9-6737E1712E7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6000" y="3741674"/>
            <a:ext cx="2838450" cy="775597"/>
          </a:xfrm>
        </p:spPr>
        <p:txBody>
          <a:bodyPr/>
          <a:lstStyle/>
          <a:p>
            <a:r>
              <a:rPr lang="de-DE" dirty="0"/>
              <a:t>Problemstellung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DE78715-63A0-C2C1-003B-C8158B4B4BA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096000" y="3278823"/>
            <a:ext cx="473075" cy="479106"/>
          </a:xfrm>
        </p:spPr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200554F7-F4E7-F3E8-F282-EBF1446E7D8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052560" y="3741674"/>
            <a:ext cx="2663825" cy="387798"/>
          </a:xfrm>
        </p:spPr>
        <p:txBody>
          <a:bodyPr/>
          <a:lstStyle/>
          <a:p>
            <a:r>
              <a:rPr lang="de-DE" dirty="0"/>
              <a:t>Beispiel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44311BA-F00B-8CC6-1B80-7FCED2231CA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52560" y="3278823"/>
            <a:ext cx="473075" cy="479106"/>
          </a:xfrm>
        </p:spPr>
        <p:txBody>
          <a:bodyPr/>
          <a:lstStyle/>
          <a:p>
            <a:r>
              <a:rPr lang="de-DE" dirty="0"/>
              <a:t>05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F3563B6-58B2-DBDB-8DA8-D53EAEBA37D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096000" y="5255514"/>
            <a:ext cx="2663825" cy="387798"/>
          </a:xfrm>
        </p:spPr>
        <p:txBody>
          <a:bodyPr/>
          <a:lstStyle/>
          <a:p>
            <a:r>
              <a:rPr lang="de-DE" dirty="0"/>
              <a:t>Konzept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8AF70E8-6E0B-4FDD-70DF-E7B43225E62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4792663"/>
            <a:ext cx="473075" cy="479106"/>
          </a:xfrm>
        </p:spPr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D79A8F0-5BEF-CA27-F8FA-E30241D72FE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52560" y="5255514"/>
            <a:ext cx="2663825" cy="387798"/>
          </a:xfrm>
        </p:spPr>
        <p:txBody>
          <a:bodyPr/>
          <a:lstStyle/>
          <a:p>
            <a:r>
              <a:rPr lang="de-DE" dirty="0"/>
              <a:t>Bewertung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836BC4B-C71B-E1E0-9437-61ACD845BC3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52560" y="4792663"/>
            <a:ext cx="473075" cy="479106"/>
          </a:xfrm>
        </p:spPr>
        <p:txBody>
          <a:bodyPr/>
          <a:lstStyle/>
          <a:p>
            <a:r>
              <a:rPr lang="de-DE" dirty="0"/>
              <a:t>06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33C0981-366D-BF4A-74F4-31B27333F3E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96000" y="2207514"/>
            <a:ext cx="2663825" cy="1163395"/>
          </a:xfrm>
        </p:spPr>
        <p:txBody>
          <a:bodyPr/>
          <a:lstStyle/>
          <a:p>
            <a:r>
              <a:rPr lang="de-DE" dirty="0"/>
              <a:t>Persönliche Vorstellung</a:t>
            </a:r>
            <a:br>
              <a:rPr lang="de-DE" dirty="0"/>
            </a:b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4F86E1-5E9B-7A3B-1430-5CC3229A308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6000" y="1744663"/>
            <a:ext cx="473075" cy="479106"/>
          </a:xfrm>
        </p:spPr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17" name="Datumsplatzhalter 16">
            <a:extLst>
              <a:ext uri="{FF2B5EF4-FFF2-40B4-BE49-F238E27FC236}">
                <a16:creationId xmlns:a16="http://schemas.microsoft.com/office/drawing/2014/main" id="{D4BF092B-35D3-1829-EC54-D855BA9C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F037253D-8AB8-E249-ADA2-62748AAB607F}" type="datetime1">
              <a:rPr lang="de-DE"/>
              <a:pPr/>
              <a:t>22.06.2026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A70CC5F-33C1-338C-FFB6-A01067E8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817A3732-4A32-62FA-F405-80A38D8B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85266A0-BEE9-208F-2CB9-B17861B306E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03763" y="4105723"/>
            <a:ext cx="4420965" cy="2120143"/>
          </a:xfrm>
        </p:spPr>
        <p:txBody>
          <a:bodyPr>
            <a:normAutofit/>
          </a:bodyPr>
          <a:lstStyle/>
          <a:p>
            <a:r>
              <a:rPr lang="de-DE" dirty="0"/>
              <a:t>Inhalt</a:t>
            </a:r>
          </a:p>
        </p:txBody>
      </p:sp>
    </p:spTree>
    <p:extLst>
      <p:ext uri="{BB962C8B-B14F-4D97-AF65-F5344CB8AC3E}">
        <p14:creationId xmlns:p14="http://schemas.microsoft.com/office/powerpoint/2010/main" val="2078813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5765-31BC-2C0E-D561-CC7DAB72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DDF3364-9A0B-92FB-F50C-535069B9F8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361" y="3064585"/>
            <a:ext cx="1738312" cy="1329595"/>
          </a:xfrm>
        </p:spPr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93232D-59AD-C0C0-0577-C0A9B056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002" y="1462223"/>
            <a:ext cx="8423573" cy="2852737"/>
          </a:xfrm>
        </p:spPr>
        <p:txBody>
          <a:bodyPr/>
          <a:lstStyle/>
          <a:p>
            <a:br>
              <a:rPr lang="de-DE" dirty="0"/>
            </a:br>
            <a:r>
              <a:rPr lang="de-DE" dirty="0"/>
              <a:t>Persönliche Vorstellung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B0FFDF6A-50CC-48D0-0868-E8FC7699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AA2B1F9D-C5E1-F544-B877-2E82FF0C8A50}" type="datetime1">
              <a:rPr lang="de-DE"/>
              <a:pPr/>
              <a:t>22.06.2026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6869C1-D5C0-1025-D6D6-C9F68812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EB9344-DB77-61F8-FC2A-65073074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19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C616-05AD-C7EA-A0EC-6539593E1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5">
            <a:extLst>
              <a:ext uri="{FF2B5EF4-FFF2-40B4-BE49-F238E27FC236}">
                <a16:creationId xmlns:a16="http://schemas.microsoft.com/office/drawing/2014/main" id="{5ECDC0A9-A6DB-38EA-663F-5A913A716CE0}"/>
              </a:ext>
            </a:extLst>
          </p:cNvPr>
          <p:cNvSpPr txBox="1">
            <a:spLocks/>
          </p:cNvSpPr>
          <p:nvPr/>
        </p:nvSpPr>
        <p:spPr>
          <a:xfrm>
            <a:off x="6739587" y="1820681"/>
            <a:ext cx="4381169" cy="3216637"/>
          </a:xfrm>
          <a:prstGeom prst="round2SameRect">
            <a:avLst>
              <a:gd name="adj1" fmla="val 1325"/>
              <a:gd name="adj2" fmla="val 0"/>
            </a:avLst>
          </a:prstGeom>
          <a:solidFill>
            <a:schemeClr val="accent2"/>
          </a:solidFill>
        </p:spPr>
        <p:txBody>
          <a:bodyPr wrap="square" lIns="251999" tIns="251999" rIns="251999" bIns="251999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BarmeniaGothaer Offc"/>
              <a:buChar char="•"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8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2"/>
              </a:buBlip>
              <a:defRPr sz="12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5pPr>
            <a:lvl6pPr marL="172800" indent="-1728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BarmeniaGothaer Offc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FontTx/>
              <a:buNone/>
              <a:defRPr sz="18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7pPr>
            <a:lvl8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3"/>
              </a:buBlip>
              <a:defRPr sz="12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13" name="Inhaltsplatzhalter 5">
            <a:extLst>
              <a:ext uri="{FF2B5EF4-FFF2-40B4-BE49-F238E27FC236}">
                <a16:creationId xmlns:a16="http://schemas.microsoft.com/office/drawing/2014/main" id="{6AEAA11A-680B-DE21-D588-254F47C7C0A9}"/>
              </a:ext>
            </a:extLst>
          </p:cNvPr>
          <p:cNvSpPr txBox="1">
            <a:spLocks/>
          </p:cNvSpPr>
          <p:nvPr/>
        </p:nvSpPr>
        <p:spPr>
          <a:xfrm>
            <a:off x="922352" y="1879194"/>
            <a:ext cx="4381169" cy="3216637"/>
          </a:xfrm>
          <a:prstGeom prst="round2SameRect">
            <a:avLst>
              <a:gd name="adj1" fmla="val 1325"/>
              <a:gd name="adj2" fmla="val 0"/>
            </a:avLst>
          </a:prstGeom>
          <a:solidFill>
            <a:schemeClr val="accent2"/>
          </a:solidFill>
        </p:spPr>
        <p:txBody>
          <a:bodyPr wrap="square" lIns="251999" tIns="251999" rIns="251999" bIns="251999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BarmeniaGothaer Offc"/>
              <a:buChar char="•"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8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2"/>
              </a:buBlip>
              <a:defRPr sz="12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5pPr>
            <a:lvl6pPr marL="172800" indent="-1728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BarmeniaGothaer Offc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FontTx/>
              <a:buNone/>
              <a:defRPr sz="18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7pPr>
            <a:lvl8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3"/>
              </a:buBlip>
              <a:defRPr sz="12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77886E1-9381-D500-6BD0-EC06765A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Persönliche Vorstellung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38A80C-FE7C-CCEA-EDC6-D444278F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EF9061-9E5A-A20A-6D9E-64AD4454B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7DB3D6-918D-6F44-6E6C-26FCE9E7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A5E53F7A-D004-BDD5-A175-9ABE8EA7A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483" y="3365751"/>
            <a:ext cx="4028967" cy="1610623"/>
          </a:xfrm>
        </p:spPr>
        <p:txBody>
          <a:bodyPr/>
          <a:lstStyle/>
          <a:p>
            <a:pPr lvl="1"/>
            <a:r>
              <a:rPr lang="de-DE" dirty="0"/>
              <a:t>Mohammed Alassane</a:t>
            </a:r>
          </a:p>
          <a:p>
            <a:pPr lvl="1"/>
            <a:r>
              <a:rPr lang="de-DE" dirty="0"/>
              <a:t>Dualer Student: </a:t>
            </a:r>
          </a:p>
          <a:p>
            <a:pPr lvl="3"/>
            <a:r>
              <a:rPr lang="de-DE" dirty="0"/>
              <a:t>B.Sc. Angewandte Mathematik und Informatik</a:t>
            </a:r>
          </a:p>
          <a:p>
            <a:pPr lvl="3"/>
            <a:r>
              <a:rPr lang="de-DE" dirty="0"/>
              <a:t>Mathematisch Technischer Softwareentwickler</a:t>
            </a:r>
          </a:p>
          <a:p>
            <a:pPr lvl="1"/>
            <a:r>
              <a:rPr lang="de-DE" dirty="0" err="1"/>
              <a:t>Fullstack</a:t>
            </a:r>
            <a:r>
              <a:rPr lang="de-DE" dirty="0"/>
              <a:t> Entwickler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C127767-07B6-0120-235B-119808F0EB3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36553" y="3365752"/>
            <a:ext cx="3878345" cy="1232983"/>
          </a:xfrm>
        </p:spPr>
        <p:txBody>
          <a:bodyPr/>
          <a:lstStyle/>
          <a:p>
            <a:pPr lvl="1"/>
            <a:r>
              <a:rPr lang="de-DE" dirty="0" err="1"/>
              <a:t>BarmeniaGothaer</a:t>
            </a:r>
            <a:r>
              <a:rPr lang="de-DE" dirty="0"/>
              <a:t> AG</a:t>
            </a:r>
          </a:p>
          <a:p>
            <a:pPr lvl="1"/>
            <a:r>
              <a:rPr lang="de-DE" dirty="0"/>
              <a:t>Zusammenschluss aus Barmenia und Gothaer</a:t>
            </a:r>
          </a:p>
          <a:p>
            <a:pPr lvl="1"/>
            <a:r>
              <a:rPr lang="de-DE" dirty="0"/>
              <a:t>Versicherungsverein auf Gegenseitigkeit</a:t>
            </a:r>
          </a:p>
          <a:p>
            <a:pPr lvl="1"/>
            <a:r>
              <a:rPr lang="de-DE" dirty="0"/>
              <a:t>ITK 14 – Team Schaden</a:t>
            </a:r>
          </a:p>
        </p:txBody>
      </p:sp>
      <p:sp>
        <p:nvSpPr>
          <p:cNvPr id="11" name="Freihandform 361">
            <a:extLst>
              <a:ext uri="{FF2B5EF4-FFF2-40B4-BE49-F238E27FC236}">
                <a16:creationId xmlns:a16="http://schemas.microsoft.com/office/drawing/2014/main" id="{9B653272-CE6C-32CA-EFF1-D65CD8974A5A}"/>
              </a:ext>
            </a:extLst>
          </p:cNvPr>
          <p:cNvSpPr/>
          <p:nvPr/>
        </p:nvSpPr>
        <p:spPr>
          <a:xfrm>
            <a:off x="2700632" y="1992690"/>
            <a:ext cx="880668" cy="877735"/>
          </a:xfrm>
          <a:custGeom>
            <a:avLst/>
            <a:gdLst>
              <a:gd name="connsiteX0" fmla="*/ 425439 w 701642"/>
              <a:gd name="connsiteY0" fmla="*/ 351392 h 706063"/>
              <a:gd name="connsiteX1" fmla="*/ 534547 w 701642"/>
              <a:gd name="connsiteY1" fmla="*/ 183630 h 706063"/>
              <a:gd name="connsiteX2" fmla="*/ 350885 w 701642"/>
              <a:gd name="connsiteY2" fmla="*/ 0 h 706063"/>
              <a:gd name="connsiteX3" fmla="*/ 167223 w 701642"/>
              <a:gd name="connsiteY3" fmla="*/ 183630 h 706063"/>
              <a:gd name="connsiteX4" fmla="*/ 221011 w 701642"/>
              <a:gd name="connsiteY4" fmla="*/ 313482 h 706063"/>
              <a:gd name="connsiteX5" fmla="*/ 276307 w 701642"/>
              <a:gd name="connsiteY5" fmla="*/ 351375 h 706063"/>
              <a:gd name="connsiteX6" fmla="*/ 0 w 701642"/>
              <a:gd name="connsiteY6" fmla="*/ 694090 h 706063"/>
              <a:gd name="connsiteX7" fmla="*/ 11976 w 701642"/>
              <a:gd name="connsiteY7" fmla="*/ 706063 h 706063"/>
              <a:gd name="connsiteX8" fmla="*/ 689667 w 701642"/>
              <a:gd name="connsiteY8" fmla="*/ 706063 h 706063"/>
              <a:gd name="connsiteX9" fmla="*/ 701643 w 701642"/>
              <a:gd name="connsiteY9" fmla="*/ 694090 h 706063"/>
              <a:gd name="connsiteX10" fmla="*/ 425439 w 701642"/>
              <a:gd name="connsiteY10" fmla="*/ 351399 h 706063"/>
              <a:gd name="connsiteX11" fmla="*/ 191167 w 701642"/>
              <a:gd name="connsiteY11" fmla="*/ 183630 h 706063"/>
              <a:gd name="connsiteX12" fmla="*/ 350877 w 701642"/>
              <a:gd name="connsiteY12" fmla="*/ 23948 h 706063"/>
              <a:gd name="connsiteX13" fmla="*/ 510588 w 701642"/>
              <a:gd name="connsiteY13" fmla="*/ 183630 h 706063"/>
              <a:gd name="connsiteX14" fmla="*/ 350877 w 701642"/>
              <a:gd name="connsiteY14" fmla="*/ 343321 h 706063"/>
              <a:gd name="connsiteX15" fmla="*/ 237937 w 701642"/>
              <a:gd name="connsiteY15" fmla="*/ 296552 h 706063"/>
              <a:gd name="connsiteX16" fmla="*/ 191159 w 701642"/>
              <a:gd name="connsiteY16" fmla="*/ 183630 h 706063"/>
              <a:gd name="connsiteX17" fmla="*/ 24167 w 701642"/>
              <a:gd name="connsiteY17" fmla="*/ 682108 h 706063"/>
              <a:gd name="connsiteX18" fmla="*/ 350821 w 701642"/>
              <a:gd name="connsiteY18" fmla="*/ 367277 h 706063"/>
              <a:gd name="connsiteX19" fmla="*/ 677476 w 701642"/>
              <a:gd name="connsiteY19" fmla="*/ 682108 h 706063"/>
              <a:gd name="connsiteX20" fmla="*/ 24167 w 701642"/>
              <a:gd name="connsiteY20" fmla="*/ 682108 h 70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01642" h="706063">
                <a:moveTo>
                  <a:pt x="425439" y="351392"/>
                </a:moveTo>
                <a:cubicBezTo>
                  <a:pt x="489654" y="322750"/>
                  <a:pt x="534547" y="258347"/>
                  <a:pt x="534547" y="183630"/>
                </a:cubicBezTo>
                <a:cubicBezTo>
                  <a:pt x="534547" y="82372"/>
                  <a:pt x="452153" y="0"/>
                  <a:pt x="350885" y="0"/>
                </a:cubicBezTo>
                <a:cubicBezTo>
                  <a:pt x="249617" y="0"/>
                  <a:pt x="167223" y="82372"/>
                  <a:pt x="167223" y="183630"/>
                </a:cubicBezTo>
                <a:cubicBezTo>
                  <a:pt x="167223" y="232683"/>
                  <a:pt x="186329" y="278798"/>
                  <a:pt x="221011" y="313482"/>
                </a:cubicBezTo>
                <a:cubicBezTo>
                  <a:pt x="237210" y="329687"/>
                  <a:pt x="255980" y="342331"/>
                  <a:pt x="276307" y="351375"/>
                </a:cubicBezTo>
                <a:cubicBezTo>
                  <a:pt x="118553" y="385636"/>
                  <a:pt x="0" y="526249"/>
                  <a:pt x="0" y="694090"/>
                </a:cubicBezTo>
                <a:cubicBezTo>
                  <a:pt x="0" y="700699"/>
                  <a:pt x="5357" y="706063"/>
                  <a:pt x="11976" y="706063"/>
                </a:cubicBezTo>
                <a:lnTo>
                  <a:pt x="689667" y="706063"/>
                </a:lnTo>
                <a:cubicBezTo>
                  <a:pt x="696286" y="706063"/>
                  <a:pt x="701643" y="700699"/>
                  <a:pt x="701643" y="694090"/>
                </a:cubicBezTo>
                <a:cubicBezTo>
                  <a:pt x="701643" y="526289"/>
                  <a:pt x="583146" y="385700"/>
                  <a:pt x="425439" y="351399"/>
                </a:cubicBezTo>
                <a:close/>
                <a:moveTo>
                  <a:pt x="191167" y="183630"/>
                </a:moveTo>
                <a:cubicBezTo>
                  <a:pt x="191167" y="95583"/>
                  <a:pt x="262815" y="23948"/>
                  <a:pt x="350877" y="23948"/>
                </a:cubicBezTo>
                <a:cubicBezTo>
                  <a:pt x="438940" y="23948"/>
                  <a:pt x="510588" y="95583"/>
                  <a:pt x="510588" y="183630"/>
                </a:cubicBezTo>
                <a:cubicBezTo>
                  <a:pt x="510588" y="271678"/>
                  <a:pt x="438940" y="343321"/>
                  <a:pt x="350877" y="343321"/>
                </a:cubicBezTo>
                <a:cubicBezTo>
                  <a:pt x="308211" y="343321"/>
                  <a:pt x="268108" y="326709"/>
                  <a:pt x="237937" y="296552"/>
                </a:cubicBezTo>
                <a:cubicBezTo>
                  <a:pt x="207765" y="266393"/>
                  <a:pt x="191159" y="226289"/>
                  <a:pt x="191159" y="183630"/>
                </a:cubicBezTo>
                <a:close/>
                <a:moveTo>
                  <a:pt x="24167" y="682108"/>
                </a:moveTo>
                <a:cubicBezTo>
                  <a:pt x="30483" y="507418"/>
                  <a:pt x="174584" y="367277"/>
                  <a:pt x="350821" y="367277"/>
                </a:cubicBezTo>
                <a:cubicBezTo>
                  <a:pt x="527059" y="367277"/>
                  <a:pt x="671160" y="507426"/>
                  <a:pt x="677476" y="682108"/>
                </a:cubicBezTo>
                <a:lnTo>
                  <a:pt x="24167" y="682108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/>
          </a:p>
        </p:txBody>
      </p:sp>
      <p:sp>
        <p:nvSpPr>
          <p:cNvPr id="12" name="Freihandform 352">
            <a:extLst>
              <a:ext uri="{FF2B5EF4-FFF2-40B4-BE49-F238E27FC236}">
                <a16:creationId xmlns:a16="http://schemas.microsoft.com/office/drawing/2014/main" id="{31E79AB3-2AB6-437D-3B1D-6ED6AB62B538}"/>
              </a:ext>
            </a:extLst>
          </p:cNvPr>
          <p:cNvSpPr/>
          <p:nvPr/>
        </p:nvSpPr>
        <p:spPr>
          <a:xfrm>
            <a:off x="8444285" y="1992691"/>
            <a:ext cx="971775" cy="877735"/>
          </a:xfrm>
          <a:custGeom>
            <a:avLst/>
            <a:gdLst>
              <a:gd name="connsiteX0" fmla="*/ 842346 w 846395"/>
              <a:gd name="connsiteY0" fmla="*/ 365962 h 722302"/>
              <a:gd name="connsiteX1" fmla="*/ 431142 w 846395"/>
              <a:gd name="connsiteY1" fmla="*/ 2940 h 722302"/>
              <a:gd name="connsiteX2" fmla="*/ 430871 w 846395"/>
              <a:gd name="connsiteY2" fmla="*/ 2749 h 722302"/>
              <a:gd name="connsiteX3" fmla="*/ 429601 w 846395"/>
              <a:gd name="connsiteY3" fmla="*/ 1839 h 722302"/>
              <a:gd name="connsiteX4" fmla="*/ 428875 w 846395"/>
              <a:gd name="connsiteY4" fmla="*/ 1400 h 722302"/>
              <a:gd name="connsiteX5" fmla="*/ 427557 w 846395"/>
              <a:gd name="connsiteY5" fmla="*/ 809 h 722302"/>
              <a:gd name="connsiteX6" fmla="*/ 426695 w 846395"/>
              <a:gd name="connsiteY6" fmla="*/ 497 h 722302"/>
              <a:gd name="connsiteX7" fmla="*/ 425386 w 846395"/>
              <a:gd name="connsiteY7" fmla="*/ 194 h 722302"/>
              <a:gd name="connsiteX8" fmla="*/ 424420 w 846395"/>
              <a:gd name="connsiteY8" fmla="*/ 43 h 722302"/>
              <a:gd name="connsiteX9" fmla="*/ 423134 w 846395"/>
              <a:gd name="connsiteY9" fmla="*/ 3 h 722302"/>
              <a:gd name="connsiteX10" fmla="*/ 422112 w 846395"/>
              <a:gd name="connsiteY10" fmla="*/ 35 h 722302"/>
              <a:gd name="connsiteX11" fmla="*/ 420907 w 846395"/>
              <a:gd name="connsiteY11" fmla="*/ 226 h 722302"/>
              <a:gd name="connsiteX12" fmla="*/ 419829 w 846395"/>
              <a:gd name="connsiteY12" fmla="*/ 474 h 722302"/>
              <a:gd name="connsiteX13" fmla="*/ 418783 w 846395"/>
              <a:gd name="connsiteY13" fmla="*/ 857 h 722302"/>
              <a:gd name="connsiteX14" fmla="*/ 417625 w 846395"/>
              <a:gd name="connsiteY14" fmla="*/ 1376 h 722302"/>
              <a:gd name="connsiteX15" fmla="*/ 416795 w 846395"/>
              <a:gd name="connsiteY15" fmla="*/ 1879 h 722302"/>
              <a:gd name="connsiteX16" fmla="*/ 415597 w 846395"/>
              <a:gd name="connsiteY16" fmla="*/ 2741 h 722302"/>
              <a:gd name="connsiteX17" fmla="*/ 415310 w 846395"/>
              <a:gd name="connsiteY17" fmla="*/ 2948 h 722302"/>
              <a:gd name="connsiteX18" fmla="*/ 112248 w 846395"/>
              <a:gd name="connsiteY18" fmla="*/ 270459 h 722302"/>
              <a:gd name="connsiteX19" fmla="*/ 112121 w 846395"/>
              <a:gd name="connsiteY19" fmla="*/ 270571 h 722302"/>
              <a:gd name="connsiteX20" fmla="*/ 4050 w 846395"/>
              <a:gd name="connsiteY20" fmla="*/ 365962 h 722302"/>
              <a:gd name="connsiteX21" fmla="*/ 2996 w 846395"/>
              <a:gd name="connsiteY21" fmla="*/ 382861 h 722302"/>
              <a:gd name="connsiteX22" fmla="*/ 11978 w 846395"/>
              <a:gd name="connsiteY22" fmla="*/ 386909 h 722302"/>
              <a:gd name="connsiteX23" fmla="*/ 19898 w 846395"/>
              <a:gd name="connsiteY23" fmla="*/ 383907 h 722302"/>
              <a:gd name="connsiteX24" fmla="*/ 108632 w 846395"/>
              <a:gd name="connsiteY24" fmla="*/ 305583 h 722302"/>
              <a:gd name="connsiteX25" fmla="*/ 108632 w 846395"/>
              <a:gd name="connsiteY25" fmla="*/ 630551 h 722302"/>
              <a:gd name="connsiteX26" fmla="*/ 135577 w 846395"/>
              <a:gd name="connsiteY26" fmla="*/ 695457 h 722302"/>
              <a:gd name="connsiteX27" fmla="*/ 200455 w 846395"/>
              <a:gd name="connsiteY27" fmla="*/ 722303 h 722302"/>
              <a:gd name="connsiteX28" fmla="*/ 645941 w 846395"/>
              <a:gd name="connsiteY28" fmla="*/ 722303 h 722302"/>
              <a:gd name="connsiteX29" fmla="*/ 710859 w 846395"/>
              <a:gd name="connsiteY29" fmla="*/ 695378 h 722302"/>
              <a:gd name="connsiteX30" fmla="*/ 737724 w 846395"/>
              <a:gd name="connsiteY30" fmla="*/ 630448 h 722302"/>
              <a:gd name="connsiteX31" fmla="*/ 737724 w 846395"/>
              <a:gd name="connsiteY31" fmla="*/ 305526 h 722302"/>
              <a:gd name="connsiteX32" fmla="*/ 826498 w 846395"/>
              <a:gd name="connsiteY32" fmla="*/ 383899 h 722302"/>
              <a:gd name="connsiteX33" fmla="*/ 834418 w 846395"/>
              <a:gd name="connsiteY33" fmla="*/ 386900 h 722302"/>
              <a:gd name="connsiteX34" fmla="*/ 843400 w 846395"/>
              <a:gd name="connsiteY34" fmla="*/ 382853 h 722302"/>
              <a:gd name="connsiteX35" fmla="*/ 842346 w 846395"/>
              <a:gd name="connsiteY35" fmla="*/ 365954 h 722302"/>
              <a:gd name="connsiteX36" fmla="*/ 713773 w 846395"/>
              <a:gd name="connsiteY36" fmla="*/ 630464 h 722302"/>
              <a:gd name="connsiteX37" fmla="*/ 693917 w 846395"/>
              <a:gd name="connsiteY37" fmla="*/ 678463 h 722302"/>
              <a:gd name="connsiteX38" fmla="*/ 645885 w 846395"/>
              <a:gd name="connsiteY38" fmla="*/ 698363 h 722302"/>
              <a:gd name="connsiteX39" fmla="*/ 200455 w 846395"/>
              <a:gd name="connsiteY39" fmla="*/ 698363 h 722302"/>
              <a:gd name="connsiteX40" fmla="*/ 152495 w 846395"/>
              <a:gd name="connsiteY40" fmla="*/ 678519 h 722302"/>
              <a:gd name="connsiteX41" fmla="*/ 132575 w 846395"/>
              <a:gd name="connsiteY41" fmla="*/ 630456 h 722302"/>
              <a:gd name="connsiteX42" fmla="*/ 132575 w 846395"/>
              <a:gd name="connsiteY42" fmla="*/ 284445 h 722302"/>
              <a:gd name="connsiteX43" fmla="*/ 423222 w 846395"/>
              <a:gd name="connsiteY43" fmla="*/ 27894 h 722302"/>
              <a:gd name="connsiteX44" fmla="*/ 713773 w 846395"/>
              <a:gd name="connsiteY44" fmla="*/ 284396 h 722302"/>
              <a:gd name="connsiteX45" fmla="*/ 713773 w 846395"/>
              <a:gd name="connsiteY45" fmla="*/ 630464 h 72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846395" h="722302">
                <a:moveTo>
                  <a:pt x="842346" y="365962"/>
                </a:moveTo>
                <a:lnTo>
                  <a:pt x="431142" y="2940"/>
                </a:lnTo>
                <a:cubicBezTo>
                  <a:pt x="431054" y="2868"/>
                  <a:pt x="430958" y="2820"/>
                  <a:pt x="430871" y="2749"/>
                </a:cubicBezTo>
                <a:cubicBezTo>
                  <a:pt x="430463" y="2414"/>
                  <a:pt x="430040" y="2118"/>
                  <a:pt x="429601" y="1839"/>
                </a:cubicBezTo>
                <a:cubicBezTo>
                  <a:pt x="429362" y="1687"/>
                  <a:pt x="429122" y="1527"/>
                  <a:pt x="428875" y="1400"/>
                </a:cubicBezTo>
                <a:cubicBezTo>
                  <a:pt x="428443" y="1168"/>
                  <a:pt x="428004" y="985"/>
                  <a:pt x="427557" y="809"/>
                </a:cubicBezTo>
                <a:cubicBezTo>
                  <a:pt x="427270" y="697"/>
                  <a:pt x="426990" y="586"/>
                  <a:pt x="426695" y="497"/>
                </a:cubicBezTo>
                <a:cubicBezTo>
                  <a:pt x="426264" y="370"/>
                  <a:pt x="425825" y="274"/>
                  <a:pt x="425386" y="194"/>
                </a:cubicBezTo>
                <a:cubicBezTo>
                  <a:pt x="425066" y="138"/>
                  <a:pt x="424747" y="75"/>
                  <a:pt x="424420" y="43"/>
                </a:cubicBezTo>
                <a:cubicBezTo>
                  <a:pt x="423988" y="3"/>
                  <a:pt x="423565" y="-5"/>
                  <a:pt x="423134" y="3"/>
                </a:cubicBezTo>
                <a:cubicBezTo>
                  <a:pt x="422791" y="3"/>
                  <a:pt x="422455" y="3"/>
                  <a:pt x="422112" y="35"/>
                </a:cubicBezTo>
                <a:cubicBezTo>
                  <a:pt x="421705" y="75"/>
                  <a:pt x="421306" y="147"/>
                  <a:pt x="420907" y="226"/>
                </a:cubicBezTo>
                <a:cubicBezTo>
                  <a:pt x="420539" y="298"/>
                  <a:pt x="420180" y="370"/>
                  <a:pt x="419829" y="474"/>
                </a:cubicBezTo>
                <a:cubicBezTo>
                  <a:pt x="419469" y="577"/>
                  <a:pt x="419126" y="713"/>
                  <a:pt x="418783" y="857"/>
                </a:cubicBezTo>
                <a:cubicBezTo>
                  <a:pt x="418392" y="1016"/>
                  <a:pt x="418000" y="1176"/>
                  <a:pt x="417625" y="1376"/>
                </a:cubicBezTo>
                <a:cubicBezTo>
                  <a:pt x="417338" y="1527"/>
                  <a:pt x="417074" y="1703"/>
                  <a:pt x="416795" y="1879"/>
                </a:cubicBezTo>
                <a:cubicBezTo>
                  <a:pt x="416380" y="2142"/>
                  <a:pt x="415981" y="2421"/>
                  <a:pt x="415597" y="2741"/>
                </a:cubicBezTo>
                <a:cubicBezTo>
                  <a:pt x="415509" y="2820"/>
                  <a:pt x="415406" y="2868"/>
                  <a:pt x="415310" y="2948"/>
                </a:cubicBezTo>
                <a:lnTo>
                  <a:pt x="112248" y="270459"/>
                </a:lnTo>
                <a:cubicBezTo>
                  <a:pt x="112208" y="270499"/>
                  <a:pt x="112160" y="270531"/>
                  <a:pt x="112121" y="270571"/>
                </a:cubicBezTo>
                <a:lnTo>
                  <a:pt x="4050" y="365962"/>
                </a:lnTo>
                <a:cubicBezTo>
                  <a:pt x="-908" y="370337"/>
                  <a:pt x="-1379" y="377904"/>
                  <a:pt x="2996" y="382861"/>
                </a:cubicBezTo>
                <a:cubicBezTo>
                  <a:pt x="5360" y="385536"/>
                  <a:pt x="8665" y="386909"/>
                  <a:pt x="11978" y="386909"/>
                </a:cubicBezTo>
                <a:cubicBezTo>
                  <a:pt x="14797" y="386909"/>
                  <a:pt x="17623" y="385919"/>
                  <a:pt x="19898" y="383907"/>
                </a:cubicBezTo>
                <a:lnTo>
                  <a:pt x="108632" y="305583"/>
                </a:lnTo>
                <a:lnTo>
                  <a:pt x="108632" y="630551"/>
                </a:lnTo>
                <a:cubicBezTo>
                  <a:pt x="108648" y="655074"/>
                  <a:pt x="118220" y="678127"/>
                  <a:pt x="135577" y="695457"/>
                </a:cubicBezTo>
                <a:cubicBezTo>
                  <a:pt x="152918" y="712771"/>
                  <a:pt x="175960" y="722303"/>
                  <a:pt x="200455" y="722303"/>
                </a:cubicBezTo>
                <a:lnTo>
                  <a:pt x="645941" y="722303"/>
                </a:lnTo>
                <a:cubicBezTo>
                  <a:pt x="670468" y="722287"/>
                  <a:pt x="693525" y="712731"/>
                  <a:pt x="710859" y="695378"/>
                </a:cubicBezTo>
                <a:cubicBezTo>
                  <a:pt x="728192" y="678024"/>
                  <a:pt x="737732" y="654970"/>
                  <a:pt x="737724" y="630448"/>
                </a:cubicBezTo>
                <a:lnTo>
                  <a:pt x="737724" y="305526"/>
                </a:lnTo>
                <a:lnTo>
                  <a:pt x="826498" y="383899"/>
                </a:lnTo>
                <a:cubicBezTo>
                  <a:pt x="828773" y="385911"/>
                  <a:pt x="831599" y="386900"/>
                  <a:pt x="834418" y="386900"/>
                </a:cubicBezTo>
                <a:cubicBezTo>
                  <a:pt x="837731" y="386900"/>
                  <a:pt x="841036" y="385527"/>
                  <a:pt x="843400" y="382853"/>
                </a:cubicBezTo>
                <a:cubicBezTo>
                  <a:pt x="847775" y="377896"/>
                  <a:pt x="847304" y="370329"/>
                  <a:pt x="842346" y="365954"/>
                </a:cubicBezTo>
                <a:close/>
                <a:moveTo>
                  <a:pt x="713773" y="630464"/>
                </a:moveTo>
                <a:cubicBezTo>
                  <a:pt x="713773" y="648592"/>
                  <a:pt x="706731" y="665635"/>
                  <a:pt x="693917" y="678463"/>
                </a:cubicBezTo>
                <a:cubicBezTo>
                  <a:pt x="681103" y="691291"/>
                  <a:pt x="664057" y="698355"/>
                  <a:pt x="645885" y="698363"/>
                </a:cubicBezTo>
                <a:lnTo>
                  <a:pt x="200455" y="698363"/>
                </a:lnTo>
                <a:cubicBezTo>
                  <a:pt x="182339" y="698363"/>
                  <a:pt x="165309" y="691314"/>
                  <a:pt x="152495" y="678519"/>
                </a:cubicBezTo>
                <a:cubicBezTo>
                  <a:pt x="139665" y="665715"/>
                  <a:pt x="132591" y="648680"/>
                  <a:pt x="132575" y="630456"/>
                </a:cubicBezTo>
                <a:lnTo>
                  <a:pt x="132575" y="284445"/>
                </a:lnTo>
                <a:lnTo>
                  <a:pt x="423222" y="27894"/>
                </a:lnTo>
                <a:lnTo>
                  <a:pt x="713773" y="284396"/>
                </a:lnTo>
                <a:lnTo>
                  <a:pt x="713773" y="630464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269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8BDE-6717-EAC9-9597-992D1E12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331C1CD-FB6E-B133-D5EE-1AD94A1C3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de-DE" dirty="0"/>
            </a:br>
            <a:r>
              <a:rPr lang="de-DE" dirty="0"/>
              <a:t>Problemstellung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ED6BA7-DDFD-5DE4-4B9A-D7F211FE1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Problem der MATSE Eisenbahngesellschaft.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F7C981-47D4-73E7-67A3-4B0D0EDD6A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9DD471-F69A-ABF4-0B5E-F5F54833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0A66B3-8714-9308-DCF6-640F0178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5</a:t>
            </a:fld>
            <a:endParaRPr lang="de-DE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991715-45E6-C190-7AC9-87E93EF3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AC4-165D-0D48-A518-12373664C146}" type="datetime1">
              <a:rPr lang="de-DE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9831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41FA5-34F3-BC8F-7263-4B6A07960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19B2AE76-FAE5-0092-4370-7F15262A06F1}"/>
              </a:ext>
            </a:extLst>
          </p:cNvPr>
          <p:cNvGrpSpPr/>
          <p:nvPr/>
        </p:nvGrpSpPr>
        <p:grpSpPr>
          <a:xfrm>
            <a:off x="5133446" y="1312733"/>
            <a:ext cx="2174987" cy="2188274"/>
            <a:chOff x="479423" y="1843926"/>
            <a:chExt cx="3405602" cy="2411220"/>
          </a:xfrm>
        </p:grpSpPr>
        <p:sp>
          <p:nvSpPr>
            <p:cNvPr id="77" name="Textplatzhalter 31">
              <a:extLst>
                <a:ext uri="{FF2B5EF4-FFF2-40B4-BE49-F238E27FC236}">
                  <a16:creationId xmlns:a16="http://schemas.microsoft.com/office/drawing/2014/main" id="{E26B2590-EE8E-5B65-10E7-461A3328E502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Beispiel Eingabe</a:t>
              </a:r>
            </a:p>
          </p:txBody>
        </p:sp>
        <p:sp>
          <p:nvSpPr>
            <p:cNvPr id="78" name="Textplatzhalter 12">
              <a:extLst>
                <a:ext uri="{FF2B5EF4-FFF2-40B4-BE49-F238E27FC236}">
                  <a16:creationId xmlns:a16="http://schemas.microsoft.com/office/drawing/2014/main" id="{1EC15D3F-C60C-2633-F5AF-790920CE137E}"/>
                </a:ext>
              </a:extLst>
            </p:cNvPr>
            <p:cNvSpPr txBox="1">
              <a:spLocks/>
            </p:cNvSpPr>
            <p:nvPr/>
          </p:nvSpPr>
          <p:spPr>
            <a:xfrm>
              <a:off x="479423" y="2323631"/>
              <a:ext cx="3405600" cy="1931515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de-DE" dirty="0"/>
                <a:t>Strecke:</a:t>
              </a:r>
              <a:br>
                <a:rPr lang="de-DE" dirty="0"/>
              </a:br>
              <a:r>
                <a:rPr lang="de-DE" dirty="0"/>
                <a:t>A B C</a:t>
              </a:r>
              <a:br>
                <a:rPr lang="de-DE" dirty="0"/>
              </a:br>
              <a:br>
                <a:rPr lang="de-DE" dirty="0"/>
              </a:br>
              <a:r>
                <a:rPr lang="de-DE" dirty="0" err="1"/>
                <a:t>Abstaende</a:t>
              </a:r>
              <a:r>
                <a:rPr lang="de-DE" dirty="0"/>
                <a:t>:</a:t>
              </a:r>
              <a:br>
                <a:rPr lang="de-DE" dirty="0"/>
              </a:br>
              <a:r>
                <a:rPr lang="de-DE" dirty="0"/>
                <a:t>5 7</a:t>
              </a:r>
              <a:br>
                <a:rPr lang="de-DE" dirty="0"/>
              </a:br>
              <a:br>
                <a:rPr lang="de-DE" dirty="0"/>
              </a:br>
              <a:r>
                <a:rPr lang="de-DE" dirty="0"/>
                <a:t>Start Hinfahrt:</a:t>
              </a:r>
              <a:br>
                <a:rPr lang="de-DE" dirty="0"/>
              </a:br>
              <a:r>
                <a:rPr lang="de-DE" dirty="0"/>
                <a:t>17</a:t>
              </a:r>
            </a:p>
          </p:txBody>
        </p:sp>
      </p:grpSp>
      <p:sp>
        <p:nvSpPr>
          <p:cNvPr id="8" name="Titel 7">
            <a:extLst>
              <a:ext uri="{FF2B5EF4-FFF2-40B4-BE49-F238E27FC236}">
                <a16:creationId xmlns:a16="http://schemas.microsoft.com/office/drawing/2014/main" id="{A39ECD2C-0529-AC26-7AB6-AD846A9C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Problemstellung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8BE0A31-122E-37E5-3F6F-E63FC2A4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56B567-FE62-4E81-A3FC-427AC2A37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B4A7C17-421C-6E7D-7F94-ABBEE0B3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6</a:t>
            </a:fld>
            <a:endParaRPr lang="de-DE" dirty="0"/>
          </a:p>
        </p:txBody>
      </p:sp>
      <p:pic>
        <p:nvPicPr>
          <p:cNvPr id="29" name="Grafik 28" descr="Schulgebäude mit einfarbiger Füllung">
            <a:extLst>
              <a:ext uri="{FF2B5EF4-FFF2-40B4-BE49-F238E27FC236}">
                <a16:creationId xmlns:a16="http://schemas.microsoft.com/office/drawing/2014/main" id="{E78FD40E-ED59-C5A1-339A-0DDDE3FBA7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0" y="4367782"/>
            <a:ext cx="1549285" cy="1549285"/>
          </a:xfrm>
          <a:prstGeom prst="rect">
            <a:avLst/>
          </a:prstGeom>
        </p:spPr>
      </p:pic>
      <p:pic>
        <p:nvPicPr>
          <p:cNvPr id="31" name="Grafik 30" descr="Schulgebäude mit einfarbiger Füllung">
            <a:extLst>
              <a:ext uri="{FF2B5EF4-FFF2-40B4-BE49-F238E27FC236}">
                <a16:creationId xmlns:a16="http://schemas.microsoft.com/office/drawing/2014/main" id="{F3FEF297-7DDB-F4A0-B48D-F5CFC6378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385" y="4256886"/>
            <a:ext cx="1549285" cy="1549285"/>
          </a:xfrm>
          <a:prstGeom prst="rect">
            <a:avLst/>
          </a:prstGeom>
        </p:spPr>
      </p:pic>
      <p:sp>
        <p:nvSpPr>
          <p:cNvPr id="57" name="Rechteck 56">
            <a:extLst>
              <a:ext uri="{FF2B5EF4-FFF2-40B4-BE49-F238E27FC236}">
                <a16:creationId xmlns:a16="http://schemas.microsoft.com/office/drawing/2014/main" id="{30BFEE08-B14A-F3D1-53B3-A5853C8E9FF8}"/>
              </a:ext>
            </a:extLst>
          </p:cNvPr>
          <p:cNvSpPr/>
          <p:nvPr/>
        </p:nvSpPr>
        <p:spPr>
          <a:xfrm>
            <a:off x="482578" y="3905383"/>
            <a:ext cx="6767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386629D2-1FCE-4B8B-77CC-72BD83DE0AA8}"/>
              </a:ext>
            </a:extLst>
          </p:cNvPr>
          <p:cNvSpPr/>
          <p:nvPr/>
        </p:nvSpPr>
        <p:spPr>
          <a:xfrm>
            <a:off x="11024619" y="3790247"/>
            <a:ext cx="6848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7CBEE04-75F0-8218-8E6E-822308A30250}"/>
              </a:ext>
            </a:extLst>
          </p:cNvPr>
          <p:cNvGrpSpPr/>
          <p:nvPr/>
        </p:nvGrpSpPr>
        <p:grpSpPr>
          <a:xfrm>
            <a:off x="1813492" y="4857875"/>
            <a:ext cx="1521228" cy="654804"/>
            <a:chOff x="1953492" y="4934075"/>
            <a:chExt cx="1521228" cy="654804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B33990BD-98B9-3E7B-5DBE-A1CB3C053EE6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94244297-9111-3394-9565-3DF4A8C7F78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EE13E425-9DAC-4105-642A-8A43E400DF3A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539437B1-4BE3-C366-EFF5-E952CB05061F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9946A98B-43CC-7B58-5116-4649C8F4E8C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D1ACF121-BE48-6333-6761-2629F180D12D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97F3D4B5-90F0-1251-D5A9-2ECD37AE5D6F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F52BCF42-D2CC-A4D9-9AC7-6BE13CAF48F0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0948FA9D-E911-3D30-00B2-929C4436BB1C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29869F6C-2422-CA56-42D6-64B2C4B0E02A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DDE8685B-A57A-7DDC-9C66-CCE987DAECEE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72ABC3D3-2E70-E1F0-1A62-ED941B943F68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DFA20884-CC1F-0EB5-E0F0-DE50E85CEF17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9E5DCA91-0087-6946-62F0-2C2DB88544AD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F47CB73D-88C0-7B7F-CA81-669C4B3D0C6E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FF212023-33FE-9F2E-701D-CEDD40698248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14A5521F-A569-2B07-7C44-DB88E2EF1B20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EB9C1166-A833-6CB3-7DC4-B21811EE6B7F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9277367C-720A-FE52-4190-51B478116C3D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1E7C5229-D487-11EF-2BAA-68F8533CFDE0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E7290753-8A4A-9C15-1451-C86D780C2085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9FAAF72E-066E-09CA-C433-C94C5021386A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FAF1169B-7D39-4496-3C37-EF5E03CA9917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7FF6A008-619B-CDB6-4CB2-5572AC61FC2B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BFD5B8B1-C8A6-C1D7-1E8A-20B7D2FCEA16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F99DCCFF-8648-96EB-161F-F8459BC17244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82B98670-03B1-904E-EC10-F89D66FAC052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AF632C57-956A-62FA-BF57-16C7D8B42B89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80C0C302-B136-12EF-CC65-9BB612585130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BAA4DCED-8DC1-0E97-287A-32A58416F9D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18928FCA-19F1-522A-187C-48445708C9A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75" name="Rechteck 74">
            <a:extLst>
              <a:ext uri="{FF2B5EF4-FFF2-40B4-BE49-F238E27FC236}">
                <a16:creationId xmlns:a16="http://schemas.microsoft.com/office/drawing/2014/main" id="{E72BF220-A1EC-FE32-D256-DBA259440CD1}"/>
              </a:ext>
            </a:extLst>
          </p:cNvPr>
          <p:cNvSpPr/>
          <p:nvPr/>
        </p:nvSpPr>
        <p:spPr>
          <a:xfrm>
            <a:off x="1634490" y="5562600"/>
            <a:ext cx="8911590" cy="45719"/>
          </a:xfrm>
          <a:prstGeom prst="rect">
            <a:avLst/>
          </a:prstGeom>
          <a:solidFill>
            <a:schemeClr val="tx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CB7B958-A532-9DA6-D101-40D11662AB86}"/>
              </a:ext>
            </a:extLst>
          </p:cNvPr>
          <p:cNvGrpSpPr/>
          <p:nvPr/>
        </p:nvGrpSpPr>
        <p:grpSpPr>
          <a:xfrm>
            <a:off x="697901" y="1317202"/>
            <a:ext cx="7043024" cy="2211559"/>
            <a:chOff x="479424" y="1843925"/>
            <a:chExt cx="3405601" cy="1916061"/>
          </a:xfrm>
        </p:grpSpPr>
        <p:sp>
          <p:nvSpPr>
            <p:cNvPr id="18" name="Textplatzhalter 12">
              <a:extLst>
                <a:ext uri="{FF2B5EF4-FFF2-40B4-BE49-F238E27FC236}">
                  <a16:creationId xmlns:a16="http://schemas.microsoft.com/office/drawing/2014/main" id="{D359CE44-641C-21FF-E49D-A2177B6BA9B3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1436354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numCol="2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Eingleisige Eisenbahnlinien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Mehrere Bahnhöfe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Fahrtzeiten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60-Minuten-Takt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Von beiden Seiten befahren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 err="1">
                  <a:latin typeface="BarmeniaGothaer Offc" panose="020B0503020204020204" pitchFamily="34" charset="0"/>
                </a:rPr>
                <a:t>Umstiegszeit</a:t>
              </a:r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17" name="Textplatzhalter 31">
              <a:extLst>
                <a:ext uri="{FF2B5EF4-FFF2-40B4-BE49-F238E27FC236}">
                  <a16:creationId xmlns:a16="http://schemas.microsoft.com/office/drawing/2014/main" id="{4145F221-E30B-DEDF-5D11-3C3B20F68E36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5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MATSE Eisenbahngesellschaft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142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E6EF-7652-2B3B-152C-737AD643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9266D0F4-EB68-07D3-81A9-F86249155840}"/>
              </a:ext>
            </a:extLst>
          </p:cNvPr>
          <p:cNvGrpSpPr/>
          <p:nvPr/>
        </p:nvGrpSpPr>
        <p:grpSpPr>
          <a:xfrm>
            <a:off x="8849632" y="1254287"/>
            <a:ext cx="2174987" cy="2188274"/>
            <a:chOff x="479423" y="1843926"/>
            <a:chExt cx="3405602" cy="2411220"/>
          </a:xfrm>
        </p:grpSpPr>
        <p:sp>
          <p:nvSpPr>
            <p:cNvPr id="77" name="Textplatzhalter 31">
              <a:extLst>
                <a:ext uri="{FF2B5EF4-FFF2-40B4-BE49-F238E27FC236}">
                  <a16:creationId xmlns:a16="http://schemas.microsoft.com/office/drawing/2014/main" id="{438D5796-D2AA-BF67-0865-A9AE24783CB3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Beispiel Eingabe</a:t>
              </a:r>
            </a:p>
          </p:txBody>
        </p:sp>
        <p:sp>
          <p:nvSpPr>
            <p:cNvPr id="78" name="Textplatzhalter 12">
              <a:extLst>
                <a:ext uri="{FF2B5EF4-FFF2-40B4-BE49-F238E27FC236}">
                  <a16:creationId xmlns:a16="http://schemas.microsoft.com/office/drawing/2014/main" id="{B9608DD1-523E-79B1-6E46-D7AFA123B00E}"/>
                </a:ext>
              </a:extLst>
            </p:cNvPr>
            <p:cNvSpPr txBox="1">
              <a:spLocks/>
            </p:cNvSpPr>
            <p:nvPr/>
          </p:nvSpPr>
          <p:spPr>
            <a:xfrm>
              <a:off x="479423" y="2323631"/>
              <a:ext cx="3405600" cy="1931515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de-DE" dirty="0"/>
                <a:t>Strecke:</a:t>
              </a:r>
              <a:br>
                <a:rPr lang="de-DE" dirty="0"/>
              </a:br>
              <a:r>
                <a:rPr lang="de-DE" dirty="0"/>
                <a:t>A B C</a:t>
              </a:r>
              <a:br>
                <a:rPr lang="de-DE" dirty="0"/>
              </a:br>
              <a:br>
                <a:rPr lang="de-DE" dirty="0"/>
              </a:br>
              <a:r>
                <a:rPr lang="de-DE" dirty="0" err="1"/>
                <a:t>Abstaende</a:t>
              </a:r>
              <a:r>
                <a:rPr lang="de-DE" dirty="0"/>
                <a:t>:</a:t>
              </a:r>
              <a:br>
                <a:rPr lang="de-DE" dirty="0"/>
              </a:br>
              <a:r>
                <a:rPr lang="de-DE" dirty="0"/>
                <a:t>5 7</a:t>
              </a:r>
              <a:br>
                <a:rPr lang="de-DE" dirty="0"/>
              </a:br>
              <a:br>
                <a:rPr lang="de-DE" dirty="0"/>
              </a:br>
              <a:r>
                <a:rPr lang="de-DE" dirty="0"/>
                <a:t>Start Hinfahrt:</a:t>
              </a:r>
              <a:br>
                <a:rPr lang="de-DE" dirty="0"/>
              </a:br>
              <a:r>
                <a:rPr lang="de-DE" dirty="0"/>
                <a:t>17</a:t>
              </a:r>
            </a:p>
          </p:txBody>
        </p:sp>
      </p:grpSp>
      <p:sp>
        <p:nvSpPr>
          <p:cNvPr id="8" name="Titel 7">
            <a:extLst>
              <a:ext uri="{FF2B5EF4-FFF2-40B4-BE49-F238E27FC236}">
                <a16:creationId xmlns:a16="http://schemas.microsoft.com/office/drawing/2014/main" id="{74300F6E-AA3C-1DA3-117B-4EB78B4C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Problemstellung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E35777-AB29-5517-BF12-F0DDFB32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3BF369-40E9-3B58-A984-B8DE4CD8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9E7539-B66C-9659-8CAB-C95A452E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7</a:t>
            </a:fld>
            <a:endParaRPr lang="de-DE" dirty="0"/>
          </a:p>
        </p:txBody>
      </p:sp>
      <p:pic>
        <p:nvPicPr>
          <p:cNvPr id="29" name="Grafik 28" descr="Schulgebäude mit einfarbiger Füllung">
            <a:extLst>
              <a:ext uri="{FF2B5EF4-FFF2-40B4-BE49-F238E27FC236}">
                <a16:creationId xmlns:a16="http://schemas.microsoft.com/office/drawing/2014/main" id="{B911E3E5-68FD-3A72-B05A-12B4F5C653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0" y="4367782"/>
            <a:ext cx="1549285" cy="1549285"/>
          </a:xfrm>
          <a:prstGeom prst="rect">
            <a:avLst/>
          </a:prstGeom>
        </p:spPr>
      </p:pic>
      <p:pic>
        <p:nvPicPr>
          <p:cNvPr id="31" name="Grafik 30" descr="Schulgebäude mit einfarbiger Füllung">
            <a:extLst>
              <a:ext uri="{FF2B5EF4-FFF2-40B4-BE49-F238E27FC236}">
                <a16:creationId xmlns:a16="http://schemas.microsoft.com/office/drawing/2014/main" id="{FB3A54FA-2969-8466-B619-A19E89A6E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385" y="4256886"/>
            <a:ext cx="1549285" cy="1549285"/>
          </a:xfrm>
          <a:prstGeom prst="rect">
            <a:avLst/>
          </a:prstGeom>
        </p:spPr>
      </p:pic>
      <p:sp>
        <p:nvSpPr>
          <p:cNvPr id="57" name="Rechteck 56">
            <a:extLst>
              <a:ext uri="{FF2B5EF4-FFF2-40B4-BE49-F238E27FC236}">
                <a16:creationId xmlns:a16="http://schemas.microsoft.com/office/drawing/2014/main" id="{17FC882E-26A6-149E-1643-A4BB5C037D72}"/>
              </a:ext>
            </a:extLst>
          </p:cNvPr>
          <p:cNvSpPr/>
          <p:nvPr/>
        </p:nvSpPr>
        <p:spPr>
          <a:xfrm>
            <a:off x="482578" y="3905383"/>
            <a:ext cx="6767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8E7443E8-9D79-25AB-EA0E-907D08BACBAC}"/>
              </a:ext>
            </a:extLst>
          </p:cNvPr>
          <p:cNvSpPr/>
          <p:nvPr/>
        </p:nvSpPr>
        <p:spPr>
          <a:xfrm>
            <a:off x="11024619" y="3790247"/>
            <a:ext cx="6848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FE39E63-41EE-DC37-553E-49165E8C6CF0}"/>
              </a:ext>
            </a:extLst>
          </p:cNvPr>
          <p:cNvGrpSpPr/>
          <p:nvPr/>
        </p:nvGrpSpPr>
        <p:grpSpPr>
          <a:xfrm>
            <a:off x="1813492" y="4857875"/>
            <a:ext cx="1521228" cy="654804"/>
            <a:chOff x="1953492" y="4934075"/>
            <a:chExt cx="1521228" cy="654804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1CA9ABCB-6201-174F-24E9-A24B94EAD734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18A3C112-A6DB-7A7B-77EA-A004FC55DA63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1C7902BB-1B13-73B7-6E7C-FE396A8DC3FF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80A476C7-43A5-FD65-CB84-4D231F926A3C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345A72C1-1045-86FA-630D-033C5960BCBB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6B719077-9847-8AB4-8F4D-B581A1FF7E4E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6C6008F6-51DE-D29A-3311-ABEBE0DB1742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AD97FD00-9C7A-70A7-FBCA-EB390352709E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858C82C7-2ECC-4312-FE90-466C2B58A7AB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BEBDB439-53E0-E9FD-C644-706A3AB63E2C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02F4F31D-F381-1D64-034B-93507F947BE9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0B3DBD48-C85F-C8A0-C817-89E237AED7E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5E2FA7EE-2850-4540-33A8-0487A69301FC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2555DD9C-7EA9-0268-36A5-C6BC0F5DE839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FD6C2DF4-88A2-D713-2031-0468B2CB9FD3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0DFB036A-9D6B-0DA2-5368-5497863EE602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60166F10-EE0C-5885-F4C8-9E01BEB657AD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F210832E-102C-24EF-11EC-1A6BA75392B0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28DE1C4C-17B3-7060-9A67-DF70808431FA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223C1870-9013-6401-F2E8-9A12E1FF83CB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DAF9A88E-41DF-AFF4-58CC-68CDA3FC4B6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222F96A7-254E-33F0-765A-DDE7DF2592F1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948A2163-F0C1-A4A5-79DE-CA5351A3BD87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DAE55489-7746-FA2D-3911-0F011F287E4D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15C45F5E-357C-33E1-4D2F-A5B711FAEBA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F2939528-1C40-60D6-150D-CFCA3F69D33F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56F2B4EA-1344-5C61-3582-85381EEB4DA7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3C76FC91-6412-865C-44C3-A5806EBC5481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4AE533AE-06AD-4119-43DF-6E6B9B4D4676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E14B816A-DA33-CE5C-9ED6-7049D9297575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95CE6DDD-283E-E248-5B32-4F97BD8696AB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75" name="Rechteck 74">
            <a:extLst>
              <a:ext uri="{FF2B5EF4-FFF2-40B4-BE49-F238E27FC236}">
                <a16:creationId xmlns:a16="http://schemas.microsoft.com/office/drawing/2014/main" id="{05EE5374-2CF3-8064-6FF3-3CCE13692611}"/>
              </a:ext>
            </a:extLst>
          </p:cNvPr>
          <p:cNvSpPr/>
          <p:nvPr/>
        </p:nvSpPr>
        <p:spPr>
          <a:xfrm>
            <a:off x="1634490" y="5562600"/>
            <a:ext cx="8911590" cy="45719"/>
          </a:xfrm>
          <a:prstGeom prst="rect">
            <a:avLst/>
          </a:prstGeom>
          <a:solidFill>
            <a:schemeClr val="tx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3046547F-0B1C-9863-603A-BEEA33BCD590}"/>
              </a:ext>
            </a:extLst>
          </p:cNvPr>
          <p:cNvGrpSpPr/>
          <p:nvPr/>
        </p:nvGrpSpPr>
        <p:grpSpPr>
          <a:xfrm>
            <a:off x="820972" y="1257923"/>
            <a:ext cx="7043024" cy="2211558"/>
            <a:chOff x="479424" y="1843925"/>
            <a:chExt cx="3405601" cy="1916061"/>
          </a:xfrm>
        </p:grpSpPr>
        <p:sp>
          <p:nvSpPr>
            <p:cNvPr id="18" name="Textplatzhalter 12">
              <a:extLst>
                <a:ext uri="{FF2B5EF4-FFF2-40B4-BE49-F238E27FC236}">
                  <a16:creationId xmlns:a16="http://schemas.microsoft.com/office/drawing/2014/main" id="{F90F2B27-EE45-1241-6AD0-CCCC29D5C2AB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1436354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numCol="2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Eingleisige Eisenbahnlinien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Mehrere Bahnhöfe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Fahrtzeiten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60-Minuten-Takt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Von beiden Seiten befahren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 err="1">
                  <a:latin typeface="BarmeniaGothaer Offc" panose="020B0503020204020204" pitchFamily="34" charset="0"/>
                </a:rPr>
                <a:t>Umstiegszeit</a:t>
              </a:r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17" name="Textplatzhalter 31">
              <a:extLst>
                <a:ext uri="{FF2B5EF4-FFF2-40B4-BE49-F238E27FC236}">
                  <a16:creationId xmlns:a16="http://schemas.microsoft.com/office/drawing/2014/main" id="{EBFA4389-D7B4-EB09-391D-3D2BA7C828D8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5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MATSE Eisenbahngesellschaft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6802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FDB7-A264-EB4B-6245-81514BD5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F0B4A68D-8561-3068-C451-9CCA7F3EA0EB}"/>
              </a:ext>
            </a:extLst>
          </p:cNvPr>
          <p:cNvGrpSpPr/>
          <p:nvPr/>
        </p:nvGrpSpPr>
        <p:grpSpPr>
          <a:xfrm>
            <a:off x="8849632" y="1376363"/>
            <a:ext cx="2174987" cy="2188274"/>
            <a:chOff x="479423" y="1843926"/>
            <a:chExt cx="3405603" cy="2411220"/>
          </a:xfrm>
        </p:grpSpPr>
        <p:sp>
          <p:nvSpPr>
            <p:cNvPr id="77" name="Textplatzhalter 31">
              <a:extLst>
                <a:ext uri="{FF2B5EF4-FFF2-40B4-BE49-F238E27FC236}">
                  <a16:creationId xmlns:a16="http://schemas.microsoft.com/office/drawing/2014/main" id="{91D09227-FE25-83E6-3892-5D3A583255B3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1" cy="479705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Beispiel Eingabe</a:t>
              </a:r>
            </a:p>
          </p:txBody>
        </p:sp>
        <p:sp>
          <p:nvSpPr>
            <p:cNvPr id="78" name="Textplatzhalter 12">
              <a:extLst>
                <a:ext uri="{FF2B5EF4-FFF2-40B4-BE49-F238E27FC236}">
                  <a16:creationId xmlns:a16="http://schemas.microsoft.com/office/drawing/2014/main" id="{8A3FC988-FAD2-ABE1-7B9C-CED957EF4F2B}"/>
                </a:ext>
              </a:extLst>
            </p:cNvPr>
            <p:cNvSpPr txBox="1">
              <a:spLocks/>
            </p:cNvSpPr>
            <p:nvPr/>
          </p:nvSpPr>
          <p:spPr>
            <a:xfrm>
              <a:off x="479423" y="2323631"/>
              <a:ext cx="3405600" cy="1931515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de-DE" dirty="0"/>
                <a:t>Strecke:</a:t>
              </a:r>
              <a:br>
                <a:rPr lang="de-DE" dirty="0"/>
              </a:br>
              <a:r>
                <a:rPr lang="de-DE" dirty="0"/>
                <a:t>A B C</a:t>
              </a:r>
              <a:br>
                <a:rPr lang="de-DE" dirty="0"/>
              </a:br>
              <a:br>
                <a:rPr lang="de-DE" dirty="0"/>
              </a:br>
              <a:r>
                <a:rPr lang="de-DE" dirty="0" err="1"/>
                <a:t>Abstaende</a:t>
              </a:r>
              <a:r>
                <a:rPr lang="de-DE" dirty="0"/>
                <a:t>:</a:t>
              </a:r>
              <a:br>
                <a:rPr lang="de-DE" dirty="0"/>
              </a:br>
              <a:r>
                <a:rPr lang="de-DE" dirty="0"/>
                <a:t>5 7</a:t>
              </a:r>
              <a:br>
                <a:rPr lang="de-DE" dirty="0"/>
              </a:br>
              <a:br>
                <a:rPr lang="de-DE" dirty="0"/>
              </a:br>
              <a:r>
                <a:rPr lang="de-DE" dirty="0"/>
                <a:t>Start Hinfahrt:</a:t>
              </a:r>
              <a:br>
                <a:rPr lang="de-DE" dirty="0"/>
              </a:br>
              <a:r>
                <a:rPr lang="de-DE" dirty="0"/>
                <a:t>17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57331F6-73A6-A479-4302-69E3123F8A31}"/>
              </a:ext>
            </a:extLst>
          </p:cNvPr>
          <p:cNvGrpSpPr/>
          <p:nvPr/>
        </p:nvGrpSpPr>
        <p:grpSpPr>
          <a:xfrm>
            <a:off x="2680102" y="1779260"/>
            <a:ext cx="1984034" cy="1200442"/>
            <a:chOff x="7891485" y="3103242"/>
            <a:chExt cx="1984034" cy="1200442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856B0790-9C96-FA81-8E42-A805E2259366}"/>
                </a:ext>
              </a:extLst>
            </p:cNvPr>
            <p:cNvGrpSpPr/>
            <p:nvPr/>
          </p:nvGrpSpPr>
          <p:grpSpPr>
            <a:xfrm>
              <a:off x="7891485" y="3103242"/>
              <a:ext cx="1984034" cy="1200442"/>
              <a:chOff x="479424" y="1843926"/>
              <a:chExt cx="2233178" cy="1171955"/>
            </a:xfrm>
          </p:grpSpPr>
          <p:sp>
            <p:nvSpPr>
              <p:cNvPr id="12" name="Textplatzhalter 31">
                <a:extLst>
                  <a:ext uri="{FF2B5EF4-FFF2-40B4-BE49-F238E27FC236}">
                    <a16:creationId xmlns:a16="http://schemas.microsoft.com/office/drawing/2014/main" id="{E5C92656-8D00-B9E9-28AC-1E1CD4F264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425" y="1843926"/>
                <a:ext cx="2233177" cy="479706"/>
              </a:xfrm>
              <a:prstGeom prst="round2SameRect">
                <a:avLst>
                  <a:gd name="adj1" fmla="val 7958"/>
                  <a:gd name="adj2" fmla="val 0"/>
                </a:avLst>
              </a:prstGeom>
              <a:blipFill dpi="0" rotWithShape="0"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/>
                <a:tile tx="158750" ty="0" sx="70000" sy="70000" flip="none" algn="tl"/>
              </a:blipFill>
            </p:spPr>
            <p:txBody>
              <a:bodyPr lIns="503998" anchor="ctr"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400"/>
                  </a:spcAft>
                  <a:buFontTx/>
                  <a:buNone/>
                  <a:defRPr sz="1400" b="0" i="0" kern="1200">
                    <a:solidFill>
                      <a:schemeClr val="tx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20000"/>
                  </a:lnSpc>
                  <a:spcBef>
                    <a:spcPts val="200"/>
                  </a:spcBef>
                  <a:spcAft>
                    <a:spcPts val="200"/>
                  </a:spcAft>
                  <a:buSzPct val="100000"/>
                  <a:buFontTx/>
                  <a:buNone/>
                  <a:defRPr sz="11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lnSpc>
                    <a:spcPct val="90000"/>
                  </a:lnSpc>
                  <a:spcBef>
                    <a:spcPts val="1600"/>
                  </a:spcBef>
                  <a:spcAft>
                    <a:spcPts val="800"/>
                  </a:spcAft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3pPr>
                <a:lvl4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3"/>
                  </a:buBlip>
                  <a:defRPr sz="12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5pPr>
                <a:lvl6pPr marL="172800" indent="-1728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bg1"/>
                  </a:buClr>
                  <a:buFont typeface="BarmeniaGothaer Offc" panose="020B0604020202020204" pitchFamily="34" charset="0"/>
                  <a:buChar char="•"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1600"/>
                  </a:spcAft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7pPr>
                <a:lvl8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4"/>
                  </a:buBlip>
                  <a:defRPr sz="12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dirty="0">
                    <a:latin typeface="BarmeniaGothaer Offc Medium" panose="020B0603020204020204" pitchFamily="34" charset="0"/>
                  </a:rPr>
                  <a:t>Problem</a:t>
                </a:r>
              </a:p>
            </p:txBody>
          </p:sp>
          <p:sp>
            <p:nvSpPr>
              <p:cNvPr id="13" name="Textplatzhalter 12">
                <a:extLst>
                  <a:ext uri="{FF2B5EF4-FFF2-40B4-BE49-F238E27FC236}">
                    <a16:creationId xmlns:a16="http://schemas.microsoft.com/office/drawing/2014/main" id="{96ED5E1F-A496-7873-14BD-8697118B48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424" y="2323632"/>
                <a:ext cx="2233177" cy="692249"/>
              </a:xfrm>
              <a:prstGeom prst="round2SameRect">
                <a:avLst>
                  <a:gd name="adj1" fmla="val 0"/>
                  <a:gd name="adj2" fmla="val 1154"/>
                </a:avLst>
              </a:prstGeom>
              <a:solidFill>
                <a:schemeClr val="tx1"/>
              </a:solidFill>
            </p:spPr>
            <p:txBody>
              <a:bodyPr vert="horz" lIns="251999" tIns="251999" rIns="251999" bIns="251999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1pPr>
                <a:lvl2pPr marL="171450" indent="-17145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00000"/>
                  <a:buFont typeface="BarmeniaGothaer Offc"/>
                  <a:buChar char="•"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lnSpc>
                    <a:spcPct val="90000"/>
                  </a:lnSpc>
                  <a:spcBef>
                    <a:spcPts val="1600"/>
                  </a:spcBef>
                  <a:spcAft>
                    <a:spcPts val="800"/>
                  </a:spcAft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3pPr>
                <a:lvl4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4"/>
                  </a:buBlip>
                  <a:defRPr sz="12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5pPr>
                <a:lvl6pPr marL="172800" indent="-1728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bg1"/>
                  </a:buClr>
                  <a:buFont typeface="BarmeniaGothaer Offc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1600"/>
                  </a:spcAft>
                  <a:buFontTx/>
                  <a:buNone/>
                  <a:defRPr sz="18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7pPr>
                <a:lvl8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3"/>
                  </a:buBlip>
                  <a:defRPr sz="1200" b="0" i="0" kern="1200">
                    <a:solidFill>
                      <a:schemeClr val="tx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9pPr>
              </a:lstStyle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de-DE" dirty="0">
                    <a:latin typeface="BarmeniaGothaer Offc" panose="020B0503020204020204" pitchFamily="34" charset="0"/>
                  </a:rPr>
                  <a:t>Kollisionen  </a:t>
                </a:r>
              </a:p>
            </p:txBody>
          </p:sp>
        </p:grpSp>
        <p:sp>
          <p:nvSpPr>
            <p:cNvPr id="11" name="Freihandform 13">
              <a:extLst>
                <a:ext uri="{FF2B5EF4-FFF2-40B4-BE49-F238E27FC236}">
                  <a16:creationId xmlns:a16="http://schemas.microsoft.com/office/drawing/2014/main" id="{F5B12C8A-F82E-FDE9-49AF-B670E588E337}"/>
                </a:ext>
              </a:extLst>
            </p:cNvPr>
            <p:cNvSpPr/>
            <p:nvPr/>
          </p:nvSpPr>
          <p:spPr>
            <a:xfrm rot="913896">
              <a:off x="9227134" y="3776115"/>
              <a:ext cx="257697" cy="352669"/>
            </a:xfrm>
            <a:custGeom>
              <a:avLst/>
              <a:gdLst>
                <a:gd name="connsiteX0" fmla="*/ 721896 w 726808"/>
                <a:gd name="connsiteY0" fmla="*/ 280962 h 747612"/>
                <a:gd name="connsiteX1" fmla="*/ 676595 w 726808"/>
                <a:gd name="connsiteY1" fmla="*/ 252496 h 747612"/>
                <a:gd name="connsiteX2" fmla="*/ 413796 w 726808"/>
                <a:gd name="connsiteY2" fmla="*/ 252496 h 747612"/>
                <a:gd name="connsiteX3" fmla="*/ 413796 w 726808"/>
                <a:gd name="connsiteY3" fmla="*/ 50346 h 747612"/>
                <a:gd name="connsiteX4" fmla="*/ 363577 w 726808"/>
                <a:gd name="connsiteY4" fmla="*/ 0 h 747612"/>
                <a:gd name="connsiteX5" fmla="*/ 363514 w 726808"/>
                <a:gd name="connsiteY5" fmla="*/ 0 h 747612"/>
                <a:gd name="connsiteX6" fmla="*/ 324065 w 726808"/>
                <a:gd name="connsiteY6" fmla="*/ 19094 h 747612"/>
                <a:gd name="connsiteX7" fmla="*/ 10960 w 726808"/>
                <a:gd name="connsiteY7" fmla="*/ 413616 h 747612"/>
                <a:gd name="connsiteX8" fmla="*/ 325 w 726808"/>
                <a:gd name="connsiteY8" fmla="*/ 450606 h 747612"/>
                <a:gd name="connsiteX9" fmla="*/ 18960 w 726808"/>
                <a:gd name="connsiteY9" fmla="*/ 484269 h 747612"/>
                <a:gd name="connsiteX10" fmla="*/ 50256 w 726808"/>
                <a:gd name="connsiteY10" fmla="*/ 495220 h 747612"/>
                <a:gd name="connsiteX11" fmla="*/ 313119 w 726808"/>
                <a:gd name="connsiteY11" fmla="*/ 495220 h 747612"/>
                <a:gd name="connsiteX12" fmla="*/ 313119 w 726808"/>
                <a:gd name="connsiteY12" fmla="*/ 697315 h 747612"/>
                <a:gd name="connsiteX13" fmla="*/ 346827 w 726808"/>
                <a:gd name="connsiteY13" fmla="*/ 744747 h 747612"/>
                <a:gd name="connsiteX14" fmla="*/ 363490 w 726808"/>
                <a:gd name="connsiteY14" fmla="*/ 747613 h 747612"/>
                <a:gd name="connsiteX15" fmla="*/ 402922 w 726808"/>
                <a:gd name="connsiteY15" fmla="*/ 728622 h 747612"/>
                <a:gd name="connsiteX16" fmla="*/ 715996 w 726808"/>
                <a:gd name="connsiteY16" fmla="*/ 333981 h 747612"/>
                <a:gd name="connsiteX17" fmla="*/ 721880 w 726808"/>
                <a:gd name="connsiteY17" fmla="*/ 280962 h 747612"/>
                <a:gd name="connsiteX18" fmla="*/ 697234 w 726808"/>
                <a:gd name="connsiteY18" fmla="*/ 319102 h 747612"/>
                <a:gd name="connsiteX19" fmla="*/ 384200 w 726808"/>
                <a:gd name="connsiteY19" fmla="*/ 713703 h 747612"/>
                <a:gd name="connsiteX20" fmla="*/ 354763 w 726808"/>
                <a:gd name="connsiteY20" fmla="*/ 722164 h 747612"/>
                <a:gd name="connsiteX21" fmla="*/ 337071 w 726808"/>
                <a:gd name="connsiteY21" fmla="*/ 697315 h 747612"/>
                <a:gd name="connsiteX22" fmla="*/ 337071 w 726808"/>
                <a:gd name="connsiteY22" fmla="*/ 483255 h 747612"/>
                <a:gd name="connsiteX23" fmla="*/ 325095 w 726808"/>
                <a:gd name="connsiteY23" fmla="*/ 471282 h 747612"/>
                <a:gd name="connsiteX24" fmla="*/ 50360 w 726808"/>
                <a:gd name="connsiteY24" fmla="*/ 471282 h 747612"/>
                <a:gd name="connsiteX25" fmla="*/ 33889 w 726808"/>
                <a:gd name="connsiteY25" fmla="*/ 465542 h 747612"/>
                <a:gd name="connsiteX26" fmla="*/ 24125 w 726808"/>
                <a:gd name="connsiteY26" fmla="*/ 447917 h 747612"/>
                <a:gd name="connsiteX27" fmla="*/ 29706 w 726808"/>
                <a:gd name="connsiteY27" fmla="*/ 428526 h 747612"/>
                <a:gd name="connsiteX28" fmla="*/ 342843 w 726808"/>
                <a:gd name="connsiteY28" fmla="*/ 33966 h 747612"/>
                <a:gd name="connsiteX29" fmla="*/ 363505 w 726808"/>
                <a:gd name="connsiteY29" fmla="*/ 23955 h 747612"/>
                <a:gd name="connsiteX30" fmla="*/ 363537 w 726808"/>
                <a:gd name="connsiteY30" fmla="*/ 23955 h 747612"/>
                <a:gd name="connsiteX31" fmla="*/ 389837 w 726808"/>
                <a:gd name="connsiteY31" fmla="*/ 50338 h 747612"/>
                <a:gd name="connsiteX32" fmla="*/ 389837 w 726808"/>
                <a:gd name="connsiteY32" fmla="*/ 264478 h 747612"/>
                <a:gd name="connsiteX33" fmla="*/ 401812 w 726808"/>
                <a:gd name="connsiteY33" fmla="*/ 276452 h 747612"/>
                <a:gd name="connsiteX34" fmla="*/ 676579 w 726808"/>
                <a:gd name="connsiteY34" fmla="*/ 276452 h 747612"/>
                <a:gd name="connsiteX35" fmla="*/ 700307 w 726808"/>
                <a:gd name="connsiteY35" fmla="*/ 291355 h 747612"/>
                <a:gd name="connsiteX36" fmla="*/ 697234 w 726808"/>
                <a:gd name="connsiteY36" fmla="*/ 319111 h 747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26808" h="747612">
                  <a:moveTo>
                    <a:pt x="721896" y="280962"/>
                  </a:moveTo>
                  <a:cubicBezTo>
                    <a:pt x="713568" y="263663"/>
                    <a:pt x="695780" y="252496"/>
                    <a:pt x="676595" y="252496"/>
                  </a:cubicBezTo>
                  <a:lnTo>
                    <a:pt x="413796" y="252496"/>
                  </a:lnTo>
                  <a:lnTo>
                    <a:pt x="413796" y="50346"/>
                  </a:lnTo>
                  <a:cubicBezTo>
                    <a:pt x="413828" y="22622"/>
                    <a:pt x="391305" y="40"/>
                    <a:pt x="363577" y="0"/>
                  </a:cubicBezTo>
                  <a:lnTo>
                    <a:pt x="363514" y="0"/>
                  </a:lnTo>
                  <a:cubicBezTo>
                    <a:pt x="348025" y="0"/>
                    <a:pt x="333638" y="6969"/>
                    <a:pt x="324065" y="19094"/>
                  </a:cubicBezTo>
                  <a:lnTo>
                    <a:pt x="10960" y="413616"/>
                  </a:lnTo>
                  <a:cubicBezTo>
                    <a:pt x="2593" y="424120"/>
                    <a:pt x="-1184" y="437259"/>
                    <a:pt x="325" y="450606"/>
                  </a:cubicBezTo>
                  <a:cubicBezTo>
                    <a:pt x="1834" y="463953"/>
                    <a:pt x="8461" y="475911"/>
                    <a:pt x="18960" y="484269"/>
                  </a:cubicBezTo>
                  <a:cubicBezTo>
                    <a:pt x="27822" y="491341"/>
                    <a:pt x="38943" y="495220"/>
                    <a:pt x="50256" y="495220"/>
                  </a:cubicBezTo>
                  <a:lnTo>
                    <a:pt x="313119" y="495220"/>
                  </a:lnTo>
                  <a:lnTo>
                    <a:pt x="313119" y="697315"/>
                  </a:lnTo>
                  <a:cubicBezTo>
                    <a:pt x="313127" y="718693"/>
                    <a:pt x="326707" y="737762"/>
                    <a:pt x="346827" y="744747"/>
                  </a:cubicBezTo>
                  <a:cubicBezTo>
                    <a:pt x="352184" y="746647"/>
                    <a:pt x="357789" y="747613"/>
                    <a:pt x="363490" y="747613"/>
                  </a:cubicBezTo>
                  <a:cubicBezTo>
                    <a:pt x="378899" y="747589"/>
                    <a:pt x="393261" y="740684"/>
                    <a:pt x="402922" y="728622"/>
                  </a:cubicBezTo>
                  <a:lnTo>
                    <a:pt x="715996" y="333981"/>
                  </a:lnTo>
                  <a:cubicBezTo>
                    <a:pt x="727860" y="318999"/>
                    <a:pt x="730175" y="298196"/>
                    <a:pt x="721880" y="280962"/>
                  </a:cubicBezTo>
                  <a:close/>
                  <a:moveTo>
                    <a:pt x="697234" y="319102"/>
                  </a:moveTo>
                  <a:lnTo>
                    <a:pt x="384200" y="713703"/>
                  </a:lnTo>
                  <a:cubicBezTo>
                    <a:pt x="377278" y="722332"/>
                    <a:pt x="365430" y="725948"/>
                    <a:pt x="354763" y="722164"/>
                  </a:cubicBezTo>
                  <a:cubicBezTo>
                    <a:pt x="344184" y="718493"/>
                    <a:pt x="337079" y="708507"/>
                    <a:pt x="337071" y="697315"/>
                  </a:cubicBezTo>
                  <a:lnTo>
                    <a:pt x="337071" y="483255"/>
                  </a:lnTo>
                  <a:cubicBezTo>
                    <a:pt x="337071" y="476646"/>
                    <a:pt x="331713" y="471282"/>
                    <a:pt x="325095" y="471282"/>
                  </a:cubicBezTo>
                  <a:lnTo>
                    <a:pt x="50360" y="471282"/>
                  </a:lnTo>
                  <a:cubicBezTo>
                    <a:pt x="44324" y="471225"/>
                    <a:pt x="38552" y="469262"/>
                    <a:pt x="33889" y="465542"/>
                  </a:cubicBezTo>
                  <a:cubicBezTo>
                    <a:pt x="28388" y="461167"/>
                    <a:pt x="24915" y="454901"/>
                    <a:pt x="24125" y="447917"/>
                  </a:cubicBezTo>
                  <a:cubicBezTo>
                    <a:pt x="23335" y="440924"/>
                    <a:pt x="25307" y="434051"/>
                    <a:pt x="29706" y="428526"/>
                  </a:cubicBezTo>
                  <a:lnTo>
                    <a:pt x="342843" y="33966"/>
                  </a:lnTo>
                  <a:cubicBezTo>
                    <a:pt x="347865" y="27604"/>
                    <a:pt x="355394" y="23955"/>
                    <a:pt x="363505" y="23955"/>
                  </a:cubicBezTo>
                  <a:lnTo>
                    <a:pt x="363537" y="23955"/>
                  </a:lnTo>
                  <a:cubicBezTo>
                    <a:pt x="378060" y="23980"/>
                    <a:pt x="389860" y="35802"/>
                    <a:pt x="389837" y="50338"/>
                  </a:cubicBezTo>
                  <a:lnTo>
                    <a:pt x="389837" y="264478"/>
                  </a:lnTo>
                  <a:cubicBezTo>
                    <a:pt x="389837" y="271088"/>
                    <a:pt x="395193" y="276452"/>
                    <a:pt x="401812" y="276452"/>
                  </a:cubicBezTo>
                  <a:lnTo>
                    <a:pt x="676579" y="276452"/>
                  </a:lnTo>
                  <a:cubicBezTo>
                    <a:pt x="686631" y="276452"/>
                    <a:pt x="695940" y="282295"/>
                    <a:pt x="700307" y="291355"/>
                  </a:cubicBezTo>
                  <a:cubicBezTo>
                    <a:pt x="704642" y="300375"/>
                    <a:pt x="703437" y="311271"/>
                    <a:pt x="697234" y="31911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4545CD4-18A3-C4C2-F75D-022446B11B8B}"/>
              </a:ext>
            </a:extLst>
          </p:cNvPr>
          <p:cNvGrpSpPr/>
          <p:nvPr/>
        </p:nvGrpSpPr>
        <p:grpSpPr>
          <a:xfrm>
            <a:off x="715958" y="1384438"/>
            <a:ext cx="7043024" cy="2211559"/>
            <a:chOff x="479424" y="1843925"/>
            <a:chExt cx="3405601" cy="1916061"/>
          </a:xfrm>
        </p:grpSpPr>
        <p:sp>
          <p:nvSpPr>
            <p:cNvPr id="18" name="Textplatzhalter 12">
              <a:extLst>
                <a:ext uri="{FF2B5EF4-FFF2-40B4-BE49-F238E27FC236}">
                  <a16:creationId xmlns:a16="http://schemas.microsoft.com/office/drawing/2014/main" id="{7ACD9F54-6D2D-D997-2A32-358A1E977158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1436354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numCol="2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Eingleisige Eisenbahnlinien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Mehrere Bahnhöfe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Fahrtzeiten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60-Minuten-Takt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Von beiden Seiten befahren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 err="1">
                  <a:latin typeface="BarmeniaGothaer Offc" panose="020B0503020204020204" pitchFamily="34" charset="0"/>
                </a:rPr>
                <a:t>Umstiegszeit</a:t>
              </a:r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17" name="Textplatzhalter 31">
              <a:extLst>
                <a:ext uri="{FF2B5EF4-FFF2-40B4-BE49-F238E27FC236}">
                  <a16:creationId xmlns:a16="http://schemas.microsoft.com/office/drawing/2014/main" id="{774E807D-CCA1-2405-278B-46F2F83D0F05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5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MATSE Eisenbahngesellschaft</a:t>
              </a:r>
            </a:p>
          </p:txBody>
        </p:sp>
      </p:grpSp>
      <p:sp>
        <p:nvSpPr>
          <p:cNvPr id="8" name="Titel 7">
            <a:extLst>
              <a:ext uri="{FF2B5EF4-FFF2-40B4-BE49-F238E27FC236}">
                <a16:creationId xmlns:a16="http://schemas.microsoft.com/office/drawing/2014/main" id="{9486B2FB-FB3B-AC5A-F496-1BA9FBC9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Problemstellung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D650D07-CBE3-38E7-96C8-913DB9AD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2C586D-C35C-8B03-F3AF-753A6F29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0B6C6DF-E68D-C94E-1AA9-6F63F2477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29" name="Grafik 28" descr="Schulgebäude mit einfarbiger Füllung">
            <a:extLst>
              <a:ext uri="{FF2B5EF4-FFF2-40B4-BE49-F238E27FC236}">
                <a16:creationId xmlns:a16="http://schemas.microsoft.com/office/drawing/2014/main" id="{2ED489E3-CDD7-5BB8-DBF1-E380948C5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0" y="4367782"/>
            <a:ext cx="1549285" cy="1549285"/>
          </a:xfrm>
          <a:prstGeom prst="rect">
            <a:avLst/>
          </a:prstGeom>
        </p:spPr>
      </p:pic>
      <p:pic>
        <p:nvPicPr>
          <p:cNvPr id="31" name="Grafik 30" descr="Schulgebäude mit einfarbiger Füllung">
            <a:extLst>
              <a:ext uri="{FF2B5EF4-FFF2-40B4-BE49-F238E27FC236}">
                <a16:creationId xmlns:a16="http://schemas.microsoft.com/office/drawing/2014/main" id="{0816535F-61AF-21D8-83BB-64020F07D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385" y="4256886"/>
            <a:ext cx="1549285" cy="1549285"/>
          </a:xfrm>
          <a:prstGeom prst="rect">
            <a:avLst/>
          </a:prstGeom>
        </p:spPr>
      </p:pic>
      <p:sp>
        <p:nvSpPr>
          <p:cNvPr id="57" name="Rechteck 56">
            <a:extLst>
              <a:ext uri="{FF2B5EF4-FFF2-40B4-BE49-F238E27FC236}">
                <a16:creationId xmlns:a16="http://schemas.microsoft.com/office/drawing/2014/main" id="{1F7590C4-E39D-1C22-FD49-7848FA8D8E84}"/>
              </a:ext>
            </a:extLst>
          </p:cNvPr>
          <p:cNvSpPr/>
          <p:nvPr/>
        </p:nvSpPr>
        <p:spPr>
          <a:xfrm>
            <a:off x="482578" y="3905383"/>
            <a:ext cx="6767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76A18AF9-6D5A-F165-06EA-E1E8E8EB0A2E}"/>
              </a:ext>
            </a:extLst>
          </p:cNvPr>
          <p:cNvSpPr/>
          <p:nvPr/>
        </p:nvSpPr>
        <p:spPr>
          <a:xfrm>
            <a:off x="11024619" y="3790247"/>
            <a:ext cx="6848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F32B8620-AD71-E115-A0BF-0B01D8ED05BA}"/>
              </a:ext>
            </a:extLst>
          </p:cNvPr>
          <p:cNvGrpSpPr/>
          <p:nvPr/>
        </p:nvGrpSpPr>
        <p:grpSpPr>
          <a:xfrm>
            <a:off x="8881042" y="4828713"/>
            <a:ext cx="1521228" cy="654804"/>
            <a:chOff x="1953492" y="4934075"/>
            <a:chExt cx="1521228" cy="654804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2E8E84AF-F992-B040-D297-A55319766A97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04651AD1-1E67-0CCB-D293-C54B80A693A5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83C4E1C8-0DBE-4CEB-9FA0-86BBBD1EBAA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5E0FBC3E-265B-FA04-E4F4-6484A60BEFD5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96289157-0795-4323-E0BA-D96C444D0C2D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BD9C5486-2F1A-62B5-8EBF-DCA843EB7B0C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15CAD4A6-8EDC-C06C-2A5B-AA0E5DE1F5CB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F68AAADC-550A-09C2-A3C2-CFD6DCDD5D7E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439BD5C4-16B8-88F1-12D9-8B6CE4DC897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9EFEB2A5-DE31-F073-865A-9B27E9B7F4DC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A7485BA5-E70E-595A-F22E-F9BB710B2FB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491463E6-0C30-908B-208D-BA6314A4A69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DB373A49-FD72-A579-0D79-5D8E5DEA50B5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A54ED651-95DE-10A1-28A0-A35F8045B29E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13FD1C2C-B888-C3A6-0246-DBE571980A9C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A9F4D9F5-9275-49DA-BB6E-CB2A5C9F33FF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345021A2-4489-22D9-5A2F-D6B1C8E6B830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F3C01468-D5AF-640A-BB33-ECC9F10342DD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E86BFD71-E0B1-0ACB-E000-02521209D9F4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27B5F3F4-ED1E-563B-46C8-B851F922EA31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65EB1C48-29E0-1702-7246-0E4673212A2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81872361-6028-4D43-45F8-AF2611A93B8B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E46BBA30-D37E-F489-37B3-261A4DFDCEC4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E1FEA383-11BF-3217-A3D0-A48DF533FA85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9D192E12-CB97-A416-B2FB-CAE79579866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3037E7F4-2F98-B6A5-FDFB-CE8259748A88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29AA7CEB-F5DB-F0B3-26E4-FE59F639D099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58DDC4BD-74D0-5ED2-9688-293BA8D9F4D6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816E44DA-49CA-DE56-0CCA-4626E026FA15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9E0BDD96-E479-CAB6-0DE4-936091B9D82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95C99009-0E27-84D4-DDF8-6470E5B981D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75" name="Rechteck 74">
            <a:extLst>
              <a:ext uri="{FF2B5EF4-FFF2-40B4-BE49-F238E27FC236}">
                <a16:creationId xmlns:a16="http://schemas.microsoft.com/office/drawing/2014/main" id="{9EA5D58B-4B14-25D6-72F8-E6650C4601F7}"/>
              </a:ext>
            </a:extLst>
          </p:cNvPr>
          <p:cNvSpPr/>
          <p:nvPr/>
        </p:nvSpPr>
        <p:spPr>
          <a:xfrm>
            <a:off x="1634490" y="5562600"/>
            <a:ext cx="8911590" cy="45719"/>
          </a:xfrm>
          <a:prstGeom prst="rect">
            <a:avLst/>
          </a:prstGeom>
          <a:solidFill>
            <a:schemeClr val="tx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131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7F6A9-518F-D5D0-28D5-45E37A44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9BBDEF09-7CE7-A3D4-65C0-E75DACEFEAE8}"/>
              </a:ext>
            </a:extLst>
          </p:cNvPr>
          <p:cNvGrpSpPr/>
          <p:nvPr/>
        </p:nvGrpSpPr>
        <p:grpSpPr>
          <a:xfrm>
            <a:off x="8849632" y="1376363"/>
            <a:ext cx="2174987" cy="2188274"/>
            <a:chOff x="479423" y="1843926"/>
            <a:chExt cx="3405603" cy="2411220"/>
          </a:xfrm>
        </p:grpSpPr>
        <p:sp>
          <p:nvSpPr>
            <p:cNvPr id="77" name="Textplatzhalter 31">
              <a:extLst>
                <a:ext uri="{FF2B5EF4-FFF2-40B4-BE49-F238E27FC236}">
                  <a16:creationId xmlns:a16="http://schemas.microsoft.com/office/drawing/2014/main" id="{8DF01B08-EAC7-8C89-3D6A-532B8A6EF05B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1" cy="479705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Beispiel Eingabe</a:t>
              </a:r>
            </a:p>
          </p:txBody>
        </p:sp>
        <p:sp>
          <p:nvSpPr>
            <p:cNvPr id="78" name="Textplatzhalter 12">
              <a:extLst>
                <a:ext uri="{FF2B5EF4-FFF2-40B4-BE49-F238E27FC236}">
                  <a16:creationId xmlns:a16="http://schemas.microsoft.com/office/drawing/2014/main" id="{92F3BE9B-D5D3-6F09-4260-4547ED7D2342}"/>
                </a:ext>
              </a:extLst>
            </p:cNvPr>
            <p:cNvSpPr txBox="1">
              <a:spLocks/>
            </p:cNvSpPr>
            <p:nvPr/>
          </p:nvSpPr>
          <p:spPr>
            <a:xfrm>
              <a:off x="479423" y="2323631"/>
              <a:ext cx="3405600" cy="1931515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de-DE" dirty="0"/>
                <a:t>Strecke:</a:t>
              </a:r>
              <a:br>
                <a:rPr lang="de-DE" dirty="0"/>
              </a:br>
              <a:r>
                <a:rPr lang="de-DE" dirty="0"/>
                <a:t>A B C</a:t>
              </a:r>
              <a:br>
                <a:rPr lang="de-DE" dirty="0"/>
              </a:br>
              <a:br>
                <a:rPr lang="de-DE" dirty="0"/>
              </a:br>
              <a:r>
                <a:rPr lang="de-DE" dirty="0" err="1"/>
                <a:t>Abstaende</a:t>
              </a:r>
              <a:r>
                <a:rPr lang="de-DE" dirty="0"/>
                <a:t>:</a:t>
              </a:r>
              <a:br>
                <a:rPr lang="de-DE" dirty="0"/>
              </a:br>
              <a:r>
                <a:rPr lang="de-DE" dirty="0"/>
                <a:t>5 7</a:t>
              </a:r>
              <a:br>
                <a:rPr lang="de-DE" dirty="0"/>
              </a:br>
              <a:br>
                <a:rPr lang="de-DE" dirty="0"/>
              </a:br>
              <a:r>
                <a:rPr lang="de-DE" dirty="0"/>
                <a:t>Start Hinfahrt:</a:t>
              </a:r>
              <a:br>
                <a:rPr lang="de-DE" dirty="0"/>
              </a:br>
              <a:r>
                <a:rPr lang="de-DE" dirty="0"/>
                <a:t>17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94A1685E-21BA-1EC6-755C-B6A2CEDD23C2}"/>
              </a:ext>
            </a:extLst>
          </p:cNvPr>
          <p:cNvGrpSpPr/>
          <p:nvPr/>
        </p:nvGrpSpPr>
        <p:grpSpPr>
          <a:xfrm>
            <a:off x="2680102" y="1779260"/>
            <a:ext cx="1984034" cy="1200442"/>
            <a:chOff x="7891485" y="3103242"/>
            <a:chExt cx="1984034" cy="1200442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507E1977-72B7-1256-42D6-DA02B01F3D76}"/>
                </a:ext>
              </a:extLst>
            </p:cNvPr>
            <p:cNvGrpSpPr/>
            <p:nvPr/>
          </p:nvGrpSpPr>
          <p:grpSpPr>
            <a:xfrm>
              <a:off x="7891485" y="3103242"/>
              <a:ext cx="1984034" cy="1200442"/>
              <a:chOff x="479424" y="1843926"/>
              <a:chExt cx="2233178" cy="1171955"/>
            </a:xfrm>
          </p:grpSpPr>
          <p:sp>
            <p:nvSpPr>
              <p:cNvPr id="12" name="Textplatzhalter 31">
                <a:extLst>
                  <a:ext uri="{FF2B5EF4-FFF2-40B4-BE49-F238E27FC236}">
                    <a16:creationId xmlns:a16="http://schemas.microsoft.com/office/drawing/2014/main" id="{4796327A-31CC-6ABD-AAF6-99917564E3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425" y="1843926"/>
                <a:ext cx="2233177" cy="479706"/>
              </a:xfrm>
              <a:prstGeom prst="round2SameRect">
                <a:avLst>
                  <a:gd name="adj1" fmla="val 7958"/>
                  <a:gd name="adj2" fmla="val 0"/>
                </a:avLst>
              </a:prstGeom>
              <a:blipFill dpi="0" rotWithShape="0"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/>
                <a:tile tx="158750" ty="0" sx="70000" sy="70000" flip="none" algn="tl"/>
              </a:blipFill>
            </p:spPr>
            <p:txBody>
              <a:bodyPr lIns="503998" anchor="ctr"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400"/>
                  </a:spcAft>
                  <a:buFontTx/>
                  <a:buNone/>
                  <a:defRPr sz="1400" b="0" i="0" kern="1200">
                    <a:solidFill>
                      <a:schemeClr val="tx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20000"/>
                  </a:lnSpc>
                  <a:spcBef>
                    <a:spcPts val="200"/>
                  </a:spcBef>
                  <a:spcAft>
                    <a:spcPts val="200"/>
                  </a:spcAft>
                  <a:buSzPct val="100000"/>
                  <a:buFontTx/>
                  <a:buNone/>
                  <a:defRPr sz="11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lnSpc>
                    <a:spcPct val="90000"/>
                  </a:lnSpc>
                  <a:spcBef>
                    <a:spcPts val="1600"/>
                  </a:spcBef>
                  <a:spcAft>
                    <a:spcPts val="800"/>
                  </a:spcAft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3pPr>
                <a:lvl4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3"/>
                  </a:buBlip>
                  <a:defRPr sz="12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5pPr>
                <a:lvl6pPr marL="172800" indent="-1728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bg1"/>
                  </a:buClr>
                  <a:buFont typeface="BarmeniaGothaer Offc" panose="020B0604020202020204" pitchFamily="34" charset="0"/>
                  <a:buChar char="•"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1600"/>
                  </a:spcAft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7pPr>
                <a:lvl8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4"/>
                  </a:buBlip>
                  <a:defRPr sz="12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dirty="0">
                    <a:latin typeface="BarmeniaGothaer Offc Medium" panose="020B0603020204020204" pitchFamily="34" charset="0"/>
                  </a:rPr>
                  <a:t>Problem</a:t>
                </a:r>
              </a:p>
            </p:txBody>
          </p:sp>
          <p:sp>
            <p:nvSpPr>
              <p:cNvPr id="13" name="Textplatzhalter 12">
                <a:extLst>
                  <a:ext uri="{FF2B5EF4-FFF2-40B4-BE49-F238E27FC236}">
                    <a16:creationId xmlns:a16="http://schemas.microsoft.com/office/drawing/2014/main" id="{598BC7EE-24E1-7848-2E32-B91810EBE9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424" y="2323632"/>
                <a:ext cx="2233177" cy="692249"/>
              </a:xfrm>
              <a:prstGeom prst="round2SameRect">
                <a:avLst>
                  <a:gd name="adj1" fmla="val 0"/>
                  <a:gd name="adj2" fmla="val 1154"/>
                </a:avLst>
              </a:prstGeom>
              <a:solidFill>
                <a:schemeClr val="tx1"/>
              </a:solidFill>
            </p:spPr>
            <p:txBody>
              <a:bodyPr vert="horz" lIns="251999" tIns="251999" rIns="251999" bIns="251999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1pPr>
                <a:lvl2pPr marL="171450" indent="-17145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00000"/>
                  <a:buFont typeface="BarmeniaGothaer Offc"/>
                  <a:buChar char="•"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lnSpc>
                    <a:spcPct val="90000"/>
                  </a:lnSpc>
                  <a:spcBef>
                    <a:spcPts val="1600"/>
                  </a:spcBef>
                  <a:spcAft>
                    <a:spcPts val="800"/>
                  </a:spcAft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3pPr>
                <a:lvl4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4"/>
                  </a:buBlip>
                  <a:defRPr sz="12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5pPr>
                <a:lvl6pPr marL="172800" indent="-1728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bg1"/>
                  </a:buClr>
                  <a:buFont typeface="BarmeniaGothaer Offc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1600"/>
                  </a:spcAft>
                  <a:buFontTx/>
                  <a:buNone/>
                  <a:defRPr sz="18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7pPr>
                <a:lvl8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3"/>
                  </a:buBlip>
                  <a:defRPr sz="1200" b="0" i="0" kern="1200">
                    <a:solidFill>
                      <a:schemeClr val="tx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9pPr>
              </a:lstStyle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de-DE" dirty="0">
                    <a:latin typeface="BarmeniaGothaer Offc" panose="020B0503020204020204" pitchFamily="34" charset="0"/>
                  </a:rPr>
                  <a:t>Kollisionen  </a:t>
                </a:r>
              </a:p>
            </p:txBody>
          </p:sp>
        </p:grpSp>
        <p:sp>
          <p:nvSpPr>
            <p:cNvPr id="11" name="Freihandform 13">
              <a:extLst>
                <a:ext uri="{FF2B5EF4-FFF2-40B4-BE49-F238E27FC236}">
                  <a16:creationId xmlns:a16="http://schemas.microsoft.com/office/drawing/2014/main" id="{C4A86C4C-E97F-FFB7-588B-1BC15BE91A53}"/>
                </a:ext>
              </a:extLst>
            </p:cNvPr>
            <p:cNvSpPr/>
            <p:nvPr/>
          </p:nvSpPr>
          <p:spPr>
            <a:xfrm rot="913896">
              <a:off x="9227134" y="3776115"/>
              <a:ext cx="257697" cy="352669"/>
            </a:xfrm>
            <a:custGeom>
              <a:avLst/>
              <a:gdLst>
                <a:gd name="connsiteX0" fmla="*/ 721896 w 726808"/>
                <a:gd name="connsiteY0" fmla="*/ 280962 h 747612"/>
                <a:gd name="connsiteX1" fmla="*/ 676595 w 726808"/>
                <a:gd name="connsiteY1" fmla="*/ 252496 h 747612"/>
                <a:gd name="connsiteX2" fmla="*/ 413796 w 726808"/>
                <a:gd name="connsiteY2" fmla="*/ 252496 h 747612"/>
                <a:gd name="connsiteX3" fmla="*/ 413796 w 726808"/>
                <a:gd name="connsiteY3" fmla="*/ 50346 h 747612"/>
                <a:gd name="connsiteX4" fmla="*/ 363577 w 726808"/>
                <a:gd name="connsiteY4" fmla="*/ 0 h 747612"/>
                <a:gd name="connsiteX5" fmla="*/ 363514 w 726808"/>
                <a:gd name="connsiteY5" fmla="*/ 0 h 747612"/>
                <a:gd name="connsiteX6" fmla="*/ 324065 w 726808"/>
                <a:gd name="connsiteY6" fmla="*/ 19094 h 747612"/>
                <a:gd name="connsiteX7" fmla="*/ 10960 w 726808"/>
                <a:gd name="connsiteY7" fmla="*/ 413616 h 747612"/>
                <a:gd name="connsiteX8" fmla="*/ 325 w 726808"/>
                <a:gd name="connsiteY8" fmla="*/ 450606 h 747612"/>
                <a:gd name="connsiteX9" fmla="*/ 18960 w 726808"/>
                <a:gd name="connsiteY9" fmla="*/ 484269 h 747612"/>
                <a:gd name="connsiteX10" fmla="*/ 50256 w 726808"/>
                <a:gd name="connsiteY10" fmla="*/ 495220 h 747612"/>
                <a:gd name="connsiteX11" fmla="*/ 313119 w 726808"/>
                <a:gd name="connsiteY11" fmla="*/ 495220 h 747612"/>
                <a:gd name="connsiteX12" fmla="*/ 313119 w 726808"/>
                <a:gd name="connsiteY12" fmla="*/ 697315 h 747612"/>
                <a:gd name="connsiteX13" fmla="*/ 346827 w 726808"/>
                <a:gd name="connsiteY13" fmla="*/ 744747 h 747612"/>
                <a:gd name="connsiteX14" fmla="*/ 363490 w 726808"/>
                <a:gd name="connsiteY14" fmla="*/ 747613 h 747612"/>
                <a:gd name="connsiteX15" fmla="*/ 402922 w 726808"/>
                <a:gd name="connsiteY15" fmla="*/ 728622 h 747612"/>
                <a:gd name="connsiteX16" fmla="*/ 715996 w 726808"/>
                <a:gd name="connsiteY16" fmla="*/ 333981 h 747612"/>
                <a:gd name="connsiteX17" fmla="*/ 721880 w 726808"/>
                <a:gd name="connsiteY17" fmla="*/ 280962 h 747612"/>
                <a:gd name="connsiteX18" fmla="*/ 697234 w 726808"/>
                <a:gd name="connsiteY18" fmla="*/ 319102 h 747612"/>
                <a:gd name="connsiteX19" fmla="*/ 384200 w 726808"/>
                <a:gd name="connsiteY19" fmla="*/ 713703 h 747612"/>
                <a:gd name="connsiteX20" fmla="*/ 354763 w 726808"/>
                <a:gd name="connsiteY20" fmla="*/ 722164 h 747612"/>
                <a:gd name="connsiteX21" fmla="*/ 337071 w 726808"/>
                <a:gd name="connsiteY21" fmla="*/ 697315 h 747612"/>
                <a:gd name="connsiteX22" fmla="*/ 337071 w 726808"/>
                <a:gd name="connsiteY22" fmla="*/ 483255 h 747612"/>
                <a:gd name="connsiteX23" fmla="*/ 325095 w 726808"/>
                <a:gd name="connsiteY23" fmla="*/ 471282 h 747612"/>
                <a:gd name="connsiteX24" fmla="*/ 50360 w 726808"/>
                <a:gd name="connsiteY24" fmla="*/ 471282 h 747612"/>
                <a:gd name="connsiteX25" fmla="*/ 33889 w 726808"/>
                <a:gd name="connsiteY25" fmla="*/ 465542 h 747612"/>
                <a:gd name="connsiteX26" fmla="*/ 24125 w 726808"/>
                <a:gd name="connsiteY26" fmla="*/ 447917 h 747612"/>
                <a:gd name="connsiteX27" fmla="*/ 29706 w 726808"/>
                <a:gd name="connsiteY27" fmla="*/ 428526 h 747612"/>
                <a:gd name="connsiteX28" fmla="*/ 342843 w 726808"/>
                <a:gd name="connsiteY28" fmla="*/ 33966 h 747612"/>
                <a:gd name="connsiteX29" fmla="*/ 363505 w 726808"/>
                <a:gd name="connsiteY29" fmla="*/ 23955 h 747612"/>
                <a:gd name="connsiteX30" fmla="*/ 363537 w 726808"/>
                <a:gd name="connsiteY30" fmla="*/ 23955 h 747612"/>
                <a:gd name="connsiteX31" fmla="*/ 389837 w 726808"/>
                <a:gd name="connsiteY31" fmla="*/ 50338 h 747612"/>
                <a:gd name="connsiteX32" fmla="*/ 389837 w 726808"/>
                <a:gd name="connsiteY32" fmla="*/ 264478 h 747612"/>
                <a:gd name="connsiteX33" fmla="*/ 401812 w 726808"/>
                <a:gd name="connsiteY33" fmla="*/ 276452 h 747612"/>
                <a:gd name="connsiteX34" fmla="*/ 676579 w 726808"/>
                <a:gd name="connsiteY34" fmla="*/ 276452 h 747612"/>
                <a:gd name="connsiteX35" fmla="*/ 700307 w 726808"/>
                <a:gd name="connsiteY35" fmla="*/ 291355 h 747612"/>
                <a:gd name="connsiteX36" fmla="*/ 697234 w 726808"/>
                <a:gd name="connsiteY36" fmla="*/ 319111 h 747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26808" h="747612">
                  <a:moveTo>
                    <a:pt x="721896" y="280962"/>
                  </a:moveTo>
                  <a:cubicBezTo>
                    <a:pt x="713568" y="263663"/>
                    <a:pt x="695780" y="252496"/>
                    <a:pt x="676595" y="252496"/>
                  </a:cubicBezTo>
                  <a:lnTo>
                    <a:pt x="413796" y="252496"/>
                  </a:lnTo>
                  <a:lnTo>
                    <a:pt x="413796" y="50346"/>
                  </a:lnTo>
                  <a:cubicBezTo>
                    <a:pt x="413828" y="22622"/>
                    <a:pt x="391305" y="40"/>
                    <a:pt x="363577" y="0"/>
                  </a:cubicBezTo>
                  <a:lnTo>
                    <a:pt x="363514" y="0"/>
                  </a:lnTo>
                  <a:cubicBezTo>
                    <a:pt x="348025" y="0"/>
                    <a:pt x="333638" y="6969"/>
                    <a:pt x="324065" y="19094"/>
                  </a:cubicBezTo>
                  <a:lnTo>
                    <a:pt x="10960" y="413616"/>
                  </a:lnTo>
                  <a:cubicBezTo>
                    <a:pt x="2593" y="424120"/>
                    <a:pt x="-1184" y="437259"/>
                    <a:pt x="325" y="450606"/>
                  </a:cubicBezTo>
                  <a:cubicBezTo>
                    <a:pt x="1834" y="463953"/>
                    <a:pt x="8461" y="475911"/>
                    <a:pt x="18960" y="484269"/>
                  </a:cubicBezTo>
                  <a:cubicBezTo>
                    <a:pt x="27822" y="491341"/>
                    <a:pt x="38943" y="495220"/>
                    <a:pt x="50256" y="495220"/>
                  </a:cubicBezTo>
                  <a:lnTo>
                    <a:pt x="313119" y="495220"/>
                  </a:lnTo>
                  <a:lnTo>
                    <a:pt x="313119" y="697315"/>
                  </a:lnTo>
                  <a:cubicBezTo>
                    <a:pt x="313127" y="718693"/>
                    <a:pt x="326707" y="737762"/>
                    <a:pt x="346827" y="744747"/>
                  </a:cubicBezTo>
                  <a:cubicBezTo>
                    <a:pt x="352184" y="746647"/>
                    <a:pt x="357789" y="747613"/>
                    <a:pt x="363490" y="747613"/>
                  </a:cubicBezTo>
                  <a:cubicBezTo>
                    <a:pt x="378899" y="747589"/>
                    <a:pt x="393261" y="740684"/>
                    <a:pt x="402922" y="728622"/>
                  </a:cubicBezTo>
                  <a:lnTo>
                    <a:pt x="715996" y="333981"/>
                  </a:lnTo>
                  <a:cubicBezTo>
                    <a:pt x="727860" y="318999"/>
                    <a:pt x="730175" y="298196"/>
                    <a:pt x="721880" y="280962"/>
                  </a:cubicBezTo>
                  <a:close/>
                  <a:moveTo>
                    <a:pt x="697234" y="319102"/>
                  </a:moveTo>
                  <a:lnTo>
                    <a:pt x="384200" y="713703"/>
                  </a:lnTo>
                  <a:cubicBezTo>
                    <a:pt x="377278" y="722332"/>
                    <a:pt x="365430" y="725948"/>
                    <a:pt x="354763" y="722164"/>
                  </a:cubicBezTo>
                  <a:cubicBezTo>
                    <a:pt x="344184" y="718493"/>
                    <a:pt x="337079" y="708507"/>
                    <a:pt x="337071" y="697315"/>
                  </a:cubicBezTo>
                  <a:lnTo>
                    <a:pt x="337071" y="483255"/>
                  </a:lnTo>
                  <a:cubicBezTo>
                    <a:pt x="337071" y="476646"/>
                    <a:pt x="331713" y="471282"/>
                    <a:pt x="325095" y="471282"/>
                  </a:cubicBezTo>
                  <a:lnTo>
                    <a:pt x="50360" y="471282"/>
                  </a:lnTo>
                  <a:cubicBezTo>
                    <a:pt x="44324" y="471225"/>
                    <a:pt x="38552" y="469262"/>
                    <a:pt x="33889" y="465542"/>
                  </a:cubicBezTo>
                  <a:cubicBezTo>
                    <a:pt x="28388" y="461167"/>
                    <a:pt x="24915" y="454901"/>
                    <a:pt x="24125" y="447917"/>
                  </a:cubicBezTo>
                  <a:cubicBezTo>
                    <a:pt x="23335" y="440924"/>
                    <a:pt x="25307" y="434051"/>
                    <a:pt x="29706" y="428526"/>
                  </a:cubicBezTo>
                  <a:lnTo>
                    <a:pt x="342843" y="33966"/>
                  </a:lnTo>
                  <a:cubicBezTo>
                    <a:pt x="347865" y="27604"/>
                    <a:pt x="355394" y="23955"/>
                    <a:pt x="363505" y="23955"/>
                  </a:cubicBezTo>
                  <a:lnTo>
                    <a:pt x="363537" y="23955"/>
                  </a:lnTo>
                  <a:cubicBezTo>
                    <a:pt x="378060" y="23980"/>
                    <a:pt x="389860" y="35802"/>
                    <a:pt x="389837" y="50338"/>
                  </a:cubicBezTo>
                  <a:lnTo>
                    <a:pt x="389837" y="264478"/>
                  </a:lnTo>
                  <a:cubicBezTo>
                    <a:pt x="389837" y="271088"/>
                    <a:pt x="395193" y="276452"/>
                    <a:pt x="401812" y="276452"/>
                  </a:cubicBezTo>
                  <a:lnTo>
                    <a:pt x="676579" y="276452"/>
                  </a:lnTo>
                  <a:cubicBezTo>
                    <a:pt x="686631" y="276452"/>
                    <a:pt x="695940" y="282295"/>
                    <a:pt x="700307" y="291355"/>
                  </a:cubicBezTo>
                  <a:cubicBezTo>
                    <a:pt x="704642" y="300375"/>
                    <a:pt x="703437" y="311271"/>
                    <a:pt x="697234" y="31911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B8158B1-F0D8-C08F-C23E-CECF9FD051E5}"/>
              </a:ext>
            </a:extLst>
          </p:cNvPr>
          <p:cNvGrpSpPr/>
          <p:nvPr/>
        </p:nvGrpSpPr>
        <p:grpSpPr>
          <a:xfrm>
            <a:off x="715958" y="1384438"/>
            <a:ext cx="7043024" cy="2211559"/>
            <a:chOff x="479424" y="1843925"/>
            <a:chExt cx="3405601" cy="1916061"/>
          </a:xfrm>
        </p:grpSpPr>
        <p:sp>
          <p:nvSpPr>
            <p:cNvPr id="18" name="Textplatzhalter 12">
              <a:extLst>
                <a:ext uri="{FF2B5EF4-FFF2-40B4-BE49-F238E27FC236}">
                  <a16:creationId xmlns:a16="http://schemas.microsoft.com/office/drawing/2014/main" id="{0DF17592-C036-ED7F-E554-F259F89C7454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1436354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numCol="2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Eingleisige Eisenbahnlinien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Mehrere Bahnhöfe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Fahrtzeiten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60-Minuten-Takt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Von beiden Seiten befahren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 err="1">
                  <a:latin typeface="BarmeniaGothaer Offc" panose="020B0503020204020204" pitchFamily="34" charset="0"/>
                </a:rPr>
                <a:t>Umstiegszeit</a:t>
              </a:r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17" name="Textplatzhalter 31">
              <a:extLst>
                <a:ext uri="{FF2B5EF4-FFF2-40B4-BE49-F238E27FC236}">
                  <a16:creationId xmlns:a16="http://schemas.microsoft.com/office/drawing/2014/main" id="{237242DA-1CBB-408C-237B-9B311BBDAF6D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5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MATSE Eisenbahngesellschaft</a:t>
              </a:r>
            </a:p>
          </p:txBody>
        </p:sp>
      </p:grpSp>
      <p:sp>
        <p:nvSpPr>
          <p:cNvPr id="8" name="Titel 7">
            <a:extLst>
              <a:ext uri="{FF2B5EF4-FFF2-40B4-BE49-F238E27FC236}">
                <a16:creationId xmlns:a16="http://schemas.microsoft.com/office/drawing/2014/main" id="{29E81238-7674-C337-0F18-0144F030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Problemstellung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16A196A-2904-E444-279B-96FFAC4A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E2482E-A41F-1FD1-56E3-8B558DEEE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84B0B2-84B7-DADD-FAE9-7DC666BD5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9</a:t>
            </a:fld>
            <a:endParaRPr lang="de-DE" dirty="0"/>
          </a:p>
        </p:txBody>
      </p:sp>
      <p:pic>
        <p:nvPicPr>
          <p:cNvPr id="29" name="Grafik 28" descr="Schulgebäude mit einfarbiger Füllung">
            <a:extLst>
              <a:ext uri="{FF2B5EF4-FFF2-40B4-BE49-F238E27FC236}">
                <a16:creationId xmlns:a16="http://schemas.microsoft.com/office/drawing/2014/main" id="{DDD3EC42-EBA0-A919-8BB1-298C69C5F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0" y="4367782"/>
            <a:ext cx="1549285" cy="1549285"/>
          </a:xfrm>
          <a:prstGeom prst="rect">
            <a:avLst/>
          </a:prstGeom>
        </p:spPr>
      </p:pic>
      <p:pic>
        <p:nvPicPr>
          <p:cNvPr id="31" name="Grafik 30" descr="Schulgebäude mit einfarbiger Füllung">
            <a:extLst>
              <a:ext uri="{FF2B5EF4-FFF2-40B4-BE49-F238E27FC236}">
                <a16:creationId xmlns:a16="http://schemas.microsoft.com/office/drawing/2014/main" id="{BD1E817B-7EB7-2084-9B1B-65BE12A35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385" y="4256886"/>
            <a:ext cx="1549285" cy="1549285"/>
          </a:xfrm>
          <a:prstGeom prst="rect">
            <a:avLst/>
          </a:prstGeom>
        </p:spPr>
      </p:pic>
      <p:sp>
        <p:nvSpPr>
          <p:cNvPr id="57" name="Rechteck 56">
            <a:extLst>
              <a:ext uri="{FF2B5EF4-FFF2-40B4-BE49-F238E27FC236}">
                <a16:creationId xmlns:a16="http://schemas.microsoft.com/office/drawing/2014/main" id="{9C2D086E-0501-3FE6-19B6-56DEA77A1188}"/>
              </a:ext>
            </a:extLst>
          </p:cNvPr>
          <p:cNvSpPr/>
          <p:nvPr/>
        </p:nvSpPr>
        <p:spPr>
          <a:xfrm>
            <a:off x="482578" y="3905383"/>
            <a:ext cx="6767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D6CE9630-194D-F47B-CF5E-D016E5A14B63}"/>
              </a:ext>
            </a:extLst>
          </p:cNvPr>
          <p:cNvSpPr/>
          <p:nvPr/>
        </p:nvSpPr>
        <p:spPr>
          <a:xfrm>
            <a:off x="11024619" y="3790247"/>
            <a:ext cx="6848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D7792819-4927-C8BA-0702-6AFE5C79D432}"/>
              </a:ext>
            </a:extLst>
          </p:cNvPr>
          <p:cNvGrpSpPr/>
          <p:nvPr/>
        </p:nvGrpSpPr>
        <p:grpSpPr>
          <a:xfrm flipH="1">
            <a:off x="8919142" y="4828713"/>
            <a:ext cx="1521228" cy="654804"/>
            <a:chOff x="1953492" y="4934075"/>
            <a:chExt cx="1521228" cy="654804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947BED4A-07A8-E96C-A95C-E3095B6C1341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DF65D997-D5C1-3354-3CE5-BC9022280F5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65A4AFF6-EDE3-D2E4-4688-E0DBBD4BA0F6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4010D38E-9EFA-C2B4-8CBC-18A96D8EA383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940AB7A9-0C20-7BB2-01BD-E28B2050447C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8A2373B1-0BD2-26D4-D9D4-B769279B8DC4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CB5FE4B4-B79F-0237-E84F-CCA653CB23ED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CF33AD5B-0C7A-8775-3AFD-37F4025CC67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9BC16924-C785-A4D6-CC3C-9E506E2AADE8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EA895B8B-B56A-377A-53D0-893CE22A6939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45130669-8B89-81D2-CDFC-3B48BE2E6FA6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2D2A5D16-FE14-4D0E-41F3-5733E053CF0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28EE7F8E-561F-DB6C-E1D1-C374078563BC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2137361C-616D-4932-AC41-E4410B22E70C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DA0C3BA6-F05F-9CA2-ED5E-04FC472E1240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DCA6CB95-AA84-5E36-323C-9A8CCC3FC5D6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CA4EFBE1-1563-B795-2A97-85BACBFD34C0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AB1C2F9C-D786-9B7E-BEE5-DC399044AFC0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ACE058E3-6ACC-7715-353D-DFDE3EB81322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332F1A73-70FF-A4D0-0DE0-21C8E37CC141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2F7DA7AE-3CEB-4B9E-735F-C17393554170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FD27776F-A64F-A202-B54C-4E321B6ACA53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4A89C0AB-23F1-376B-3EC1-F96F155E903A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C6465A31-C81A-BF12-7E2F-B6266BE66466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E5946DA4-9FCB-8015-6D9B-034734DE0D4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B7AED66E-5042-521D-2446-023CB2449318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770E0E15-D960-8F57-D139-9924A82855F0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24B25B79-6656-8B67-7A3B-5E4509C4003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342FB1F3-BFBF-7410-DB8E-84377453B76D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462A2AB8-4518-1E02-B0C6-0BF9A3DF09EC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122E5E33-7A1B-B0CB-EA1F-8B80D12185E9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75" name="Rechteck 74">
            <a:extLst>
              <a:ext uri="{FF2B5EF4-FFF2-40B4-BE49-F238E27FC236}">
                <a16:creationId xmlns:a16="http://schemas.microsoft.com/office/drawing/2014/main" id="{222DDE69-6E40-9D21-0AD8-C886049302CE}"/>
              </a:ext>
            </a:extLst>
          </p:cNvPr>
          <p:cNvSpPr/>
          <p:nvPr/>
        </p:nvSpPr>
        <p:spPr>
          <a:xfrm>
            <a:off x="1634490" y="5562600"/>
            <a:ext cx="8911590" cy="45719"/>
          </a:xfrm>
          <a:prstGeom prst="rect">
            <a:avLst/>
          </a:prstGeom>
          <a:solidFill>
            <a:schemeClr val="tx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44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2718-04E3-A3D6-3515-2CB80BA3A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207DA5BE-A2E9-10CB-2EB7-599837BAAB84}"/>
              </a:ext>
            </a:extLst>
          </p:cNvPr>
          <p:cNvGrpSpPr/>
          <p:nvPr/>
        </p:nvGrpSpPr>
        <p:grpSpPr>
          <a:xfrm>
            <a:off x="8849632" y="1376363"/>
            <a:ext cx="2174987" cy="2188274"/>
            <a:chOff x="479423" y="1843926"/>
            <a:chExt cx="3405603" cy="2411220"/>
          </a:xfrm>
        </p:grpSpPr>
        <p:sp>
          <p:nvSpPr>
            <p:cNvPr id="77" name="Textplatzhalter 31">
              <a:extLst>
                <a:ext uri="{FF2B5EF4-FFF2-40B4-BE49-F238E27FC236}">
                  <a16:creationId xmlns:a16="http://schemas.microsoft.com/office/drawing/2014/main" id="{404150F7-FACE-6C60-AD26-110EDFD3498A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1" cy="479705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Beispiel Eingabe</a:t>
              </a:r>
            </a:p>
          </p:txBody>
        </p:sp>
        <p:sp>
          <p:nvSpPr>
            <p:cNvPr id="78" name="Textplatzhalter 12">
              <a:extLst>
                <a:ext uri="{FF2B5EF4-FFF2-40B4-BE49-F238E27FC236}">
                  <a16:creationId xmlns:a16="http://schemas.microsoft.com/office/drawing/2014/main" id="{55D01879-0B96-785D-40A9-BD6C0CBB2A68}"/>
                </a:ext>
              </a:extLst>
            </p:cNvPr>
            <p:cNvSpPr txBox="1">
              <a:spLocks/>
            </p:cNvSpPr>
            <p:nvPr/>
          </p:nvSpPr>
          <p:spPr>
            <a:xfrm>
              <a:off x="479423" y="2323631"/>
              <a:ext cx="3405600" cy="1931515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de-DE" dirty="0"/>
                <a:t>Strecke:</a:t>
              </a:r>
              <a:br>
                <a:rPr lang="de-DE" dirty="0"/>
              </a:br>
              <a:r>
                <a:rPr lang="de-DE" dirty="0"/>
                <a:t>A B C</a:t>
              </a:r>
              <a:br>
                <a:rPr lang="de-DE" dirty="0"/>
              </a:br>
              <a:br>
                <a:rPr lang="de-DE" dirty="0"/>
              </a:br>
              <a:r>
                <a:rPr lang="de-DE" dirty="0" err="1"/>
                <a:t>Abstaende</a:t>
              </a:r>
              <a:r>
                <a:rPr lang="de-DE" dirty="0"/>
                <a:t>:</a:t>
              </a:r>
              <a:br>
                <a:rPr lang="de-DE" dirty="0"/>
              </a:br>
              <a:r>
                <a:rPr lang="de-DE" dirty="0"/>
                <a:t>5 7</a:t>
              </a:r>
              <a:br>
                <a:rPr lang="de-DE" dirty="0"/>
              </a:br>
              <a:br>
                <a:rPr lang="de-DE" dirty="0"/>
              </a:br>
              <a:r>
                <a:rPr lang="de-DE" dirty="0"/>
                <a:t>Start Hinfahrt:</a:t>
              </a:r>
              <a:br>
                <a:rPr lang="de-DE" dirty="0"/>
              </a:br>
              <a:r>
                <a:rPr lang="de-DE" dirty="0"/>
                <a:t>17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7F161E8-086D-A160-BD26-E4575222B3A0}"/>
              </a:ext>
            </a:extLst>
          </p:cNvPr>
          <p:cNvGrpSpPr/>
          <p:nvPr/>
        </p:nvGrpSpPr>
        <p:grpSpPr>
          <a:xfrm>
            <a:off x="2680102" y="1779260"/>
            <a:ext cx="1984034" cy="1200442"/>
            <a:chOff x="7891485" y="3103242"/>
            <a:chExt cx="1984034" cy="1200442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AC058953-7804-AB91-C4C0-5D578045C432}"/>
                </a:ext>
              </a:extLst>
            </p:cNvPr>
            <p:cNvGrpSpPr/>
            <p:nvPr/>
          </p:nvGrpSpPr>
          <p:grpSpPr>
            <a:xfrm>
              <a:off x="7891485" y="3103242"/>
              <a:ext cx="1984034" cy="1200442"/>
              <a:chOff x="479424" y="1843926"/>
              <a:chExt cx="2233178" cy="1171955"/>
            </a:xfrm>
          </p:grpSpPr>
          <p:sp>
            <p:nvSpPr>
              <p:cNvPr id="12" name="Textplatzhalter 31">
                <a:extLst>
                  <a:ext uri="{FF2B5EF4-FFF2-40B4-BE49-F238E27FC236}">
                    <a16:creationId xmlns:a16="http://schemas.microsoft.com/office/drawing/2014/main" id="{B7A23417-8C13-6796-DAEE-C0157C3337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425" y="1843926"/>
                <a:ext cx="2233177" cy="479706"/>
              </a:xfrm>
              <a:prstGeom prst="round2SameRect">
                <a:avLst>
                  <a:gd name="adj1" fmla="val 7958"/>
                  <a:gd name="adj2" fmla="val 0"/>
                </a:avLst>
              </a:prstGeom>
              <a:blipFill dpi="0" rotWithShape="0"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/>
                <a:tile tx="158750" ty="0" sx="70000" sy="70000" flip="none" algn="tl"/>
              </a:blipFill>
            </p:spPr>
            <p:txBody>
              <a:bodyPr lIns="503998" anchor="ctr"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400"/>
                  </a:spcAft>
                  <a:buFontTx/>
                  <a:buNone/>
                  <a:defRPr sz="1400" b="0" i="0" kern="1200">
                    <a:solidFill>
                      <a:schemeClr val="tx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20000"/>
                  </a:lnSpc>
                  <a:spcBef>
                    <a:spcPts val="200"/>
                  </a:spcBef>
                  <a:spcAft>
                    <a:spcPts val="200"/>
                  </a:spcAft>
                  <a:buSzPct val="100000"/>
                  <a:buFontTx/>
                  <a:buNone/>
                  <a:defRPr sz="11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lnSpc>
                    <a:spcPct val="90000"/>
                  </a:lnSpc>
                  <a:spcBef>
                    <a:spcPts val="1600"/>
                  </a:spcBef>
                  <a:spcAft>
                    <a:spcPts val="800"/>
                  </a:spcAft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3pPr>
                <a:lvl4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3"/>
                  </a:buBlip>
                  <a:defRPr sz="12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5pPr>
                <a:lvl6pPr marL="172800" indent="-1728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bg1"/>
                  </a:buClr>
                  <a:buFont typeface="BarmeniaGothaer Offc" panose="020B0604020202020204" pitchFamily="34" charset="0"/>
                  <a:buChar char="•"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1600"/>
                  </a:spcAft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7pPr>
                <a:lvl8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4"/>
                  </a:buBlip>
                  <a:defRPr sz="12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dirty="0">
                    <a:latin typeface="BarmeniaGothaer Offc Medium" panose="020B0603020204020204" pitchFamily="34" charset="0"/>
                  </a:rPr>
                  <a:t>Problem</a:t>
                </a:r>
              </a:p>
            </p:txBody>
          </p:sp>
          <p:sp>
            <p:nvSpPr>
              <p:cNvPr id="13" name="Textplatzhalter 12">
                <a:extLst>
                  <a:ext uri="{FF2B5EF4-FFF2-40B4-BE49-F238E27FC236}">
                    <a16:creationId xmlns:a16="http://schemas.microsoft.com/office/drawing/2014/main" id="{9CE605E5-2751-B69F-90C3-E28EE23000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424" y="2323632"/>
                <a:ext cx="2233177" cy="692249"/>
              </a:xfrm>
              <a:prstGeom prst="round2SameRect">
                <a:avLst>
                  <a:gd name="adj1" fmla="val 0"/>
                  <a:gd name="adj2" fmla="val 1154"/>
                </a:avLst>
              </a:prstGeom>
              <a:solidFill>
                <a:schemeClr val="tx1"/>
              </a:solidFill>
            </p:spPr>
            <p:txBody>
              <a:bodyPr vert="horz" lIns="251999" tIns="251999" rIns="251999" bIns="251999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1pPr>
                <a:lvl2pPr marL="171450" indent="-17145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00000"/>
                  <a:buFont typeface="BarmeniaGothaer Offc"/>
                  <a:buChar char="•"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lnSpc>
                    <a:spcPct val="90000"/>
                  </a:lnSpc>
                  <a:spcBef>
                    <a:spcPts val="1600"/>
                  </a:spcBef>
                  <a:spcAft>
                    <a:spcPts val="800"/>
                  </a:spcAft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3pPr>
                <a:lvl4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4"/>
                  </a:buBlip>
                  <a:defRPr sz="1200" b="0" i="0" kern="1200">
                    <a:solidFill>
                      <a:schemeClr val="bg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5pPr>
                <a:lvl6pPr marL="172800" indent="-1728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bg1"/>
                  </a:buClr>
                  <a:buFont typeface="BarmeniaGothaer Offc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1600"/>
                  </a:spcAft>
                  <a:buFontTx/>
                  <a:buNone/>
                  <a:defRPr sz="1800" b="0" i="0" kern="1200">
                    <a:solidFill>
                      <a:schemeClr val="tx1"/>
                    </a:solidFill>
                    <a:latin typeface="BarmeniaGothaer Offc" pitchFamily="2" charset="0"/>
                    <a:ea typeface="+mn-ea"/>
                    <a:cs typeface="+mn-cs"/>
                  </a:defRPr>
                </a:lvl7pPr>
                <a:lvl8pPr marL="504000" indent="-252000" algn="l" defTabSz="914400" rtl="0" eaLnBrk="1" latinLnBrk="0" hangingPunct="1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SzPct val="130000"/>
                  <a:buFontTx/>
                  <a:buBlip>
                    <a:blip r:embed="rId3"/>
                  </a:buBlip>
                  <a:defRPr sz="1200" b="0" i="0" kern="1200">
                    <a:solidFill>
                      <a:schemeClr val="tx1"/>
                    </a:solidFill>
                    <a:latin typeface="BarmeniaGothaer Offc Medium" pitchFamily="2" charset="0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20000"/>
                  </a:lnSpc>
                  <a:spcBef>
                    <a:spcPts val="800"/>
                  </a:spcBef>
                  <a:spcAft>
                    <a:spcPts val="800"/>
                  </a:spcAft>
                  <a:buFontTx/>
                  <a:buNone/>
                  <a:defRPr sz="1200" b="0" i="0" kern="1200">
                    <a:solidFill>
                      <a:schemeClr val="bg1"/>
                    </a:solidFill>
                    <a:latin typeface="BarmeniaGothaer Offc" pitchFamily="2" charset="0"/>
                    <a:ea typeface="+mn-ea"/>
                    <a:cs typeface="+mn-cs"/>
                  </a:defRPr>
                </a:lvl9pPr>
              </a:lstStyle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de-DE" dirty="0">
                    <a:latin typeface="BarmeniaGothaer Offc" panose="020B0503020204020204" pitchFamily="34" charset="0"/>
                  </a:rPr>
                  <a:t>Kollisionen  </a:t>
                </a:r>
              </a:p>
            </p:txBody>
          </p:sp>
        </p:grpSp>
        <p:sp>
          <p:nvSpPr>
            <p:cNvPr id="11" name="Freihandform 13">
              <a:extLst>
                <a:ext uri="{FF2B5EF4-FFF2-40B4-BE49-F238E27FC236}">
                  <a16:creationId xmlns:a16="http://schemas.microsoft.com/office/drawing/2014/main" id="{661922E4-493F-666F-3B5A-4448262B3B67}"/>
                </a:ext>
              </a:extLst>
            </p:cNvPr>
            <p:cNvSpPr/>
            <p:nvPr/>
          </p:nvSpPr>
          <p:spPr>
            <a:xfrm rot="913896">
              <a:off x="9227134" y="3776115"/>
              <a:ext cx="257697" cy="352669"/>
            </a:xfrm>
            <a:custGeom>
              <a:avLst/>
              <a:gdLst>
                <a:gd name="connsiteX0" fmla="*/ 721896 w 726808"/>
                <a:gd name="connsiteY0" fmla="*/ 280962 h 747612"/>
                <a:gd name="connsiteX1" fmla="*/ 676595 w 726808"/>
                <a:gd name="connsiteY1" fmla="*/ 252496 h 747612"/>
                <a:gd name="connsiteX2" fmla="*/ 413796 w 726808"/>
                <a:gd name="connsiteY2" fmla="*/ 252496 h 747612"/>
                <a:gd name="connsiteX3" fmla="*/ 413796 w 726808"/>
                <a:gd name="connsiteY3" fmla="*/ 50346 h 747612"/>
                <a:gd name="connsiteX4" fmla="*/ 363577 w 726808"/>
                <a:gd name="connsiteY4" fmla="*/ 0 h 747612"/>
                <a:gd name="connsiteX5" fmla="*/ 363514 w 726808"/>
                <a:gd name="connsiteY5" fmla="*/ 0 h 747612"/>
                <a:gd name="connsiteX6" fmla="*/ 324065 w 726808"/>
                <a:gd name="connsiteY6" fmla="*/ 19094 h 747612"/>
                <a:gd name="connsiteX7" fmla="*/ 10960 w 726808"/>
                <a:gd name="connsiteY7" fmla="*/ 413616 h 747612"/>
                <a:gd name="connsiteX8" fmla="*/ 325 w 726808"/>
                <a:gd name="connsiteY8" fmla="*/ 450606 h 747612"/>
                <a:gd name="connsiteX9" fmla="*/ 18960 w 726808"/>
                <a:gd name="connsiteY9" fmla="*/ 484269 h 747612"/>
                <a:gd name="connsiteX10" fmla="*/ 50256 w 726808"/>
                <a:gd name="connsiteY10" fmla="*/ 495220 h 747612"/>
                <a:gd name="connsiteX11" fmla="*/ 313119 w 726808"/>
                <a:gd name="connsiteY11" fmla="*/ 495220 h 747612"/>
                <a:gd name="connsiteX12" fmla="*/ 313119 w 726808"/>
                <a:gd name="connsiteY12" fmla="*/ 697315 h 747612"/>
                <a:gd name="connsiteX13" fmla="*/ 346827 w 726808"/>
                <a:gd name="connsiteY13" fmla="*/ 744747 h 747612"/>
                <a:gd name="connsiteX14" fmla="*/ 363490 w 726808"/>
                <a:gd name="connsiteY14" fmla="*/ 747613 h 747612"/>
                <a:gd name="connsiteX15" fmla="*/ 402922 w 726808"/>
                <a:gd name="connsiteY15" fmla="*/ 728622 h 747612"/>
                <a:gd name="connsiteX16" fmla="*/ 715996 w 726808"/>
                <a:gd name="connsiteY16" fmla="*/ 333981 h 747612"/>
                <a:gd name="connsiteX17" fmla="*/ 721880 w 726808"/>
                <a:gd name="connsiteY17" fmla="*/ 280962 h 747612"/>
                <a:gd name="connsiteX18" fmla="*/ 697234 w 726808"/>
                <a:gd name="connsiteY18" fmla="*/ 319102 h 747612"/>
                <a:gd name="connsiteX19" fmla="*/ 384200 w 726808"/>
                <a:gd name="connsiteY19" fmla="*/ 713703 h 747612"/>
                <a:gd name="connsiteX20" fmla="*/ 354763 w 726808"/>
                <a:gd name="connsiteY20" fmla="*/ 722164 h 747612"/>
                <a:gd name="connsiteX21" fmla="*/ 337071 w 726808"/>
                <a:gd name="connsiteY21" fmla="*/ 697315 h 747612"/>
                <a:gd name="connsiteX22" fmla="*/ 337071 w 726808"/>
                <a:gd name="connsiteY22" fmla="*/ 483255 h 747612"/>
                <a:gd name="connsiteX23" fmla="*/ 325095 w 726808"/>
                <a:gd name="connsiteY23" fmla="*/ 471282 h 747612"/>
                <a:gd name="connsiteX24" fmla="*/ 50360 w 726808"/>
                <a:gd name="connsiteY24" fmla="*/ 471282 h 747612"/>
                <a:gd name="connsiteX25" fmla="*/ 33889 w 726808"/>
                <a:gd name="connsiteY25" fmla="*/ 465542 h 747612"/>
                <a:gd name="connsiteX26" fmla="*/ 24125 w 726808"/>
                <a:gd name="connsiteY26" fmla="*/ 447917 h 747612"/>
                <a:gd name="connsiteX27" fmla="*/ 29706 w 726808"/>
                <a:gd name="connsiteY27" fmla="*/ 428526 h 747612"/>
                <a:gd name="connsiteX28" fmla="*/ 342843 w 726808"/>
                <a:gd name="connsiteY28" fmla="*/ 33966 h 747612"/>
                <a:gd name="connsiteX29" fmla="*/ 363505 w 726808"/>
                <a:gd name="connsiteY29" fmla="*/ 23955 h 747612"/>
                <a:gd name="connsiteX30" fmla="*/ 363537 w 726808"/>
                <a:gd name="connsiteY30" fmla="*/ 23955 h 747612"/>
                <a:gd name="connsiteX31" fmla="*/ 389837 w 726808"/>
                <a:gd name="connsiteY31" fmla="*/ 50338 h 747612"/>
                <a:gd name="connsiteX32" fmla="*/ 389837 w 726808"/>
                <a:gd name="connsiteY32" fmla="*/ 264478 h 747612"/>
                <a:gd name="connsiteX33" fmla="*/ 401812 w 726808"/>
                <a:gd name="connsiteY33" fmla="*/ 276452 h 747612"/>
                <a:gd name="connsiteX34" fmla="*/ 676579 w 726808"/>
                <a:gd name="connsiteY34" fmla="*/ 276452 h 747612"/>
                <a:gd name="connsiteX35" fmla="*/ 700307 w 726808"/>
                <a:gd name="connsiteY35" fmla="*/ 291355 h 747612"/>
                <a:gd name="connsiteX36" fmla="*/ 697234 w 726808"/>
                <a:gd name="connsiteY36" fmla="*/ 319111 h 747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26808" h="747612">
                  <a:moveTo>
                    <a:pt x="721896" y="280962"/>
                  </a:moveTo>
                  <a:cubicBezTo>
                    <a:pt x="713568" y="263663"/>
                    <a:pt x="695780" y="252496"/>
                    <a:pt x="676595" y="252496"/>
                  </a:cubicBezTo>
                  <a:lnTo>
                    <a:pt x="413796" y="252496"/>
                  </a:lnTo>
                  <a:lnTo>
                    <a:pt x="413796" y="50346"/>
                  </a:lnTo>
                  <a:cubicBezTo>
                    <a:pt x="413828" y="22622"/>
                    <a:pt x="391305" y="40"/>
                    <a:pt x="363577" y="0"/>
                  </a:cubicBezTo>
                  <a:lnTo>
                    <a:pt x="363514" y="0"/>
                  </a:lnTo>
                  <a:cubicBezTo>
                    <a:pt x="348025" y="0"/>
                    <a:pt x="333638" y="6969"/>
                    <a:pt x="324065" y="19094"/>
                  </a:cubicBezTo>
                  <a:lnTo>
                    <a:pt x="10960" y="413616"/>
                  </a:lnTo>
                  <a:cubicBezTo>
                    <a:pt x="2593" y="424120"/>
                    <a:pt x="-1184" y="437259"/>
                    <a:pt x="325" y="450606"/>
                  </a:cubicBezTo>
                  <a:cubicBezTo>
                    <a:pt x="1834" y="463953"/>
                    <a:pt x="8461" y="475911"/>
                    <a:pt x="18960" y="484269"/>
                  </a:cubicBezTo>
                  <a:cubicBezTo>
                    <a:pt x="27822" y="491341"/>
                    <a:pt x="38943" y="495220"/>
                    <a:pt x="50256" y="495220"/>
                  </a:cubicBezTo>
                  <a:lnTo>
                    <a:pt x="313119" y="495220"/>
                  </a:lnTo>
                  <a:lnTo>
                    <a:pt x="313119" y="697315"/>
                  </a:lnTo>
                  <a:cubicBezTo>
                    <a:pt x="313127" y="718693"/>
                    <a:pt x="326707" y="737762"/>
                    <a:pt x="346827" y="744747"/>
                  </a:cubicBezTo>
                  <a:cubicBezTo>
                    <a:pt x="352184" y="746647"/>
                    <a:pt x="357789" y="747613"/>
                    <a:pt x="363490" y="747613"/>
                  </a:cubicBezTo>
                  <a:cubicBezTo>
                    <a:pt x="378899" y="747589"/>
                    <a:pt x="393261" y="740684"/>
                    <a:pt x="402922" y="728622"/>
                  </a:cubicBezTo>
                  <a:lnTo>
                    <a:pt x="715996" y="333981"/>
                  </a:lnTo>
                  <a:cubicBezTo>
                    <a:pt x="727860" y="318999"/>
                    <a:pt x="730175" y="298196"/>
                    <a:pt x="721880" y="280962"/>
                  </a:cubicBezTo>
                  <a:close/>
                  <a:moveTo>
                    <a:pt x="697234" y="319102"/>
                  </a:moveTo>
                  <a:lnTo>
                    <a:pt x="384200" y="713703"/>
                  </a:lnTo>
                  <a:cubicBezTo>
                    <a:pt x="377278" y="722332"/>
                    <a:pt x="365430" y="725948"/>
                    <a:pt x="354763" y="722164"/>
                  </a:cubicBezTo>
                  <a:cubicBezTo>
                    <a:pt x="344184" y="718493"/>
                    <a:pt x="337079" y="708507"/>
                    <a:pt x="337071" y="697315"/>
                  </a:cubicBezTo>
                  <a:lnTo>
                    <a:pt x="337071" y="483255"/>
                  </a:lnTo>
                  <a:cubicBezTo>
                    <a:pt x="337071" y="476646"/>
                    <a:pt x="331713" y="471282"/>
                    <a:pt x="325095" y="471282"/>
                  </a:cubicBezTo>
                  <a:lnTo>
                    <a:pt x="50360" y="471282"/>
                  </a:lnTo>
                  <a:cubicBezTo>
                    <a:pt x="44324" y="471225"/>
                    <a:pt x="38552" y="469262"/>
                    <a:pt x="33889" y="465542"/>
                  </a:cubicBezTo>
                  <a:cubicBezTo>
                    <a:pt x="28388" y="461167"/>
                    <a:pt x="24915" y="454901"/>
                    <a:pt x="24125" y="447917"/>
                  </a:cubicBezTo>
                  <a:cubicBezTo>
                    <a:pt x="23335" y="440924"/>
                    <a:pt x="25307" y="434051"/>
                    <a:pt x="29706" y="428526"/>
                  </a:cubicBezTo>
                  <a:lnTo>
                    <a:pt x="342843" y="33966"/>
                  </a:lnTo>
                  <a:cubicBezTo>
                    <a:pt x="347865" y="27604"/>
                    <a:pt x="355394" y="23955"/>
                    <a:pt x="363505" y="23955"/>
                  </a:cubicBezTo>
                  <a:lnTo>
                    <a:pt x="363537" y="23955"/>
                  </a:lnTo>
                  <a:cubicBezTo>
                    <a:pt x="378060" y="23980"/>
                    <a:pt x="389860" y="35802"/>
                    <a:pt x="389837" y="50338"/>
                  </a:cubicBezTo>
                  <a:lnTo>
                    <a:pt x="389837" y="264478"/>
                  </a:lnTo>
                  <a:cubicBezTo>
                    <a:pt x="389837" y="271088"/>
                    <a:pt x="395193" y="276452"/>
                    <a:pt x="401812" y="276452"/>
                  </a:cubicBezTo>
                  <a:lnTo>
                    <a:pt x="676579" y="276452"/>
                  </a:lnTo>
                  <a:cubicBezTo>
                    <a:pt x="686631" y="276452"/>
                    <a:pt x="695940" y="282295"/>
                    <a:pt x="700307" y="291355"/>
                  </a:cubicBezTo>
                  <a:cubicBezTo>
                    <a:pt x="704642" y="300375"/>
                    <a:pt x="703437" y="311271"/>
                    <a:pt x="697234" y="31911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582F161-FEBE-3870-2D1D-52B8C8958C96}"/>
              </a:ext>
            </a:extLst>
          </p:cNvPr>
          <p:cNvGrpSpPr/>
          <p:nvPr/>
        </p:nvGrpSpPr>
        <p:grpSpPr>
          <a:xfrm>
            <a:off x="715958" y="1384438"/>
            <a:ext cx="7043024" cy="2211559"/>
            <a:chOff x="479424" y="1843925"/>
            <a:chExt cx="3405601" cy="1916061"/>
          </a:xfrm>
        </p:grpSpPr>
        <p:sp>
          <p:nvSpPr>
            <p:cNvPr id="18" name="Textplatzhalter 12">
              <a:extLst>
                <a:ext uri="{FF2B5EF4-FFF2-40B4-BE49-F238E27FC236}">
                  <a16:creationId xmlns:a16="http://schemas.microsoft.com/office/drawing/2014/main" id="{9B844A27-5F4A-A268-98D2-19A639EDF48C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1436354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numCol="2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Eingleisige Eisenbahnlinien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Mehrere Bahnhöfe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Fahrtzeiten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60-Minuten-Takt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Von beiden Seiten befahren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 err="1">
                  <a:latin typeface="BarmeniaGothaer Offc" panose="020B0503020204020204" pitchFamily="34" charset="0"/>
                </a:rPr>
                <a:t>Umstiegszeit</a:t>
              </a:r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17" name="Textplatzhalter 31">
              <a:extLst>
                <a:ext uri="{FF2B5EF4-FFF2-40B4-BE49-F238E27FC236}">
                  <a16:creationId xmlns:a16="http://schemas.microsoft.com/office/drawing/2014/main" id="{82108393-24F5-859E-CCDB-D31364F43593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5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MATSE Eisenbahngesellschaft</a:t>
              </a:r>
            </a:p>
          </p:txBody>
        </p:sp>
      </p:grpSp>
      <p:sp>
        <p:nvSpPr>
          <p:cNvPr id="8" name="Titel 7">
            <a:extLst>
              <a:ext uri="{FF2B5EF4-FFF2-40B4-BE49-F238E27FC236}">
                <a16:creationId xmlns:a16="http://schemas.microsoft.com/office/drawing/2014/main" id="{D785E50E-EF17-136F-75D7-D0A389CEE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Problemstellung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BCD758-4112-7546-205D-83566985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DA05F8-54CA-A18B-1ADD-38DB17B8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3906E16-FF8A-8BAD-6AE9-CCE44B37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29" name="Grafik 28" descr="Schulgebäude mit einfarbiger Füllung">
            <a:extLst>
              <a:ext uri="{FF2B5EF4-FFF2-40B4-BE49-F238E27FC236}">
                <a16:creationId xmlns:a16="http://schemas.microsoft.com/office/drawing/2014/main" id="{9B7399B7-AD25-ABEA-21B5-7A904178B2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0" y="4367782"/>
            <a:ext cx="1549285" cy="1549285"/>
          </a:xfrm>
          <a:prstGeom prst="rect">
            <a:avLst/>
          </a:prstGeom>
        </p:spPr>
      </p:pic>
      <p:pic>
        <p:nvPicPr>
          <p:cNvPr id="31" name="Grafik 30" descr="Schulgebäude mit einfarbiger Füllung">
            <a:extLst>
              <a:ext uri="{FF2B5EF4-FFF2-40B4-BE49-F238E27FC236}">
                <a16:creationId xmlns:a16="http://schemas.microsoft.com/office/drawing/2014/main" id="{B6121FC1-220F-C673-D8E1-B0FBF196F9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385" y="4256886"/>
            <a:ext cx="1549285" cy="1549285"/>
          </a:xfrm>
          <a:prstGeom prst="rect">
            <a:avLst/>
          </a:prstGeom>
        </p:spPr>
      </p:pic>
      <p:sp>
        <p:nvSpPr>
          <p:cNvPr id="57" name="Rechteck 56">
            <a:extLst>
              <a:ext uri="{FF2B5EF4-FFF2-40B4-BE49-F238E27FC236}">
                <a16:creationId xmlns:a16="http://schemas.microsoft.com/office/drawing/2014/main" id="{A0A1E6EB-EC80-16EC-C2CB-DFDD6CC62C0B}"/>
              </a:ext>
            </a:extLst>
          </p:cNvPr>
          <p:cNvSpPr/>
          <p:nvPr/>
        </p:nvSpPr>
        <p:spPr>
          <a:xfrm>
            <a:off x="482578" y="3905383"/>
            <a:ext cx="6767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CCE38BD7-C53C-5D9D-2331-E8507730075A}"/>
              </a:ext>
            </a:extLst>
          </p:cNvPr>
          <p:cNvSpPr/>
          <p:nvPr/>
        </p:nvSpPr>
        <p:spPr>
          <a:xfrm>
            <a:off x="11024619" y="3790247"/>
            <a:ext cx="6848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5A3D6F5A-DCD2-FD88-0D1D-5A1C52D4E67B}"/>
              </a:ext>
            </a:extLst>
          </p:cNvPr>
          <p:cNvGrpSpPr/>
          <p:nvPr/>
        </p:nvGrpSpPr>
        <p:grpSpPr>
          <a:xfrm flipH="1">
            <a:off x="1634490" y="4828713"/>
            <a:ext cx="1521228" cy="654804"/>
            <a:chOff x="1953492" y="4934075"/>
            <a:chExt cx="1521228" cy="654804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E44473BE-0934-5950-77A9-3E174DB2A46C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C76BB8AC-9E2F-463F-D90A-23F2298B5EF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B0ABEE64-43E3-7C3C-CD6B-50241C9856AF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55DB5E30-0BA3-F16D-D199-58E56F9BBC82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463DDA4D-3976-C2F8-968E-06611765C47D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A62B0D3D-161F-2AF9-C99E-0A3021C206F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81DFDDA1-71EE-EA02-38E6-E9D8464C9CD9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730119A9-0562-1825-A732-123C315E51C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97A28A8A-D8A1-94D1-A8D8-C0E3D4DDE56E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EA890531-263D-BC92-42A8-6E642DE3489D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30F1CD3F-64F3-A609-514A-D19E9DE2A146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050FC295-5730-3B4D-7296-D5E1242F967F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71C0574A-8FE1-2396-E161-E253A1339379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EB07EE26-8069-F4D2-D88B-E63C6C8B91CF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DF3ED176-9F62-A92A-0347-F61BAB2478AE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09D83C41-CE92-DB65-2700-8B26BC678C39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0535F25F-092C-A986-004D-B7B252E6A4F7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2C874F1A-6850-8093-7EFA-C8E4C338F4CA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B204D726-DDDE-5F8C-ECF5-E4304F870704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71B77981-1B60-91BF-0E57-0AB591A46D2B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2B7B3A9C-EEE9-4335-CBA1-796FB0A09141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38F03B0E-FF60-B421-ED18-5C8668E5CC19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E002795E-9432-FD1F-EE9E-F5178D3C0751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98661EB7-37C6-A3E4-F51A-72BD95CC2CCE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01E76E85-9951-4567-63B3-B2AD856B0558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01E808CC-4069-0BAF-5ECB-D2ACE6461B93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CB339B27-BA89-EC2E-F964-0DDD866DE0FC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972B559E-2620-48F2-189B-4892109BA46F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DC4DD647-F8A8-8CDD-6019-1DA963386CEA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19BE021E-4799-1B83-BE57-95AD2E753729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CF49A215-8455-B85F-49FD-45798C6632B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75" name="Rechteck 74">
            <a:extLst>
              <a:ext uri="{FF2B5EF4-FFF2-40B4-BE49-F238E27FC236}">
                <a16:creationId xmlns:a16="http://schemas.microsoft.com/office/drawing/2014/main" id="{93B6AE0E-E6ED-79C0-B42F-60FA4A4A06CD}"/>
              </a:ext>
            </a:extLst>
          </p:cNvPr>
          <p:cNvSpPr/>
          <p:nvPr/>
        </p:nvSpPr>
        <p:spPr>
          <a:xfrm>
            <a:off x="1634490" y="5562600"/>
            <a:ext cx="8911590" cy="45719"/>
          </a:xfrm>
          <a:prstGeom prst="rect">
            <a:avLst/>
          </a:prstGeom>
          <a:solidFill>
            <a:schemeClr val="tx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388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A6968-9C72-F94A-9A3F-CCF10F163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19E721B9-1E0B-63EC-EE0A-1BBC2CA33C98}"/>
              </a:ext>
            </a:extLst>
          </p:cNvPr>
          <p:cNvGrpSpPr/>
          <p:nvPr/>
        </p:nvGrpSpPr>
        <p:grpSpPr>
          <a:xfrm>
            <a:off x="2362257" y="1455446"/>
            <a:ext cx="3405601" cy="2071893"/>
            <a:chOff x="479424" y="1843926"/>
            <a:chExt cx="3405601" cy="2071893"/>
          </a:xfrm>
        </p:grpSpPr>
        <p:sp>
          <p:nvSpPr>
            <p:cNvPr id="91" name="Textplatzhalter 31">
              <a:extLst>
                <a:ext uri="{FF2B5EF4-FFF2-40B4-BE49-F238E27FC236}">
                  <a16:creationId xmlns:a16="http://schemas.microsoft.com/office/drawing/2014/main" id="{096A426D-D6AF-3210-5BD3-4AE0CC0D31D3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Aufgabe</a:t>
              </a:r>
            </a:p>
          </p:txBody>
        </p:sp>
        <p:sp>
          <p:nvSpPr>
            <p:cNvPr id="92" name="Textplatzhalter 12">
              <a:extLst>
                <a:ext uri="{FF2B5EF4-FFF2-40B4-BE49-F238E27FC236}">
                  <a16:creationId xmlns:a16="http://schemas.microsoft.com/office/drawing/2014/main" id="{E7AA37AE-1D57-3F43-1FA9-7079A1281121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1592187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r>
                <a:rPr lang="de-DE" dirty="0">
                  <a:latin typeface="BarmeniaGothaer Offc" panose="020B0503020204020204" pitchFamily="34" charset="0"/>
                </a:rPr>
                <a:t>Softwaresystem zur Fahrplanermittlung: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Kollisionsfrei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Wartezeitoptimierung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031ABBFD-AB69-818D-656A-8EB0ABE535D5}"/>
              </a:ext>
            </a:extLst>
          </p:cNvPr>
          <p:cNvGrpSpPr/>
          <p:nvPr/>
        </p:nvGrpSpPr>
        <p:grpSpPr>
          <a:xfrm>
            <a:off x="715958" y="1384438"/>
            <a:ext cx="7043024" cy="2211559"/>
            <a:chOff x="479424" y="1843925"/>
            <a:chExt cx="3405601" cy="1916061"/>
          </a:xfrm>
        </p:grpSpPr>
        <p:sp>
          <p:nvSpPr>
            <p:cNvPr id="18" name="Textplatzhalter 12">
              <a:extLst>
                <a:ext uri="{FF2B5EF4-FFF2-40B4-BE49-F238E27FC236}">
                  <a16:creationId xmlns:a16="http://schemas.microsoft.com/office/drawing/2014/main" id="{F8214086-42C4-B426-8CA8-D190836A2ED1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1436354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numCol="2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Eingleisige Eisenbahnlinien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Mehrere Bahnhöfe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Fahrtzeiten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60-Minuten-Takt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Von beiden Seiten befahren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 err="1">
                  <a:latin typeface="BarmeniaGothaer Offc" panose="020B0503020204020204" pitchFamily="34" charset="0"/>
                </a:rPr>
                <a:t>Umstiegszeit</a:t>
              </a:r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17" name="Textplatzhalter 31">
              <a:extLst>
                <a:ext uri="{FF2B5EF4-FFF2-40B4-BE49-F238E27FC236}">
                  <a16:creationId xmlns:a16="http://schemas.microsoft.com/office/drawing/2014/main" id="{0A4B2153-7ECE-B526-2F02-21305DDB07CC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5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MATSE Eisenbahngesellschaft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96E378D5-A8C0-AACB-D818-C17ABD5F4468}"/>
              </a:ext>
            </a:extLst>
          </p:cNvPr>
          <p:cNvGrpSpPr/>
          <p:nvPr/>
        </p:nvGrpSpPr>
        <p:grpSpPr>
          <a:xfrm>
            <a:off x="8849632" y="1376363"/>
            <a:ext cx="2174987" cy="2188274"/>
            <a:chOff x="479423" y="1843926"/>
            <a:chExt cx="3405603" cy="2411220"/>
          </a:xfrm>
        </p:grpSpPr>
        <p:sp>
          <p:nvSpPr>
            <p:cNvPr id="77" name="Textplatzhalter 31">
              <a:extLst>
                <a:ext uri="{FF2B5EF4-FFF2-40B4-BE49-F238E27FC236}">
                  <a16:creationId xmlns:a16="http://schemas.microsoft.com/office/drawing/2014/main" id="{363F4B32-4B2B-24D7-0540-C0A595D021FF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1" cy="479705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Beispiel Eingabe</a:t>
              </a:r>
            </a:p>
          </p:txBody>
        </p:sp>
        <p:sp>
          <p:nvSpPr>
            <p:cNvPr id="78" name="Textplatzhalter 12">
              <a:extLst>
                <a:ext uri="{FF2B5EF4-FFF2-40B4-BE49-F238E27FC236}">
                  <a16:creationId xmlns:a16="http://schemas.microsoft.com/office/drawing/2014/main" id="{2EA4764B-2B5C-7139-454F-0FDC3813D527}"/>
                </a:ext>
              </a:extLst>
            </p:cNvPr>
            <p:cNvSpPr txBox="1">
              <a:spLocks/>
            </p:cNvSpPr>
            <p:nvPr/>
          </p:nvSpPr>
          <p:spPr>
            <a:xfrm>
              <a:off x="479423" y="2323631"/>
              <a:ext cx="3405600" cy="1931515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de-DE" dirty="0"/>
                <a:t>Strecke:</a:t>
              </a:r>
              <a:br>
                <a:rPr lang="de-DE" dirty="0"/>
              </a:br>
              <a:r>
                <a:rPr lang="de-DE" dirty="0"/>
                <a:t>A B C</a:t>
              </a:r>
              <a:br>
                <a:rPr lang="de-DE" dirty="0"/>
              </a:br>
              <a:br>
                <a:rPr lang="de-DE" dirty="0"/>
              </a:br>
              <a:r>
                <a:rPr lang="de-DE" dirty="0" err="1"/>
                <a:t>Abstaende</a:t>
              </a:r>
              <a:r>
                <a:rPr lang="de-DE" dirty="0"/>
                <a:t>:</a:t>
              </a:r>
              <a:br>
                <a:rPr lang="de-DE" dirty="0"/>
              </a:br>
              <a:r>
                <a:rPr lang="de-DE" dirty="0"/>
                <a:t>5 7</a:t>
              </a:r>
              <a:br>
                <a:rPr lang="de-DE" dirty="0"/>
              </a:br>
              <a:br>
                <a:rPr lang="de-DE" dirty="0"/>
              </a:br>
              <a:r>
                <a:rPr lang="de-DE" dirty="0"/>
                <a:t>Start Hinfahrt:</a:t>
              </a:r>
              <a:br>
                <a:rPr lang="de-DE" dirty="0"/>
              </a:br>
              <a:r>
                <a:rPr lang="de-DE" dirty="0"/>
                <a:t>17</a:t>
              </a:r>
            </a:p>
          </p:txBody>
        </p:sp>
      </p:grpSp>
      <p:sp>
        <p:nvSpPr>
          <p:cNvPr id="8" name="Titel 7">
            <a:extLst>
              <a:ext uri="{FF2B5EF4-FFF2-40B4-BE49-F238E27FC236}">
                <a16:creationId xmlns:a16="http://schemas.microsoft.com/office/drawing/2014/main" id="{4F90A879-FC3C-50E9-AC3F-DA7B3E222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Problemstellung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4BC633-7816-F573-7F52-9F11C957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AFB3781-8B43-E873-76C2-54DB8DE9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7AF81F-6FEB-6DEF-E4A3-C685D64D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11</a:t>
            </a:fld>
            <a:endParaRPr lang="de-DE" dirty="0"/>
          </a:p>
        </p:txBody>
      </p:sp>
      <p:pic>
        <p:nvPicPr>
          <p:cNvPr id="29" name="Grafik 28" descr="Schulgebäude mit einfarbiger Füllung">
            <a:extLst>
              <a:ext uri="{FF2B5EF4-FFF2-40B4-BE49-F238E27FC236}">
                <a16:creationId xmlns:a16="http://schemas.microsoft.com/office/drawing/2014/main" id="{E8398351-E3F0-58ED-8FB7-468A16325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0" y="4367782"/>
            <a:ext cx="1549285" cy="1549285"/>
          </a:xfrm>
          <a:prstGeom prst="rect">
            <a:avLst/>
          </a:prstGeom>
        </p:spPr>
      </p:pic>
      <p:pic>
        <p:nvPicPr>
          <p:cNvPr id="31" name="Grafik 30" descr="Schulgebäude mit einfarbiger Füllung">
            <a:extLst>
              <a:ext uri="{FF2B5EF4-FFF2-40B4-BE49-F238E27FC236}">
                <a16:creationId xmlns:a16="http://schemas.microsoft.com/office/drawing/2014/main" id="{7C488B4F-2D72-76E3-F391-5A6BDC954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385" y="4256886"/>
            <a:ext cx="1549285" cy="1549285"/>
          </a:xfrm>
          <a:prstGeom prst="rect">
            <a:avLst/>
          </a:prstGeom>
        </p:spPr>
      </p:pic>
      <p:sp>
        <p:nvSpPr>
          <p:cNvPr id="57" name="Rechteck 56">
            <a:extLst>
              <a:ext uri="{FF2B5EF4-FFF2-40B4-BE49-F238E27FC236}">
                <a16:creationId xmlns:a16="http://schemas.microsoft.com/office/drawing/2014/main" id="{1F71483A-F48E-B3BA-533D-2494BCB81CD4}"/>
              </a:ext>
            </a:extLst>
          </p:cNvPr>
          <p:cNvSpPr/>
          <p:nvPr/>
        </p:nvSpPr>
        <p:spPr>
          <a:xfrm>
            <a:off x="482578" y="3905383"/>
            <a:ext cx="6767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62DB392F-89A7-D159-DAB8-AC186EB87B0C}"/>
              </a:ext>
            </a:extLst>
          </p:cNvPr>
          <p:cNvSpPr/>
          <p:nvPr/>
        </p:nvSpPr>
        <p:spPr>
          <a:xfrm>
            <a:off x="11024619" y="3790247"/>
            <a:ext cx="6848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02413CEC-1D81-4C62-7598-1A1F8533C177}"/>
              </a:ext>
            </a:extLst>
          </p:cNvPr>
          <p:cNvGrpSpPr/>
          <p:nvPr/>
        </p:nvGrpSpPr>
        <p:grpSpPr>
          <a:xfrm>
            <a:off x="1645920" y="4828713"/>
            <a:ext cx="1521228" cy="654804"/>
            <a:chOff x="1953492" y="4934075"/>
            <a:chExt cx="1521228" cy="654804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8F1B1C1D-F80A-8C4D-CE9D-D976564C1EA5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15119D9A-CED9-AFB8-3C83-6869BDBFBE0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160F046B-DE7F-C085-CE6D-6510B4A14FFE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1E03B314-F9C2-2D82-8A03-104F9495EF86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A88F9EDD-8E7A-A142-8121-9E96D7691C19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7D2C96D2-83A0-2C63-FFDA-3711010CC37A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B3041865-7F72-50FF-B7E4-08B78CADD1C9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C5C6F2FD-CAFC-A28F-9168-353DDD4AA0B7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B09ED833-B944-AFC1-1C69-950FF428708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479B74DB-8994-742F-43A7-83C4830CEC53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4E0FDF48-CFEC-8D20-9836-60DF4C5BE1F7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01C3DB14-AADD-8451-837A-8EDFE0F10DB6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5D6F1CE4-A60F-B18A-D0CA-58019F044A32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956054EA-211F-5F4F-46FF-41DF1FC2F589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6F82C30B-E83E-5512-E1E5-C083908E98A8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927F9F99-EE8F-9263-1295-5431D469140D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1655F9A1-E401-CFE6-B36F-7F561D99ACAD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BC410985-9E87-74B1-6CC9-60A9A3BBACEA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091A2964-3584-4402-A1E4-E6807DD7EBE3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92B97F12-CF8B-9D9C-B0B9-55ABF07FC936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733AD76C-79E6-EA37-4C97-05B430D42EF9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104B6EAF-CDC5-F821-DECD-81497EA0C458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48CDFD57-BA08-F695-20F4-EDC3AD9B7F48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F81C60B7-52F9-F4B6-0D13-AF435A0CD02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827B5BA3-109D-8151-B8FD-B4AB2E5A6183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A68E1302-B80C-77AC-4A5A-AE0BEBD65725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8AF08C32-9B63-0492-5A55-E69FCC906A93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28A8D6DA-D284-66A0-6F67-955B414CA85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2ACA10CC-C2EE-7E9E-DE82-453180A8F8AC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4AB67FA7-6810-B2DB-EBE6-202866A4B992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6FBC5D0B-DBFC-08BB-C737-3BEDF914667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75" name="Rechteck 74">
            <a:extLst>
              <a:ext uri="{FF2B5EF4-FFF2-40B4-BE49-F238E27FC236}">
                <a16:creationId xmlns:a16="http://schemas.microsoft.com/office/drawing/2014/main" id="{3E917D28-E84E-8E5A-3CCC-2C4B6FAAC3F6}"/>
              </a:ext>
            </a:extLst>
          </p:cNvPr>
          <p:cNvSpPr/>
          <p:nvPr/>
        </p:nvSpPr>
        <p:spPr>
          <a:xfrm>
            <a:off x="1634490" y="5562600"/>
            <a:ext cx="8911590" cy="45719"/>
          </a:xfrm>
          <a:prstGeom prst="rect">
            <a:avLst/>
          </a:prstGeom>
          <a:solidFill>
            <a:schemeClr val="tx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5A63495-1888-0DEC-F1E2-277A8EFFAD4B}"/>
              </a:ext>
            </a:extLst>
          </p:cNvPr>
          <p:cNvGrpSpPr/>
          <p:nvPr/>
        </p:nvGrpSpPr>
        <p:grpSpPr>
          <a:xfrm flipH="1">
            <a:off x="8919142" y="4828713"/>
            <a:ext cx="1521228" cy="654804"/>
            <a:chOff x="1953492" y="4934075"/>
            <a:chExt cx="1521228" cy="654804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84562AC1-D092-13BF-0825-794B20702243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C23A5F80-5916-C65E-1B6B-82E55F85DB60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2F48698D-333B-DA9F-BDBE-8EBC5B680B2A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D76C5B2B-4AEA-2B22-5620-123BBF1331E1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A53CE807-75BB-E758-F190-E6BD41B603FD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FEB69EB8-1883-D6A7-63F4-745981D25633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673CCDC0-D077-2509-D11F-041CFE88A5C2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BF1A0A8A-2ACB-FB28-12A8-9F97E0E01A17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22B3C25B-3086-08F4-F4D5-8C3C4BE1FC9D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137C9046-8E23-CF1C-5073-F0661980A5AB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09D9F541-519E-0482-7750-E6EFBD824900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D4C03D9B-D435-E405-212C-AB3D21E5F8F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EE6F484B-E552-88FA-0317-484C04A001EE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197DAFF9-EE83-C5F1-B2DF-9ECF5EBC8AF8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0" name="Rechteck: abgerundete Ecken 59">
                <a:extLst>
                  <a:ext uri="{FF2B5EF4-FFF2-40B4-BE49-F238E27FC236}">
                    <a16:creationId xmlns:a16="http://schemas.microsoft.com/office/drawing/2014/main" id="{41DA9152-E00C-54E5-CAC8-5AC81BEC6471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9CEDFC43-6EB5-CCFC-76DF-24FC9B93179D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AE8416D6-E4AF-6FE8-87C6-6657356B9752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46" name="Rechteck: abgerundete Ecken 45">
                <a:extLst>
                  <a:ext uri="{FF2B5EF4-FFF2-40B4-BE49-F238E27FC236}">
                    <a16:creationId xmlns:a16="http://schemas.microsoft.com/office/drawing/2014/main" id="{7CEEBC2D-59B8-33A8-15BE-D75E02628905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D980BC00-8314-9586-C342-507418F8103D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35790DBF-6666-0592-A455-4DC352FCD32D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F6EA5B89-5090-78AC-B2F6-022B8ABBB377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CEDC260B-6F75-4295-154B-87268F8A560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6BAA7B0B-F874-BC24-5DAE-E82E0C4632CF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7E71A2C4-006E-F8F5-B9BE-C0CBFF0C5261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08F07563-C7C2-82C9-ADFB-AC78E9020C8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8DD57908-3553-D371-05A2-D9408A7E9D87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716DE208-53B2-CC8B-B2B1-C559842CE200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906CEBED-942C-95C3-4AC7-23A40594FC8A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E8559760-B3DE-36E1-175F-24C1CBBE4DD3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2BDCDBF4-1D27-5B2A-F0E2-E576F914BB03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4CC3ADC6-A347-320B-2850-56A2AEB1A0EC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pic>
        <p:nvPicPr>
          <p:cNvPr id="89" name="Grafik 88" descr="Schließen mit einfarbiger Füllung">
            <a:extLst>
              <a:ext uri="{FF2B5EF4-FFF2-40B4-BE49-F238E27FC236}">
                <a16:creationId xmlns:a16="http://schemas.microsoft.com/office/drawing/2014/main" id="{DE47111B-7A9C-10FA-162A-DE44F60479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9146" y="7003449"/>
            <a:ext cx="742277" cy="7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04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464BC-B971-7C32-9B62-C29C3C0C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5C98665C-D9CB-C48E-33F1-B4C552CFC751}"/>
              </a:ext>
            </a:extLst>
          </p:cNvPr>
          <p:cNvGrpSpPr/>
          <p:nvPr/>
        </p:nvGrpSpPr>
        <p:grpSpPr>
          <a:xfrm>
            <a:off x="8255980" y="1436794"/>
            <a:ext cx="3405601" cy="2071893"/>
            <a:chOff x="479424" y="1843926"/>
            <a:chExt cx="3405601" cy="2071893"/>
          </a:xfrm>
        </p:grpSpPr>
        <p:sp>
          <p:nvSpPr>
            <p:cNvPr id="87" name="Textplatzhalter 31">
              <a:extLst>
                <a:ext uri="{FF2B5EF4-FFF2-40B4-BE49-F238E27FC236}">
                  <a16:creationId xmlns:a16="http://schemas.microsoft.com/office/drawing/2014/main" id="{6F933673-03D0-B378-D68D-05C564F73B63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Aufgabe</a:t>
              </a:r>
            </a:p>
          </p:txBody>
        </p:sp>
        <p:sp>
          <p:nvSpPr>
            <p:cNvPr id="88" name="Textplatzhalter 12">
              <a:extLst>
                <a:ext uri="{FF2B5EF4-FFF2-40B4-BE49-F238E27FC236}">
                  <a16:creationId xmlns:a16="http://schemas.microsoft.com/office/drawing/2014/main" id="{8D2E5ED6-E662-61FA-4518-F6461072CBDE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1592187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r>
                <a:rPr lang="de-DE" dirty="0">
                  <a:latin typeface="BarmeniaGothaer Offc" panose="020B0503020204020204" pitchFamily="34" charset="0"/>
                </a:rPr>
                <a:t>Softwaresystem zur Fahrplanermittlung: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Kollisionsfrei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Wartezeitoptimierung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28E384C9-F736-A01B-92E8-0AF09BD712D1}"/>
              </a:ext>
            </a:extLst>
          </p:cNvPr>
          <p:cNvGrpSpPr/>
          <p:nvPr/>
        </p:nvGrpSpPr>
        <p:grpSpPr>
          <a:xfrm>
            <a:off x="715958" y="1384438"/>
            <a:ext cx="7043024" cy="2211559"/>
            <a:chOff x="479424" y="1843925"/>
            <a:chExt cx="3405601" cy="1916061"/>
          </a:xfrm>
        </p:grpSpPr>
        <p:sp>
          <p:nvSpPr>
            <p:cNvPr id="18" name="Textplatzhalter 12">
              <a:extLst>
                <a:ext uri="{FF2B5EF4-FFF2-40B4-BE49-F238E27FC236}">
                  <a16:creationId xmlns:a16="http://schemas.microsoft.com/office/drawing/2014/main" id="{0B30DAE5-BBBB-31C0-A11B-040D8704FBB4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1436354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numCol="2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Eingleisige Eisenbahnlinien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Mehrere Bahnhöfe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Fahrtzeiten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60-Minuten-Takt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Von beiden Seiten befahren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 err="1">
                  <a:latin typeface="BarmeniaGothaer Offc" panose="020B0503020204020204" pitchFamily="34" charset="0"/>
                </a:rPr>
                <a:t>Umstiegszeit</a:t>
              </a:r>
              <a:endParaRPr lang="de-DE" dirty="0">
                <a:latin typeface="BarmeniaGothaer Offc" panose="020B0503020204020204" pitchFamily="34" charset="0"/>
              </a:endParaRPr>
            </a:p>
          </p:txBody>
        </p:sp>
        <p:sp>
          <p:nvSpPr>
            <p:cNvPr id="17" name="Textplatzhalter 31">
              <a:extLst>
                <a:ext uri="{FF2B5EF4-FFF2-40B4-BE49-F238E27FC236}">
                  <a16:creationId xmlns:a16="http://schemas.microsoft.com/office/drawing/2014/main" id="{3CAFE22B-198B-85D1-BF9C-6E667FCC2739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5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MATSE Eisenbahngesellschaft</a:t>
              </a:r>
            </a:p>
          </p:txBody>
        </p:sp>
      </p:grpSp>
      <p:sp>
        <p:nvSpPr>
          <p:cNvPr id="8" name="Titel 7">
            <a:extLst>
              <a:ext uri="{FF2B5EF4-FFF2-40B4-BE49-F238E27FC236}">
                <a16:creationId xmlns:a16="http://schemas.microsoft.com/office/drawing/2014/main" id="{8C1D758C-F01B-1876-C751-F73A24F5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Problemstellung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946BB5-DADA-89C7-F553-0DD4C57D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45D542-63E9-BD50-AD82-B2AF105ED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336AC8-0A39-83B5-C9E1-CDC322D1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12</a:t>
            </a:fld>
            <a:endParaRPr lang="de-DE" dirty="0"/>
          </a:p>
        </p:txBody>
      </p:sp>
      <p:pic>
        <p:nvPicPr>
          <p:cNvPr id="29" name="Grafik 28" descr="Schulgebäude mit einfarbiger Füllung">
            <a:extLst>
              <a:ext uri="{FF2B5EF4-FFF2-40B4-BE49-F238E27FC236}">
                <a16:creationId xmlns:a16="http://schemas.microsoft.com/office/drawing/2014/main" id="{54994B09-BA33-85F7-5EE6-4D089986D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0" y="4367782"/>
            <a:ext cx="1549285" cy="1549285"/>
          </a:xfrm>
          <a:prstGeom prst="rect">
            <a:avLst/>
          </a:prstGeom>
        </p:spPr>
      </p:pic>
      <p:pic>
        <p:nvPicPr>
          <p:cNvPr id="31" name="Grafik 30" descr="Schulgebäude mit einfarbiger Füllung">
            <a:extLst>
              <a:ext uri="{FF2B5EF4-FFF2-40B4-BE49-F238E27FC236}">
                <a16:creationId xmlns:a16="http://schemas.microsoft.com/office/drawing/2014/main" id="{2BEBBE1E-0F57-9F57-25DA-21CCAA2940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385" y="4256886"/>
            <a:ext cx="1549285" cy="1549285"/>
          </a:xfrm>
          <a:prstGeom prst="rect">
            <a:avLst/>
          </a:prstGeom>
        </p:spPr>
      </p:pic>
      <p:sp>
        <p:nvSpPr>
          <p:cNvPr id="57" name="Rechteck 56">
            <a:extLst>
              <a:ext uri="{FF2B5EF4-FFF2-40B4-BE49-F238E27FC236}">
                <a16:creationId xmlns:a16="http://schemas.microsoft.com/office/drawing/2014/main" id="{8C74E28E-AE3E-FA69-C6D9-06F09CBE2953}"/>
              </a:ext>
            </a:extLst>
          </p:cNvPr>
          <p:cNvSpPr/>
          <p:nvPr/>
        </p:nvSpPr>
        <p:spPr>
          <a:xfrm>
            <a:off x="482578" y="3905383"/>
            <a:ext cx="6767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DCCD8B61-6CF5-AD52-3AE9-1E6FAB85770E}"/>
              </a:ext>
            </a:extLst>
          </p:cNvPr>
          <p:cNvSpPr/>
          <p:nvPr/>
        </p:nvSpPr>
        <p:spPr>
          <a:xfrm>
            <a:off x="11024619" y="3790247"/>
            <a:ext cx="6848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C6F0BD71-09DE-3DEA-DB58-9EFCAD4F1518}"/>
              </a:ext>
            </a:extLst>
          </p:cNvPr>
          <p:cNvGrpSpPr/>
          <p:nvPr/>
        </p:nvGrpSpPr>
        <p:grpSpPr>
          <a:xfrm>
            <a:off x="4569056" y="4867477"/>
            <a:ext cx="1521228" cy="654804"/>
            <a:chOff x="1953492" y="4934075"/>
            <a:chExt cx="1521228" cy="654804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9CF0D682-0DFD-467F-E6CB-E30A41822E80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EA42DDF7-D1AF-61DE-A98F-8C2E2E932009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84EEABDA-69B3-3A81-D483-B144EDC56FA3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B60DA69A-5455-AA10-FABC-F9CEE83E6F1D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12FF3CED-DD29-314E-E96C-CCAE39DE4499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CE6C3860-15FB-B17F-CD22-30D59496168F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D5E799AC-AD92-4D32-38B2-65700CE29CBE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36D9C06D-C31E-7683-C2D4-917949C83F7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1B7F67E1-4146-37DE-9C36-6DBBDBE3E223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677327B5-0B93-269F-BD9E-B04AA81166FE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889ACF41-D60F-A610-6690-85CF46CD0919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D377BB30-576E-828A-5613-557806CD5734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103845C6-9B1C-2C26-00AD-FEFC1DF9AE39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3F6BBD33-8ED4-6DF9-64F8-4BCA560A2F49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F6BED4DB-6239-D002-B603-16FEDD0F28F2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3A538FEC-301F-0FA1-4AF1-E3F2F539803E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B39A554E-D28D-D8AD-812B-637BC5F32470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7F34840A-63B9-A056-75C0-D4844ED42BA1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CB7339F7-54DE-A2D3-66A5-988C6ED1D3E5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89DC4F91-2FF4-5447-602B-8454D8ECD044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C5FE4AB9-0816-8FEF-D405-45DE9CA401D5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4B83033E-8F69-2D38-DEA9-89BBDDFC9A96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FA3EF983-70AA-FF50-CF9E-9CB9F716C9E2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358A3614-DB06-343D-8B87-E8418E52A46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247E03A8-775E-B3FC-3D4D-46468ED63EDC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3B5B81BA-2B1F-1E34-853D-E074C3843633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575FA766-667A-9894-25B4-719C813AC3D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65F37951-32F3-DE97-97FD-367F1610A4A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41A3D57D-086C-9E6A-4895-188CB9045CA0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33440C91-B1A3-9BE1-B1B3-A5F909457CC5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BC5D57AF-9DB7-38A4-3165-4396A3E92CE9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75" name="Rechteck 74">
            <a:extLst>
              <a:ext uri="{FF2B5EF4-FFF2-40B4-BE49-F238E27FC236}">
                <a16:creationId xmlns:a16="http://schemas.microsoft.com/office/drawing/2014/main" id="{16E7CF04-5099-BC5C-0AFB-F320BA54F056}"/>
              </a:ext>
            </a:extLst>
          </p:cNvPr>
          <p:cNvSpPr/>
          <p:nvPr/>
        </p:nvSpPr>
        <p:spPr>
          <a:xfrm>
            <a:off x="1634490" y="5562600"/>
            <a:ext cx="8911590" cy="45719"/>
          </a:xfrm>
          <a:prstGeom prst="rect">
            <a:avLst/>
          </a:prstGeom>
          <a:solidFill>
            <a:schemeClr val="tx1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32F332E-95AD-1659-C765-550B37089962}"/>
              </a:ext>
            </a:extLst>
          </p:cNvPr>
          <p:cNvGrpSpPr/>
          <p:nvPr/>
        </p:nvGrpSpPr>
        <p:grpSpPr>
          <a:xfrm flipH="1">
            <a:off x="6090284" y="4867693"/>
            <a:ext cx="1521228" cy="654804"/>
            <a:chOff x="1953492" y="4934075"/>
            <a:chExt cx="1521228" cy="654804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EB70CE6C-B15E-E800-F307-5B60EBB4C2E5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2FCBEF99-7894-6B8E-09D8-E21E25E9F67C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D2127299-A25E-6210-64DF-612474F5A1F3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7A3C37C3-DCCD-E9CC-AB6E-719AAA178D79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2C6918D6-C919-00AC-072E-0C940862F0B1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0143D75E-0E02-DFA7-8E46-D6E0E59A153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38293BB1-3C15-ADF6-E815-ECECB2F65B50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AAA5AD9B-F875-27C2-31EA-AD2B024C035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C6D22D8E-0C84-976E-82B2-906A2F16262C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6F7DB346-E1A3-4B07-D7EF-90BBE916DC7A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010FFD09-8E64-C9FA-BC17-5562E202478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C061BB7D-CBDD-48E8-4FB5-10AF6F36971E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1D60BA1A-5BF1-F369-F3EE-BD090F38DF7C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0B4F287A-98A1-6EB5-B65F-AB39A5C29AFA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0" name="Rechteck: abgerundete Ecken 59">
                <a:extLst>
                  <a:ext uri="{FF2B5EF4-FFF2-40B4-BE49-F238E27FC236}">
                    <a16:creationId xmlns:a16="http://schemas.microsoft.com/office/drawing/2014/main" id="{2AB29C4B-1D60-4363-94B4-E5AF5DA3EE38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FCD00F4A-84C5-3682-E493-4D54CD12BD23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29DD7FEE-47C4-A675-2774-AF8B1A850ECF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46" name="Rechteck: abgerundete Ecken 45">
                <a:extLst>
                  <a:ext uri="{FF2B5EF4-FFF2-40B4-BE49-F238E27FC236}">
                    <a16:creationId xmlns:a16="http://schemas.microsoft.com/office/drawing/2014/main" id="{42B0D5DA-D2AC-4759-F732-D19A4EDBCFB5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F2871A4F-67C0-08F9-8873-1C040782AAC5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C6583873-A4F8-15D7-F24D-2A7325C79B3C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93067F1B-A527-8A67-41F5-7341F916C90C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5D43B031-3FC8-05E8-C483-6F0FB0C50C24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791A82DE-7191-8F6A-3797-7A80D7C80305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638E2FD9-BD2C-3E52-A4FE-499BCDC2FD7D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5EB0AE49-D3EA-1D9C-DDFD-3EE46034D47D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2D049C94-3B8E-6B27-F5C7-EED34A87ADD7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5FDB80F3-4114-1235-AF37-224DA613D3D2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2DB0A6B9-9A00-B18B-CD3C-55440873B124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6430A4B1-58EE-CE1D-EACC-84FBE59A3370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49A9E62A-D4BF-CC2E-4F65-BB8EEC429DB5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9814A80C-6E5A-3651-FAA5-CCDCE7B26071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pic>
        <p:nvPicPr>
          <p:cNvPr id="89" name="Grafik 88" descr="Schließen mit einfarbiger Füllung">
            <a:extLst>
              <a:ext uri="{FF2B5EF4-FFF2-40B4-BE49-F238E27FC236}">
                <a16:creationId xmlns:a16="http://schemas.microsoft.com/office/drawing/2014/main" id="{63D4C332-F5A9-286E-9D55-7DB8A7D903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9145" y="3965535"/>
            <a:ext cx="742277" cy="742277"/>
          </a:xfrm>
          <a:prstGeom prst="rect">
            <a:avLst/>
          </a:prstGeom>
        </p:spPr>
      </p:pic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14199279-B26E-6F81-1202-6805E4D7330C}"/>
              </a:ext>
            </a:extLst>
          </p:cNvPr>
          <p:cNvGrpSpPr/>
          <p:nvPr/>
        </p:nvGrpSpPr>
        <p:grpSpPr>
          <a:xfrm>
            <a:off x="13132072" y="1384438"/>
            <a:ext cx="2174987" cy="2188274"/>
            <a:chOff x="479423" y="1843926"/>
            <a:chExt cx="3405603" cy="2411220"/>
          </a:xfrm>
        </p:grpSpPr>
        <p:sp>
          <p:nvSpPr>
            <p:cNvPr id="91" name="Textplatzhalter 31">
              <a:extLst>
                <a:ext uri="{FF2B5EF4-FFF2-40B4-BE49-F238E27FC236}">
                  <a16:creationId xmlns:a16="http://schemas.microsoft.com/office/drawing/2014/main" id="{0C67C8A4-4ACB-908D-626B-94DF96F4FAC4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1" cy="479705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Beispiel Eingabe</a:t>
              </a:r>
            </a:p>
          </p:txBody>
        </p:sp>
        <p:sp>
          <p:nvSpPr>
            <p:cNvPr id="92" name="Textplatzhalter 12">
              <a:extLst>
                <a:ext uri="{FF2B5EF4-FFF2-40B4-BE49-F238E27FC236}">
                  <a16:creationId xmlns:a16="http://schemas.microsoft.com/office/drawing/2014/main" id="{F27DA909-2BF7-A282-8592-266D70742DC5}"/>
                </a:ext>
              </a:extLst>
            </p:cNvPr>
            <p:cNvSpPr txBox="1">
              <a:spLocks/>
            </p:cNvSpPr>
            <p:nvPr/>
          </p:nvSpPr>
          <p:spPr>
            <a:xfrm>
              <a:off x="479423" y="2323631"/>
              <a:ext cx="3405600" cy="1931515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de-DE" dirty="0"/>
                <a:t>Strecke:</a:t>
              </a:r>
              <a:br>
                <a:rPr lang="de-DE" dirty="0"/>
              </a:br>
              <a:r>
                <a:rPr lang="de-DE" dirty="0"/>
                <a:t>A B C</a:t>
              </a:r>
              <a:br>
                <a:rPr lang="de-DE" dirty="0"/>
              </a:br>
              <a:br>
                <a:rPr lang="de-DE" dirty="0"/>
              </a:br>
              <a:r>
                <a:rPr lang="de-DE" dirty="0" err="1"/>
                <a:t>Abstaende</a:t>
              </a:r>
              <a:r>
                <a:rPr lang="de-DE" dirty="0"/>
                <a:t>:</a:t>
              </a:r>
              <a:br>
                <a:rPr lang="de-DE" dirty="0"/>
              </a:br>
              <a:r>
                <a:rPr lang="de-DE" dirty="0"/>
                <a:t>5 7</a:t>
              </a:r>
              <a:br>
                <a:rPr lang="de-DE" dirty="0"/>
              </a:br>
              <a:br>
                <a:rPr lang="de-DE" dirty="0"/>
              </a:br>
              <a:r>
                <a:rPr lang="de-DE" dirty="0"/>
                <a:t>Start Hinfahrt:</a:t>
              </a:r>
              <a:br>
                <a:rPr lang="de-DE" dirty="0"/>
              </a:br>
              <a:r>
                <a:rPr lang="de-DE" dirty="0"/>
                <a:t>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5639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9924B-4BAD-F572-29F0-CA7C92DC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C3186648-5490-C035-A09E-51960A597D67}"/>
              </a:ext>
            </a:extLst>
          </p:cNvPr>
          <p:cNvGrpSpPr/>
          <p:nvPr/>
        </p:nvGrpSpPr>
        <p:grpSpPr>
          <a:xfrm>
            <a:off x="8306974" y="1569607"/>
            <a:ext cx="3405601" cy="2836139"/>
            <a:chOff x="8306974" y="1843926"/>
            <a:chExt cx="3405601" cy="2836139"/>
          </a:xfrm>
        </p:grpSpPr>
        <p:sp>
          <p:nvSpPr>
            <p:cNvPr id="11" name="Textplatzhalter 31">
              <a:extLst>
                <a:ext uri="{FF2B5EF4-FFF2-40B4-BE49-F238E27FC236}">
                  <a16:creationId xmlns:a16="http://schemas.microsoft.com/office/drawing/2014/main" id="{E4053B1B-9AAA-9A37-9B92-BEF7D9F2766A}"/>
                </a:ext>
              </a:extLst>
            </p:cNvPr>
            <p:cNvSpPr txBox="1">
              <a:spLocks/>
            </p:cNvSpPr>
            <p:nvPr/>
          </p:nvSpPr>
          <p:spPr>
            <a:xfrm>
              <a:off x="830697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Beidseitiges Warten</a:t>
              </a:r>
            </a:p>
          </p:txBody>
        </p:sp>
        <p:sp>
          <p:nvSpPr>
            <p:cNvPr id="13" name="Textplatzhalter 12">
              <a:extLst>
                <a:ext uri="{FF2B5EF4-FFF2-40B4-BE49-F238E27FC236}">
                  <a16:creationId xmlns:a16="http://schemas.microsoft.com/office/drawing/2014/main" id="{3130EC96-DF06-4765-BDBA-D715927F4A87}"/>
                </a:ext>
              </a:extLst>
            </p:cNvPr>
            <p:cNvSpPr txBox="1">
              <a:spLocks/>
            </p:cNvSpPr>
            <p:nvPr/>
          </p:nvSpPr>
          <p:spPr>
            <a:xfrm>
              <a:off x="8306974" y="2323632"/>
              <a:ext cx="3405600" cy="2356433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Wartezeiten auf Hin- und Rückfahrt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Verteilung der Wartezeiten auf beide Strecken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Kundenzufriedenheit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Bewertung nach Score-Funktion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41EAE13-3A88-417F-84CA-FAA1B7D2A61D}"/>
              </a:ext>
            </a:extLst>
          </p:cNvPr>
          <p:cNvGrpSpPr/>
          <p:nvPr/>
        </p:nvGrpSpPr>
        <p:grpSpPr>
          <a:xfrm>
            <a:off x="4393198" y="1569607"/>
            <a:ext cx="3405601" cy="2836138"/>
            <a:chOff x="4308600" y="1843926"/>
            <a:chExt cx="3405601" cy="2836138"/>
          </a:xfrm>
        </p:grpSpPr>
        <p:sp>
          <p:nvSpPr>
            <p:cNvPr id="14" name="Textplatzhalter 31">
              <a:extLst>
                <a:ext uri="{FF2B5EF4-FFF2-40B4-BE49-F238E27FC236}">
                  <a16:creationId xmlns:a16="http://schemas.microsoft.com/office/drawing/2014/main" id="{E4409C50-2F0F-2398-AC55-9282A34812C2}"/>
                </a:ext>
              </a:extLst>
            </p:cNvPr>
            <p:cNvSpPr txBox="1">
              <a:spLocks/>
            </p:cNvSpPr>
            <p:nvPr/>
          </p:nvSpPr>
          <p:spPr>
            <a:xfrm>
              <a:off x="4308601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Einseitiges Warten</a:t>
              </a:r>
            </a:p>
          </p:txBody>
        </p:sp>
        <p:sp>
          <p:nvSpPr>
            <p:cNvPr id="17" name="Textplatzhalter 12">
              <a:extLst>
                <a:ext uri="{FF2B5EF4-FFF2-40B4-BE49-F238E27FC236}">
                  <a16:creationId xmlns:a16="http://schemas.microsoft.com/office/drawing/2014/main" id="{F11C8654-AAA5-1B1A-EACA-B62A9146ED21}"/>
                </a:ext>
              </a:extLst>
            </p:cNvPr>
            <p:cNvSpPr txBox="1">
              <a:spLocks/>
            </p:cNvSpPr>
            <p:nvPr/>
          </p:nvSpPr>
          <p:spPr>
            <a:xfrm>
              <a:off x="4308600" y="2323631"/>
              <a:ext cx="3405600" cy="2356433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Wartezeiten auf der Rückfahrt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Wartezeit bei theoretischer Kollision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Züge warten an den Bahnhöfen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Wartezeiten auf der Rückfahrt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Sicherheitsminute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Kollisionsfreiheit</a:t>
              </a:r>
              <a:endParaRPr lang="de-DE" dirty="0">
                <a:latin typeface="BarmeniaGothaer Offc" panose="020B0503020204020204" pitchFamily="34" charset="0"/>
              </a:endParaRPr>
            </a:p>
          </p:txBody>
        </p:sp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05A49456-CD45-5BB1-30A7-CA888DE41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Ansätze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6CD0EEA-C26A-0F73-391F-919830EFB243}"/>
              </a:ext>
            </a:extLst>
          </p:cNvPr>
          <p:cNvGrpSpPr/>
          <p:nvPr/>
        </p:nvGrpSpPr>
        <p:grpSpPr>
          <a:xfrm>
            <a:off x="479425" y="1569607"/>
            <a:ext cx="3405601" cy="2836138"/>
            <a:chOff x="479424" y="1843926"/>
            <a:chExt cx="3405601" cy="2836138"/>
          </a:xfrm>
        </p:grpSpPr>
        <p:sp>
          <p:nvSpPr>
            <p:cNvPr id="6" name="Textplatzhalter 31">
              <a:extLst>
                <a:ext uri="{FF2B5EF4-FFF2-40B4-BE49-F238E27FC236}">
                  <a16:creationId xmlns:a16="http://schemas.microsoft.com/office/drawing/2014/main" id="{89B8A26A-54A7-C6E4-17D0-D7B3ACDA29FD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Einfache Fahrt</a:t>
              </a:r>
            </a:p>
          </p:txBody>
        </p:sp>
        <p:sp>
          <p:nvSpPr>
            <p:cNvPr id="19" name="Textplatzhalter 12">
              <a:extLst>
                <a:ext uri="{FF2B5EF4-FFF2-40B4-BE49-F238E27FC236}">
                  <a16:creationId xmlns:a16="http://schemas.microsoft.com/office/drawing/2014/main" id="{5F65D12D-5CC7-B8F8-93E1-E6A22C4FA777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1"/>
              <a:ext cx="3405600" cy="2356433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Weiterfahrt nach ASAP-Prinzip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Ablauf der </a:t>
              </a:r>
              <a:r>
                <a:rPr lang="de-DE" dirty="0" err="1">
                  <a:latin typeface="BarmeniaGothaer Offc Medium" panose="020B0603020204020204" pitchFamily="34" charset="0"/>
                </a:rPr>
                <a:t>Umstiegszeit</a:t>
              </a:r>
              <a:endParaRPr lang="de-DE" dirty="0">
                <a:latin typeface="BarmeniaGothaer Offc Medium" panose="020B0603020204020204" pitchFamily="34" charset="0"/>
              </a:endParaRP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Keine Rücksicht auf Kollisionen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Nicht realistisch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3B11ACF-280C-E22C-8AD7-66519041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69C59D-E052-1822-8011-F5F557F0B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13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DE749D-BA86-7B15-EED7-D616154E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A00B-4B71-FA4B-996D-54B1042CEFCB}" type="datetime1">
              <a:rPr lang="de-DE"/>
              <a:t>22.06.2026</a:t>
            </a:fld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6BC086-F748-63F1-D11A-8380199F647B}"/>
              </a:ext>
            </a:extLst>
          </p:cNvPr>
          <p:cNvSpPr txBox="1"/>
          <p:nvPr/>
        </p:nvSpPr>
        <p:spPr>
          <a:xfrm>
            <a:off x="-6785136" y="5202787"/>
            <a:ext cx="6664040" cy="39552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de-DE" dirty="0"/>
              <a:t>Score: (∑ Wartezeiten Hinfahrt)² + (∑ Wartezeiten Rückfahrt) ²</a:t>
            </a:r>
          </a:p>
        </p:txBody>
      </p:sp>
    </p:spTree>
    <p:extLst>
      <p:ext uri="{BB962C8B-B14F-4D97-AF65-F5344CB8AC3E}">
        <p14:creationId xmlns:p14="http://schemas.microsoft.com/office/powerpoint/2010/main" val="1990810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C855-C354-B69F-A1D0-FA4F1CE77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00A21F3-7CB5-6256-1CCA-93765712BDBA}"/>
              </a:ext>
            </a:extLst>
          </p:cNvPr>
          <p:cNvGrpSpPr/>
          <p:nvPr/>
        </p:nvGrpSpPr>
        <p:grpSpPr>
          <a:xfrm>
            <a:off x="8306974" y="1569607"/>
            <a:ext cx="3405601" cy="2836139"/>
            <a:chOff x="8306974" y="1843926"/>
            <a:chExt cx="3405601" cy="2836139"/>
          </a:xfrm>
        </p:grpSpPr>
        <p:sp>
          <p:nvSpPr>
            <p:cNvPr id="11" name="Textplatzhalter 31">
              <a:extLst>
                <a:ext uri="{FF2B5EF4-FFF2-40B4-BE49-F238E27FC236}">
                  <a16:creationId xmlns:a16="http://schemas.microsoft.com/office/drawing/2014/main" id="{4DBE5B70-C8A9-0852-C534-0A0782060DCA}"/>
                </a:ext>
              </a:extLst>
            </p:cNvPr>
            <p:cNvSpPr txBox="1">
              <a:spLocks/>
            </p:cNvSpPr>
            <p:nvPr/>
          </p:nvSpPr>
          <p:spPr>
            <a:xfrm>
              <a:off x="830697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Beidseitiges Warten</a:t>
              </a:r>
            </a:p>
          </p:txBody>
        </p:sp>
        <p:sp>
          <p:nvSpPr>
            <p:cNvPr id="13" name="Textplatzhalter 12">
              <a:extLst>
                <a:ext uri="{FF2B5EF4-FFF2-40B4-BE49-F238E27FC236}">
                  <a16:creationId xmlns:a16="http://schemas.microsoft.com/office/drawing/2014/main" id="{B654743B-FC7B-171A-1F4B-287C1029D6FB}"/>
                </a:ext>
              </a:extLst>
            </p:cNvPr>
            <p:cNvSpPr txBox="1">
              <a:spLocks/>
            </p:cNvSpPr>
            <p:nvPr/>
          </p:nvSpPr>
          <p:spPr>
            <a:xfrm>
              <a:off x="8306974" y="2323632"/>
              <a:ext cx="3405600" cy="2356433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Wartezeiten auf Hin- und Rückfahrt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Verteilung der Wartezeiten auf beide Strecken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Kundenzufriedenheit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Bewertung nach Score-Funktion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AB9BC8D-8E67-A060-807F-3A474C65C8EB}"/>
              </a:ext>
            </a:extLst>
          </p:cNvPr>
          <p:cNvGrpSpPr/>
          <p:nvPr/>
        </p:nvGrpSpPr>
        <p:grpSpPr>
          <a:xfrm>
            <a:off x="4393198" y="1569607"/>
            <a:ext cx="3405601" cy="2836138"/>
            <a:chOff x="4308600" y="1843926"/>
            <a:chExt cx="3405601" cy="2836138"/>
          </a:xfrm>
        </p:grpSpPr>
        <p:sp>
          <p:nvSpPr>
            <p:cNvPr id="14" name="Textplatzhalter 31">
              <a:extLst>
                <a:ext uri="{FF2B5EF4-FFF2-40B4-BE49-F238E27FC236}">
                  <a16:creationId xmlns:a16="http://schemas.microsoft.com/office/drawing/2014/main" id="{488658E2-11B1-0C1D-A1E9-707F8FCFD1EB}"/>
                </a:ext>
              </a:extLst>
            </p:cNvPr>
            <p:cNvSpPr txBox="1">
              <a:spLocks/>
            </p:cNvSpPr>
            <p:nvPr/>
          </p:nvSpPr>
          <p:spPr>
            <a:xfrm>
              <a:off x="4308601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Einseitiges Warten</a:t>
              </a:r>
            </a:p>
          </p:txBody>
        </p:sp>
        <p:sp>
          <p:nvSpPr>
            <p:cNvPr id="17" name="Textplatzhalter 12">
              <a:extLst>
                <a:ext uri="{FF2B5EF4-FFF2-40B4-BE49-F238E27FC236}">
                  <a16:creationId xmlns:a16="http://schemas.microsoft.com/office/drawing/2014/main" id="{0F346A3C-F693-63BA-BB5D-2A3132DEC3B7}"/>
                </a:ext>
              </a:extLst>
            </p:cNvPr>
            <p:cNvSpPr txBox="1">
              <a:spLocks/>
            </p:cNvSpPr>
            <p:nvPr/>
          </p:nvSpPr>
          <p:spPr>
            <a:xfrm>
              <a:off x="4308600" y="2323631"/>
              <a:ext cx="3405600" cy="2356433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Wartezeiten auf der Rückfahrt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Wartezeit bei theoretischer Kollision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Züge warten an den Bahnhöfen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Wartezeiten auf der Rückfahrt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Sicherheitsminute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Kollisionsfreiheit</a:t>
              </a:r>
              <a:endParaRPr lang="de-DE" dirty="0">
                <a:latin typeface="BarmeniaGothaer Offc" panose="020B0503020204020204" pitchFamily="34" charset="0"/>
              </a:endParaRPr>
            </a:p>
          </p:txBody>
        </p:sp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084BC6DE-AA98-55E1-8E73-8532CDD32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Ansätze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21B0FD1-48AD-1A29-F028-9742D0B68764}"/>
              </a:ext>
            </a:extLst>
          </p:cNvPr>
          <p:cNvGrpSpPr/>
          <p:nvPr/>
        </p:nvGrpSpPr>
        <p:grpSpPr>
          <a:xfrm>
            <a:off x="479425" y="1569607"/>
            <a:ext cx="3405601" cy="2836138"/>
            <a:chOff x="479424" y="1843926"/>
            <a:chExt cx="3405601" cy="2836138"/>
          </a:xfrm>
        </p:grpSpPr>
        <p:sp>
          <p:nvSpPr>
            <p:cNvPr id="6" name="Textplatzhalter 31">
              <a:extLst>
                <a:ext uri="{FF2B5EF4-FFF2-40B4-BE49-F238E27FC236}">
                  <a16:creationId xmlns:a16="http://schemas.microsoft.com/office/drawing/2014/main" id="{C940A7CD-675A-6DE4-A0FD-2B7473F5DA16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Einfache Fahrt</a:t>
              </a:r>
            </a:p>
          </p:txBody>
        </p:sp>
        <p:sp>
          <p:nvSpPr>
            <p:cNvPr id="19" name="Textplatzhalter 12">
              <a:extLst>
                <a:ext uri="{FF2B5EF4-FFF2-40B4-BE49-F238E27FC236}">
                  <a16:creationId xmlns:a16="http://schemas.microsoft.com/office/drawing/2014/main" id="{939F73D3-0F23-F41F-24A9-2F7E1CB881F4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1"/>
              <a:ext cx="3405600" cy="2356433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Weiterfahrt nach ASAP-Prinzip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Ablauf der </a:t>
              </a:r>
              <a:r>
                <a:rPr lang="de-DE" dirty="0" err="1">
                  <a:latin typeface="BarmeniaGothaer Offc Medium" panose="020B0603020204020204" pitchFamily="34" charset="0"/>
                </a:rPr>
                <a:t>Umstiegszeit</a:t>
              </a:r>
              <a:endParaRPr lang="de-DE" dirty="0">
                <a:latin typeface="BarmeniaGothaer Offc Medium" panose="020B0603020204020204" pitchFamily="34" charset="0"/>
              </a:endParaRP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Keine Rücksicht auf Kollisionen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Nicht realistisch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F81C38-2195-92EF-8B10-E003CDF1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00F797-EDF2-17C3-5A07-BFD50461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14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472921-2C0D-EFA0-7456-E7E7F4E1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A00B-4B71-FA4B-996D-54B1042CEFCB}" type="datetime1">
              <a:rPr lang="de-DE"/>
              <a:t>22.06.2026</a:t>
            </a:fld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F79EB19-ACD7-1B20-00F2-9CEF8682627C}"/>
              </a:ext>
            </a:extLst>
          </p:cNvPr>
          <p:cNvSpPr txBox="1"/>
          <p:nvPr/>
        </p:nvSpPr>
        <p:spPr>
          <a:xfrm>
            <a:off x="2763978" y="5144913"/>
            <a:ext cx="6664040" cy="39552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de-DE" dirty="0"/>
              <a:t>Score: (∑ Wartezeiten Hinfahrt)² + (∑ Wartezeiten Rückfahrt) ²</a:t>
            </a:r>
          </a:p>
        </p:txBody>
      </p:sp>
    </p:spTree>
    <p:extLst>
      <p:ext uri="{BB962C8B-B14F-4D97-AF65-F5344CB8AC3E}">
        <p14:creationId xmlns:p14="http://schemas.microsoft.com/office/powerpoint/2010/main" val="3671030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00B3-D0E0-D61A-12C1-5F7F1307B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EDD74DA-ADA2-9585-A9A0-7D4275CF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de-DE" dirty="0"/>
            </a:br>
            <a:r>
              <a:rPr lang="de-DE" dirty="0"/>
              <a:t>Konzept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0F7F6C9-2C9F-D98F-765F-797EF15AB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8F68AD-10B1-78F8-4950-408730D7B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0D9D1D-A8AA-3478-7D55-188E0AB1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15</a:t>
            </a:fld>
            <a:endParaRPr lang="de-DE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24B4AC39-C614-D50D-71E4-14A2AE5C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AC4-165D-0D48-A518-12373664C146}" type="datetime1">
              <a:rPr lang="de-DE"/>
              <a:t>22.06.2026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92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896EA-634A-DAD4-6CF1-8890BA81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3F16C46-F8F1-35AC-28DA-D39369C7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46187"/>
            <a:ext cx="8496300" cy="988803"/>
          </a:xfrm>
        </p:spPr>
        <p:txBody>
          <a:bodyPr/>
          <a:lstStyle/>
          <a:p>
            <a:r>
              <a:rPr lang="de-DE" dirty="0"/>
              <a:t>Konzept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539088-906A-EF50-644A-496EB80C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402309-D545-3B1D-CAE8-56A83FDA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D089D1-35FD-67C6-671B-DEC46A45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A3805B4-44F7-7D80-9638-4EAA0B1B08B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581293"/>
            <a:ext cx="8496300" cy="276999"/>
          </a:xfrm>
        </p:spPr>
        <p:txBody>
          <a:bodyPr/>
          <a:lstStyle/>
          <a:p>
            <a:r>
              <a:rPr lang="de-DE" dirty="0"/>
              <a:t>Gesamtprozess</a:t>
            </a:r>
          </a:p>
        </p:txBody>
      </p:sp>
      <p:graphicFrame>
        <p:nvGraphicFramePr>
          <p:cNvPr id="20" name="Diagramm 19">
            <a:extLst>
              <a:ext uri="{FF2B5EF4-FFF2-40B4-BE49-F238E27FC236}">
                <a16:creationId xmlns:a16="http://schemas.microsoft.com/office/drawing/2014/main" id="{48CA26B9-6FD2-D981-33E4-A1C1CDB3BB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7634417"/>
              </p:ext>
            </p:extLst>
          </p:nvPr>
        </p:nvGraphicFramePr>
        <p:xfrm>
          <a:off x="293683" y="1102547"/>
          <a:ext cx="11418892" cy="5210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7518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5A019-677A-DD88-B262-23B8FB527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C468E86-36F9-5991-F737-DF25C3BE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46187"/>
            <a:ext cx="8496300" cy="988803"/>
          </a:xfrm>
        </p:spPr>
        <p:txBody>
          <a:bodyPr/>
          <a:lstStyle/>
          <a:p>
            <a:r>
              <a:rPr lang="de-DE" dirty="0"/>
              <a:t>Konzept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41931C-354C-7950-37BC-D4809560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C940F0-C5AD-558B-D9C4-9BD5FE63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1655CE-D06E-552E-516A-B3777AD8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4DF8212-93C8-31FA-9C6C-C3EB463E330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581293"/>
            <a:ext cx="8496300" cy="276999"/>
          </a:xfrm>
        </p:spPr>
        <p:txBody>
          <a:bodyPr/>
          <a:lstStyle/>
          <a:p>
            <a:r>
              <a:rPr lang="de-DE" dirty="0"/>
              <a:t>Strategie-Muster</a:t>
            </a:r>
          </a:p>
        </p:txBody>
      </p:sp>
      <p:sp>
        <p:nvSpPr>
          <p:cNvPr id="9" name="Flussdiagramm: Gespeicherte Daten 8">
            <a:extLst>
              <a:ext uri="{FF2B5EF4-FFF2-40B4-BE49-F238E27FC236}">
                <a16:creationId xmlns:a16="http://schemas.microsoft.com/office/drawing/2014/main" id="{E1F7DCB4-E330-7DF6-822E-5A81C75DC9A5}"/>
              </a:ext>
            </a:extLst>
          </p:cNvPr>
          <p:cNvSpPr/>
          <p:nvPr/>
        </p:nvSpPr>
        <p:spPr>
          <a:xfrm flipH="1">
            <a:off x="8463280" y="3011697"/>
            <a:ext cx="3175000" cy="920223"/>
          </a:xfrm>
          <a:prstGeom prst="flowChartOnlineStorage">
            <a:avLst/>
          </a:prstGeom>
          <a:solidFill>
            <a:schemeClr val="accent3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r>
              <a:rPr lang="de-DE" sz="1400" dirty="0" err="1">
                <a:solidFill>
                  <a:schemeClr val="bg1"/>
                </a:solidFill>
                <a:latin typeface="BarmeniaGothaer Offc" pitchFamily="2" charset="0"/>
              </a:rPr>
              <a:t>Fahrplanermittler</a:t>
            </a:r>
            <a:endParaRPr lang="de-DE" sz="1400" dirty="0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21C0FAF7-363A-23DF-D655-AA1B30CCCD32}"/>
              </a:ext>
            </a:extLst>
          </p:cNvPr>
          <p:cNvGrpSpPr/>
          <p:nvPr/>
        </p:nvGrpSpPr>
        <p:grpSpPr>
          <a:xfrm>
            <a:off x="3919451" y="2016676"/>
            <a:ext cx="3093633" cy="2713535"/>
            <a:chOff x="3919451" y="2016676"/>
            <a:chExt cx="3093633" cy="2713535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F201378B-74D5-32F6-C907-92613D04223A}"/>
                </a:ext>
              </a:extLst>
            </p:cNvPr>
            <p:cNvSpPr/>
            <p:nvPr/>
          </p:nvSpPr>
          <p:spPr>
            <a:xfrm rot="1532969">
              <a:off x="3933153" y="2683641"/>
              <a:ext cx="3059635" cy="4571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D7D8B557-AFD3-FD9F-177B-A873C23C7803}"/>
                </a:ext>
              </a:extLst>
            </p:cNvPr>
            <p:cNvSpPr/>
            <p:nvPr/>
          </p:nvSpPr>
          <p:spPr>
            <a:xfrm rot="20072471" flipV="1">
              <a:off x="3919451" y="4021794"/>
              <a:ext cx="3093633" cy="4571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5505DF75-DF5B-4892-7645-73B339CABC81}"/>
                </a:ext>
              </a:extLst>
            </p:cNvPr>
            <p:cNvSpPr/>
            <p:nvPr/>
          </p:nvSpPr>
          <p:spPr>
            <a:xfrm rot="16200000" flipV="1">
              <a:off x="2697660" y="3350584"/>
              <a:ext cx="2713535" cy="4571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6CCDAC3-4A32-A712-C7BD-6D0B17986799}"/>
              </a:ext>
            </a:extLst>
          </p:cNvPr>
          <p:cNvGrpSpPr/>
          <p:nvPr/>
        </p:nvGrpSpPr>
        <p:grpSpPr>
          <a:xfrm>
            <a:off x="5872480" y="3011697"/>
            <a:ext cx="2646680" cy="920223"/>
            <a:chOff x="5461000" y="3011697"/>
            <a:chExt cx="2646680" cy="1915160"/>
          </a:xfrm>
          <a:solidFill>
            <a:schemeClr val="accent3"/>
          </a:solidFill>
        </p:grpSpPr>
        <p:sp>
          <p:nvSpPr>
            <p:cNvPr id="7" name="Flussdiagramm: Verzögerung 6">
              <a:extLst>
                <a:ext uri="{FF2B5EF4-FFF2-40B4-BE49-F238E27FC236}">
                  <a16:creationId xmlns:a16="http://schemas.microsoft.com/office/drawing/2014/main" id="{688C43C2-F1B4-C773-1B6A-B60D5892BBF9}"/>
                </a:ext>
              </a:extLst>
            </p:cNvPr>
            <p:cNvSpPr/>
            <p:nvPr/>
          </p:nvSpPr>
          <p:spPr>
            <a:xfrm>
              <a:off x="6941821" y="3011697"/>
              <a:ext cx="1165859" cy="1915160"/>
            </a:xfrm>
            <a:prstGeom prst="flowChartDelay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3AA9FBA-C38C-D4B0-8EB7-B859B4FDF574}"/>
                </a:ext>
              </a:extLst>
            </p:cNvPr>
            <p:cNvSpPr/>
            <p:nvPr/>
          </p:nvSpPr>
          <p:spPr>
            <a:xfrm>
              <a:off x="5461000" y="3011697"/>
              <a:ext cx="1503680" cy="1915160"/>
            </a:xfrm>
            <a:prstGeom prst="rect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r>
                <a:rPr lang="de-DE" sz="1400" dirty="0">
                  <a:solidFill>
                    <a:schemeClr val="bg1"/>
                  </a:solidFill>
                  <a:latin typeface="BarmeniaGothaer Offc" pitchFamily="2" charset="0"/>
                </a:rPr>
                <a:t>Einfache Fahrt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0BE927D-9A9C-F8FC-D8F1-C51F86FAA0DA}"/>
              </a:ext>
            </a:extLst>
          </p:cNvPr>
          <p:cNvGrpSpPr/>
          <p:nvPr/>
        </p:nvGrpSpPr>
        <p:grpSpPr>
          <a:xfrm>
            <a:off x="2766981" y="4270100"/>
            <a:ext cx="2722244" cy="920223"/>
            <a:chOff x="5385436" y="3011697"/>
            <a:chExt cx="2722244" cy="1915160"/>
          </a:xfrm>
          <a:solidFill>
            <a:srgbClr val="AAA0F0"/>
          </a:solidFill>
        </p:grpSpPr>
        <p:sp>
          <p:nvSpPr>
            <p:cNvPr id="21" name="Flussdiagramm: Verzögerung 20">
              <a:extLst>
                <a:ext uri="{FF2B5EF4-FFF2-40B4-BE49-F238E27FC236}">
                  <a16:creationId xmlns:a16="http://schemas.microsoft.com/office/drawing/2014/main" id="{0CDBA7E6-D128-A0B0-14C1-6C9DE6C5C109}"/>
                </a:ext>
              </a:extLst>
            </p:cNvPr>
            <p:cNvSpPr/>
            <p:nvPr/>
          </p:nvSpPr>
          <p:spPr>
            <a:xfrm>
              <a:off x="6941821" y="3011697"/>
              <a:ext cx="1165859" cy="1915160"/>
            </a:xfrm>
            <a:prstGeom prst="flowChartDelay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2A92C8BB-F341-6CB7-94F8-5D48C52633E4}"/>
                </a:ext>
              </a:extLst>
            </p:cNvPr>
            <p:cNvSpPr/>
            <p:nvPr/>
          </p:nvSpPr>
          <p:spPr>
            <a:xfrm>
              <a:off x="5385436" y="3011697"/>
              <a:ext cx="1579244" cy="1915160"/>
            </a:xfrm>
            <a:prstGeom prst="rect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r>
                <a:rPr lang="de-DE" sz="1400" dirty="0">
                  <a:solidFill>
                    <a:schemeClr val="bg1"/>
                  </a:solidFill>
                  <a:latin typeface="BarmeniaGothaer Offc" pitchFamily="2" charset="0"/>
                </a:rPr>
                <a:t>Beidseitiges Warten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6E64788-611C-1F89-6832-F384BFEF9956}"/>
              </a:ext>
            </a:extLst>
          </p:cNvPr>
          <p:cNvGrpSpPr/>
          <p:nvPr/>
        </p:nvGrpSpPr>
        <p:grpSpPr>
          <a:xfrm>
            <a:off x="2743019" y="1493373"/>
            <a:ext cx="2646680" cy="920223"/>
            <a:chOff x="5461000" y="3011697"/>
            <a:chExt cx="2646680" cy="1915160"/>
          </a:xfrm>
          <a:solidFill>
            <a:srgbClr val="AAA0F0"/>
          </a:solidFill>
        </p:grpSpPr>
        <p:sp>
          <p:nvSpPr>
            <p:cNvPr id="17" name="Flussdiagramm: Verzögerung 16">
              <a:extLst>
                <a:ext uri="{FF2B5EF4-FFF2-40B4-BE49-F238E27FC236}">
                  <a16:creationId xmlns:a16="http://schemas.microsoft.com/office/drawing/2014/main" id="{2F5701B8-45D7-BAFA-0077-AFE097F71C50}"/>
                </a:ext>
              </a:extLst>
            </p:cNvPr>
            <p:cNvSpPr/>
            <p:nvPr/>
          </p:nvSpPr>
          <p:spPr>
            <a:xfrm>
              <a:off x="6941821" y="3011697"/>
              <a:ext cx="1165859" cy="1915160"/>
            </a:xfrm>
            <a:prstGeom prst="flowChartDelay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F4327B2B-67BF-CD95-7770-9A4EE175B167}"/>
                </a:ext>
              </a:extLst>
            </p:cNvPr>
            <p:cNvSpPr/>
            <p:nvPr/>
          </p:nvSpPr>
          <p:spPr>
            <a:xfrm>
              <a:off x="5461000" y="3011697"/>
              <a:ext cx="1503680" cy="1915160"/>
            </a:xfrm>
            <a:prstGeom prst="rect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r>
                <a:rPr lang="de-DE" sz="1400" dirty="0">
                  <a:solidFill>
                    <a:schemeClr val="bg1"/>
                  </a:solidFill>
                  <a:latin typeface="BarmeniaGothaer Offc" pitchFamily="2" charset="0"/>
                </a:rPr>
                <a:t>Einseitiges Warten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235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6008-BBF9-A175-9532-555F340D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C968A99C-83C8-075D-324E-DF7E91F1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46187"/>
            <a:ext cx="8496300" cy="988803"/>
          </a:xfrm>
        </p:spPr>
        <p:txBody>
          <a:bodyPr/>
          <a:lstStyle/>
          <a:p>
            <a:r>
              <a:rPr lang="de-DE" dirty="0"/>
              <a:t>Konzept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6ED8978-7DC6-0F7E-F9C1-017093F9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C5DCC5-174C-B83F-3542-CB7650DB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BD2603-E969-8CD6-1F6D-A7C926D6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9997CDD-0FF9-DBA0-8DEF-996272D38EE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581293"/>
            <a:ext cx="8496300" cy="276999"/>
          </a:xfrm>
        </p:spPr>
        <p:txBody>
          <a:bodyPr/>
          <a:lstStyle/>
          <a:p>
            <a:r>
              <a:rPr lang="de-DE" dirty="0"/>
              <a:t>Strategie-Muster</a:t>
            </a:r>
          </a:p>
        </p:txBody>
      </p:sp>
      <p:sp>
        <p:nvSpPr>
          <p:cNvPr id="9" name="Flussdiagramm: Gespeicherte Daten 8">
            <a:extLst>
              <a:ext uri="{FF2B5EF4-FFF2-40B4-BE49-F238E27FC236}">
                <a16:creationId xmlns:a16="http://schemas.microsoft.com/office/drawing/2014/main" id="{F69CCDE0-E91B-5181-5CB7-246FEB0C958C}"/>
              </a:ext>
            </a:extLst>
          </p:cNvPr>
          <p:cNvSpPr/>
          <p:nvPr/>
        </p:nvSpPr>
        <p:spPr>
          <a:xfrm flipH="1">
            <a:off x="8463280" y="3011697"/>
            <a:ext cx="3175000" cy="920223"/>
          </a:xfrm>
          <a:prstGeom prst="flowChartOnlineStorage">
            <a:avLst/>
          </a:prstGeom>
          <a:solidFill>
            <a:schemeClr val="accent3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r>
              <a:rPr lang="de-DE" sz="1400" dirty="0" err="1">
                <a:solidFill>
                  <a:schemeClr val="bg1"/>
                </a:solidFill>
                <a:latin typeface="BarmeniaGothaer Offc" pitchFamily="2" charset="0"/>
              </a:rPr>
              <a:t>Fahrplanermittler</a:t>
            </a:r>
            <a:endParaRPr lang="de-DE" sz="1400" dirty="0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B2401DC-9A46-A08A-207C-EFFA358FE925}"/>
              </a:ext>
            </a:extLst>
          </p:cNvPr>
          <p:cNvGrpSpPr/>
          <p:nvPr/>
        </p:nvGrpSpPr>
        <p:grpSpPr>
          <a:xfrm>
            <a:off x="3919451" y="2016676"/>
            <a:ext cx="3093633" cy="2713535"/>
            <a:chOff x="3919451" y="2016676"/>
            <a:chExt cx="3093633" cy="2713535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C154E676-B382-6369-DE0D-4EDF973A2444}"/>
                </a:ext>
              </a:extLst>
            </p:cNvPr>
            <p:cNvSpPr/>
            <p:nvPr/>
          </p:nvSpPr>
          <p:spPr>
            <a:xfrm rot="1532969">
              <a:off x="3933153" y="2683641"/>
              <a:ext cx="3059635" cy="4571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0ADDAB6A-0D4F-E4E7-3774-54ABCEA01647}"/>
                </a:ext>
              </a:extLst>
            </p:cNvPr>
            <p:cNvSpPr/>
            <p:nvPr/>
          </p:nvSpPr>
          <p:spPr>
            <a:xfrm rot="20072471" flipV="1">
              <a:off x="3919451" y="4021794"/>
              <a:ext cx="3093633" cy="4571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A088C82-A840-1414-AAA6-A8CB3FA5703E}"/>
                </a:ext>
              </a:extLst>
            </p:cNvPr>
            <p:cNvSpPr/>
            <p:nvPr/>
          </p:nvSpPr>
          <p:spPr>
            <a:xfrm rot="16200000" flipV="1">
              <a:off x="2697660" y="3350584"/>
              <a:ext cx="2713535" cy="4571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C8E3CCF3-6875-4F91-709B-D41818C5F321}"/>
              </a:ext>
            </a:extLst>
          </p:cNvPr>
          <p:cNvGrpSpPr/>
          <p:nvPr/>
        </p:nvGrpSpPr>
        <p:grpSpPr>
          <a:xfrm>
            <a:off x="2708228" y="4356484"/>
            <a:ext cx="2646680" cy="920223"/>
            <a:chOff x="5461000" y="3011697"/>
            <a:chExt cx="2646680" cy="1915160"/>
          </a:xfrm>
          <a:solidFill>
            <a:schemeClr val="accent3"/>
          </a:solidFill>
        </p:grpSpPr>
        <p:sp>
          <p:nvSpPr>
            <p:cNvPr id="7" name="Flussdiagramm: Verzögerung 6">
              <a:extLst>
                <a:ext uri="{FF2B5EF4-FFF2-40B4-BE49-F238E27FC236}">
                  <a16:creationId xmlns:a16="http://schemas.microsoft.com/office/drawing/2014/main" id="{74496E48-C82E-EF12-5E5C-054475F664EF}"/>
                </a:ext>
              </a:extLst>
            </p:cNvPr>
            <p:cNvSpPr/>
            <p:nvPr/>
          </p:nvSpPr>
          <p:spPr>
            <a:xfrm>
              <a:off x="6941821" y="3011697"/>
              <a:ext cx="1165859" cy="1915160"/>
            </a:xfrm>
            <a:prstGeom prst="flowChartDelay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2CC58E4C-22A3-A6A2-7A1F-96E5C85B5D84}"/>
                </a:ext>
              </a:extLst>
            </p:cNvPr>
            <p:cNvSpPr/>
            <p:nvPr/>
          </p:nvSpPr>
          <p:spPr>
            <a:xfrm>
              <a:off x="5461000" y="3011697"/>
              <a:ext cx="1503680" cy="1915160"/>
            </a:xfrm>
            <a:prstGeom prst="rect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r>
                <a:rPr lang="de-DE" sz="1400" dirty="0">
                  <a:solidFill>
                    <a:schemeClr val="bg1"/>
                  </a:solidFill>
                  <a:latin typeface="BarmeniaGothaer Offc" pitchFamily="2" charset="0"/>
                </a:rPr>
                <a:t>Einfache Fahrt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48EF830-520B-E7EC-1F23-7BEA52ADA776}"/>
              </a:ext>
            </a:extLst>
          </p:cNvPr>
          <p:cNvGrpSpPr/>
          <p:nvPr/>
        </p:nvGrpSpPr>
        <p:grpSpPr>
          <a:xfrm>
            <a:off x="2779514" y="1457052"/>
            <a:ext cx="2722244" cy="920223"/>
            <a:chOff x="5385436" y="3011697"/>
            <a:chExt cx="2722244" cy="1915160"/>
          </a:xfrm>
          <a:solidFill>
            <a:srgbClr val="AAA0F0"/>
          </a:solidFill>
        </p:grpSpPr>
        <p:sp>
          <p:nvSpPr>
            <p:cNvPr id="21" name="Flussdiagramm: Verzögerung 20">
              <a:extLst>
                <a:ext uri="{FF2B5EF4-FFF2-40B4-BE49-F238E27FC236}">
                  <a16:creationId xmlns:a16="http://schemas.microsoft.com/office/drawing/2014/main" id="{19E18B52-B056-9911-5EDF-613F65E42FCD}"/>
                </a:ext>
              </a:extLst>
            </p:cNvPr>
            <p:cNvSpPr/>
            <p:nvPr/>
          </p:nvSpPr>
          <p:spPr>
            <a:xfrm>
              <a:off x="6941821" y="3011697"/>
              <a:ext cx="1165859" cy="1915160"/>
            </a:xfrm>
            <a:prstGeom prst="flowChartDelay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74C1ED03-D3C1-FBC0-5084-C4E2C23726F8}"/>
                </a:ext>
              </a:extLst>
            </p:cNvPr>
            <p:cNvSpPr/>
            <p:nvPr/>
          </p:nvSpPr>
          <p:spPr>
            <a:xfrm>
              <a:off x="5385436" y="3011697"/>
              <a:ext cx="1579244" cy="1915160"/>
            </a:xfrm>
            <a:prstGeom prst="rect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r>
                <a:rPr lang="de-DE" sz="1400" dirty="0">
                  <a:solidFill>
                    <a:schemeClr val="bg1"/>
                  </a:solidFill>
                  <a:latin typeface="BarmeniaGothaer Offc" pitchFamily="2" charset="0"/>
                </a:rPr>
                <a:t>Beidseitiges Warten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4B2DDD09-8A26-7001-1018-A663ABF9001A}"/>
              </a:ext>
            </a:extLst>
          </p:cNvPr>
          <p:cNvGrpSpPr/>
          <p:nvPr/>
        </p:nvGrpSpPr>
        <p:grpSpPr>
          <a:xfrm>
            <a:off x="5687516" y="3012885"/>
            <a:ext cx="2646680" cy="920223"/>
            <a:chOff x="5461000" y="3011697"/>
            <a:chExt cx="2646680" cy="1915160"/>
          </a:xfrm>
          <a:solidFill>
            <a:srgbClr val="AAA0F0"/>
          </a:solidFill>
        </p:grpSpPr>
        <p:sp>
          <p:nvSpPr>
            <p:cNvPr id="17" name="Flussdiagramm: Verzögerung 16">
              <a:extLst>
                <a:ext uri="{FF2B5EF4-FFF2-40B4-BE49-F238E27FC236}">
                  <a16:creationId xmlns:a16="http://schemas.microsoft.com/office/drawing/2014/main" id="{F6BB7918-8014-A903-6EDB-912DF91C5166}"/>
                </a:ext>
              </a:extLst>
            </p:cNvPr>
            <p:cNvSpPr/>
            <p:nvPr/>
          </p:nvSpPr>
          <p:spPr>
            <a:xfrm>
              <a:off x="6941821" y="3011697"/>
              <a:ext cx="1165859" cy="1915160"/>
            </a:xfrm>
            <a:prstGeom prst="flowChartDelay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F6C0361E-9052-872A-A206-D1E7FE59F98D}"/>
                </a:ext>
              </a:extLst>
            </p:cNvPr>
            <p:cNvSpPr/>
            <p:nvPr/>
          </p:nvSpPr>
          <p:spPr>
            <a:xfrm>
              <a:off x="5461000" y="3011697"/>
              <a:ext cx="1503680" cy="1915160"/>
            </a:xfrm>
            <a:prstGeom prst="rect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r>
                <a:rPr lang="de-DE" sz="1400" dirty="0">
                  <a:solidFill>
                    <a:schemeClr val="bg1"/>
                  </a:solidFill>
                  <a:latin typeface="BarmeniaGothaer Offc" pitchFamily="2" charset="0"/>
                </a:rPr>
                <a:t>Einseitiges Warten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4160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079D9-DBEA-AB1B-7ACF-CACC2A9E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BB009BB-1D95-2231-142E-C4776065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46187"/>
            <a:ext cx="8496300" cy="988803"/>
          </a:xfrm>
        </p:spPr>
        <p:txBody>
          <a:bodyPr/>
          <a:lstStyle/>
          <a:p>
            <a:r>
              <a:rPr lang="de-DE" dirty="0"/>
              <a:t>Konzept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721390D-969D-5DBA-7FE3-B6623B4E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56AAD7-6CB9-7DE4-9292-50400B1C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59A2F1-22BC-31CE-8DB9-47C505DA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D3894D-93D2-32C6-7B8D-AEEFF43FDE0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581293"/>
            <a:ext cx="8496300" cy="276999"/>
          </a:xfrm>
        </p:spPr>
        <p:txBody>
          <a:bodyPr/>
          <a:lstStyle/>
          <a:p>
            <a:r>
              <a:rPr lang="de-DE" dirty="0"/>
              <a:t>Strategie-Muster</a:t>
            </a:r>
          </a:p>
        </p:txBody>
      </p:sp>
      <p:sp>
        <p:nvSpPr>
          <p:cNvPr id="9" name="Flussdiagramm: Gespeicherte Daten 8">
            <a:extLst>
              <a:ext uri="{FF2B5EF4-FFF2-40B4-BE49-F238E27FC236}">
                <a16:creationId xmlns:a16="http://schemas.microsoft.com/office/drawing/2014/main" id="{6A7BBFC1-7353-C918-ADDF-8D00578185C8}"/>
              </a:ext>
            </a:extLst>
          </p:cNvPr>
          <p:cNvSpPr/>
          <p:nvPr/>
        </p:nvSpPr>
        <p:spPr>
          <a:xfrm flipH="1">
            <a:off x="8463280" y="3011697"/>
            <a:ext cx="3175000" cy="920223"/>
          </a:xfrm>
          <a:prstGeom prst="flowChartOnlineStorage">
            <a:avLst/>
          </a:prstGeom>
          <a:solidFill>
            <a:schemeClr val="accent3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r>
              <a:rPr lang="de-DE" sz="1400" dirty="0" err="1">
                <a:solidFill>
                  <a:schemeClr val="bg1"/>
                </a:solidFill>
                <a:latin typeface="BarmeniaGothaer Offc" pitchFamily="2" charset="0"/>
              </a:rPr>
              <a:t>Fahrplanermittler</a:t>
            </a:r>
            <a:endParaRPr lang="de-DE" sz="1400" dirty="0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895494EF-4450-907F-8BC4-259E4BAAB6A6}"/>
              </a:ext>
            </a:extLst>
          </p:cNvPr>
          <p:cNvGrpSpPr/>
          <p:nvPr/>
        </p:nvGrpSpPr>
        <p:grpSpPr>
          <a:xfrm>
            <a:off x="3919451" y="2016676"/>
            <a:ext cx="3093633" cy="2713535"/>
            <a:chOff x="3919451" y="2016676"/>
            <a:chExt cx="3093633" cy="2713535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47DB0F84-571D-0375-6535-B0AFE852B9E8}"/>
                </a:ext>
              </a:extLst>
            </p:cNvPr>
            <p:cNvSpPr/>
            <p:nvPr/>
          </p:nvSpPr>
          <p:spPr>
            <a:xfrm rot="1532969">
              <a:off x="3933153" y="2683641"/>
              <a:ext cx="3059635" cy="4571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68468C16-DEC6-8B82-7DC2-D6381658BB6D}"/>
                </a:ext>
              </a:extLst>
            </p:cNvPr>
            <p:cNvSpPr/>
            <p:nvPr/>
          </p:nvSpPr>
          <p:spPr>
            <a:xfrm rot="20072471" flipV="1">
              <a:off x="3919451" y="4021794"/>
              <a:ext cx="3093633" cy="4571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8610086C-B82A-4096-8B6D-F43949F27C09}"/>
                </a:ext>
              </a:extLst>
            </p:cNvPr>
            <p:cNvSpPr/>
            <p:nvPr/>
          </p:nvSpPr>
          <p:spPr>
            <a:xfrm rot="16200000" flipV="1">
              <a:off x="2697660" y="3350584"/>
              <a:ext cx="2713535" cy="4571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83194FDE-3007-BBAC-3BAA-433AA72B6102}"/>
              </a:ext>
            </a:extLst>
          </p:cNvPr>
          <p:cNvGrpSpPr/>
          <p:nvPr/>
        </p:nvGrpSpPr>
        <p:grpSpPr>
          <a:xfrm>
            <a:off x="2779514" y="1528396"/>
            <a:ext cx="2646680" cy="920223"/>
            <a:chOff x="5461000" y="3011697"/>
            <a:chExt cx="2646680" cy="1915160"/>
          </a:xfrm>
          <a:solidFill>
            <a:schemeClr val="accent3"/>
          </a:solidFill>
        </p:grpSpPr>
        <p:sp>
          <p:nvSpPr>
            <p:cNvPr id="7" name="Flussdiagramm: Verzögerung 6">
              <a:extLst>
                <a:ext uri="{FF2B5EF4-FFF2-40B4-BE49-F238E27FC236}">
                  <a16:creationId xmlns:a16="http://schemas.microsoft.com/office/drawing/2014/main" id="{48767CF2-3B99-D568-7CC1-E86A1E2121EE}"/>
                </a:ext>
              </a:extLst>
            </p:cNvPr>
            <p:cNvSpPr/>
            <p:nvPr/>
          </p:nvSpPr>
          <p:spPr>
            <a:xfrm>
              <a:off x="6941821" y="3011697"/>
              <a:ext cx="1165859" cy="1915160"/>
            </a:xfrm>
            <a:prstGeom prst="flowChartDelay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4031F5C-4A23-C016-DCD7-FCF6F48FA9CC}"/>
                </a:ext>
              </a:extLst>
            </p:cNvPr>
            <p:cNvSpPr/>
            <p:nvPr/>
          </p:nvSpPr>
          <p:spPr>
            <a:xfrm>
              <a:off x="5461000" y="3011697"/>
              <a:ext cx="1503680" cy="1915160"/>
            </a:xfrm>
            <a:prstGeom prst="rect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r>
                <a:rPr lang="de-DE" sz="1400" dirty="0">
                  <a:solidFill>
                    <a:schemeClr val="bg1"/>
                  </a:solidFill>
                  <a:latin typeface="BarmeniaGothaer Offc" pitchFamily="2" charset="0"/>
                </a:rPr>
                <a:t>Einfache Fahrt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9A48EA6-1667-48FA-C9AF-13F744729A7A}"/>
              </a:ext>
            </a:extLst>
          </p:cNvPr>
          <p:cNvGrpSpPr/>
          <p:nvPr/>
        </p:nvGrpSpPr>
        <p:grpSpPr>
          <a:xfrm>
            <a:off x="5552906" y="3009281"/>
            <a:ext cx="2722244" cy="920223"/>
            <a:chOff x="5385436" y="3011697"/>
            <a:chExt cx="2722244" cy="1915160"/>
          </a:xfrm>
          <a:solidFill>
            <a:srgbClr val="AAA0F0"/>
          </a:solidFill>
        </p:grpSpPr>
        <p:sp>
          <p:nvSpPr>
            <p:cNvPr id="21" name="Flussdiagramm: Verzögerung 20">
              <a:extLst>
                <a:ext uri="{FF2B5EF4-FFF2-40B4-BE49-F238E27FC236}">
                  <a16:creationId xmlns:a16="http://schemas.microsoft.com/office/drawing/2014/main" id="{C03793CE-1EE7-6D05-A13B-24D007ACA9C7}"/>
                </a:ext>
              </a:extLst>
            </p:cNvPr>
            <p:cNvSpPr/>
            <p:nvPr/>
          </p:nvSpPr>
          <p:spPr>
            <a:xfrm>
              <a:off x="6941821" y="3011697"/>
              <a:ext cx="1165859" cy="1915160"/>
            </a:xfrm>
            <a:prstGeom prst="flowChartDelay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F2406A57-488B-DC3C-F639-35BB6E1333ED}"/>
                </a:ext>
              </a:extLst>
            </p:cNvPr>
            <p:cNvSpPr/>
            <p:nvPr/>
          </p:nvSpPr>
          <p:spPr>
            <a:xfrm>
              <a:off x="5385436" y="3011697"/>
              <a:ext cx="1579244" cy="1915160"/>
            </a:xfrm>
            <a:prstGeom prst="rect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r>
                <a:rPr lang="de-DE" sz="1400" dirty="0">
                  <a:solidFill>
                    <a:schemeClr val="bg1"/>
                  </a:solidFill>
                  <a:latin typeface="BarmeniaGothaer Offc" pitchFamily="2" charset="0"/>
                </a:rPr>
                <a:t>Beidseitiges Warten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87F909DD-7A5E-7AC8-B025-91B37A9820FF}"/>
              </a:ext>
            </a:extLst>
          </p:cNvPr>
          <p:cNvGrpSpPr/>
          <p:nvPr/>
        </p:nvGrpSpPr>
        <p:grpSpPr>
          <a:xfrm>
            <a:off x="2779514" y="4259824"/>
            <a:ext cx="2646680" cy="920223"/>
            <a:chOff x="5461000" y="3011697"/>
            <a:chExt cx="2646680" cy="1915160"/>
          </a:xfrm>
          <a:solidFill>
            <a:srgbClr val="AAA0F0"/>
          </a:solidFill>
        </p:grpSpPr>
        <p:sp>
          <p:nvSpPr>
            <p:cNvPr id="17" name="Flussdiagramm: Verzögerung 16">
              <a:extLst>
                <a:ext uri="{FF2B5EF4-FFF2-40B4-BE49-F238E27FC236}">
                  <a16:creationId xmlns:a16="http://schemas.microsoft.com/office/drawing/2014/main" id="{8DD87144-0864-3613-DB70-79052D1BC8CF}"/>
                </a:ext>
              </a:extLst>
            </p:cNvPr>
            <p:cNvSpPr/>
            <p:nvPr/>
          </p:nvSpPr>
          <p:spPr>
            <a:xfrm>
              <a:off x="6941821" y="3011697"/>
              <a:ext cx="1165859" cy="1915160"/>
            </a:xfrm>
            <a:prstGeom prst="flowChartDelay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30E1CABF-C6AE-04BF-F23E-CE4087ABC91C}"/>
                </a:ext>
              </a:extLst>
            </p:cNvPr>
            <p:cNvSpPr/>
            <p:nvPr/>
          </p:nvSpPr>
          <p:spPr>
            <a:xfrm>
              <a:off x="5461000" y="3011697"/>
              <a:ext cx="1503680" cy="1915160"/>
            </a:xfrm>
            <a:prstGeom prst="rect">
              <a:avLst/>
            </a:prstGeom>
            <a:grpFill/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r>
                <a:rPr lang="de-DE" sz="1400" dirty="0">
                  <a:solidFill>
                    <a:schemeClr val="bg1"/>
                  </a:solidFill>
                  <a:latin typeface="BarmeniaGothaer Offc" pitchFamily="2" charset="0"/>
                </a:rPr>
                <a:t>Einseitiges Warten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2712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11D29-E1E2-6A1E-0619-9F314531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D760700-FC61-A5AD-5DDF-FAEA93B964D0}"/>
              </a:ext>
            </a:extLst>
          </p:cNvPr>
          <p:cNvGrpSpPr/>
          <p:nvPr/>
        </p:nvGrpSpPr>
        <p:grpSpPr>
          <a:xfrm>
            <a:off x="7677192" y="3354082"/>
            <a:ext cx="2969412" cy="1032169"/>
            <a:chOff x="7677192" y="934668"/>
            <a:chExt cx="2969412" cy="1032169"/>
          </a:xfrm>
        </p:grpSpPr>
        <p:sp>
          <p:nvSpPr>
            <p:cNvPr id="14" name="Freihandform 343">
              <a:extLst>
                <a:ext uri="{FF2B5EF4-FFF2-40B4-BE49-F238E27FC236}">
                  <a16:creationId xmlns:a16="http://schemas.microsoft.com/office/drawing/2014/main" id="{0153D879-F47B-A03E-B5A4-744555AFF300}"/>
                </a:ext>
              </a:extLst>
            </p:cNvPr>
            <p:cNvSpPr/>
            <p:nvPr/>
          </p:nvSpPr>
          <p:spPr>
            <a:xfrm rot="16200000">
              <a:off x="8911073" y="934862"/>
              <a:ext cx="443687" cy="443300"/>
            </a:xfrm>
            <a:custGeom>
              <a:avLst/>
              <a:gdLst>
                <a:gd name="connsiteX0" fmla="*/ 636406 w 648382"/>
                <a:gd name="connsiteY0" fmla="*/ 295382 h 614651"/>
                <a:gd name="connsiteX1" fmla="*/ 40830 w 648382"/>
                <a:gd name="connsiteY1" fmla="*/ 295382 h 614651"/>
                <a:gd name="connsiteX2" fmla="*/ 315732 w 648382"/>
                <a:gd name="connsiteY2" fmla="*/ 20439 h 614651"/>
                <a:gd name="connsiteX3" fmla="*/ 315732 w 648382"/>
                <a:gd name="connsiteY3" fmla="*/ 3508 h 614651"/>
                <a:gd name="connsiteX4" fmla="*/ 298790 w 648382"/>
                <a:gd name="connsiteY4" fmla="*/ 3508 h 614651"/>
                <a:gd name="connsiteX5" fmla="*/ 3441 w 648382"/>
                <a:gd name="connsiteY5" fmla="*/ 298910 h 614651"/>
                <a:gd name="connsiteX6" fmla="*/ 3353 w 648382"/>
                <a:gd name="connsiteY6" fmla="*/ 299038 h 614651"/>
                <a:gd name="connsiteX7" fmla="*/ 894 w 648382"/>
                <a:gd name="connsiteY7" fmla="*/ 302750 h 614651"/>
                <a:gd name="connsiteX8" fmla="*/ 742 w 648382"/>
                <a:gd name="connsiteY8" fmla="*/ 303245 h 614651"/>
                <a:gd name="connsiteX9" fmla="*/ 0 w 648382"/>
                <a:gd name="connsiteY9" fmla="*/ 307052 h 614651"/>
                <a:gd name="connsiteX10" fmla="*/ 0 w 648382"/>
                <a:gd name="connsiteY10" fmla="*/ 307731 h 614651"/>
                <a:gd name="connsiteX11" fmla="*/ 719 w 648382"/>
                <a:gd name="connsiteY11" fmla="*/ 311435 h 614651"/>
                <a:gd name="connsiteX12" fmla="*/ 910 w 648382"/>
                <a:gd name="connsiteY12" fmla="*/ 312041 h 614651"/>
                <a:gd name="connsiteX13" fmla="*/ 3257 w 648382"/>
                <a:gd name="connsiteY13" fmla="*/ 315578 h 614651"/>
                <a:gd name="connsiteX14" fmla="*/ 3433 w 648382"/>
                <a:gd name="connsiteY14" fmla="*/ 315841 h 614651"/>
                <a:gd name="connsiteX15" fmla="*/ 298782 w 648382"/>
                <a:gd name="connsiteY15" fmla="*/ 611147 h 614651"/>
                <a:gd name="connsiteX16" fmla="*/ 307253 w 648382"/>
                <a:gd name="connsiteY16" fmla="*/ 614651 h 614651"/>
                <a:gd name="connsiteX17" fmla="*/ 315724 w 648382"/>
                <a:gd name="connsiteY17" fmla="*/ 611147 h 614651"/>
                <a:gd name="connsiteX18" fmla="*/ 315724 w 648382"/>
                <a:gd name="connsiteY18" fmla="*/ 594216 h 614651"/>
                <a:gd name="connsiteX19" fmla="*/ 40798 w 648382"/>
                <a:gd name="connsiteY19" fmla="*/ 319329 h 614651"/>
                <a:gd name="connsiteX20" fmla="*/ 636406 w 648382"/>
                <a:gd name="connsiteY20" fmla="*/ 319329 h 614651"/>
                <a:gd name="connsiteX21" fmla="*/ 648382 w 648382"/>
                <a:gd name="connsiteY21" fmla="*/ 307356 h 614651"/>
                <a:gd name="connsiteX22" fmla="*/ 636406 w 648382"/>
                <a:gd name="connsiteY22" fmla="*/ 295382 h 61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8382" h="614651">
                  <a:moveTo>
                    <a:pt x="636406" y="295382"/>
                  </a:moveTo>
                  <a:lnTo>
                    <a:pt x="40830" y="295382"/>
                  </a:lnTo>
                  <a:lnTo>
                    <a:pt x="315732" y="20439"/>
                  </a:lnTo>
                  <a:cubicBezTo>
                    <a:pt x="320403" y="15762"/>
                    <a:pt x="320403" y="8178"/>
                    <a:pt x="315732" y="3508"/>
                  </a:cubicBezTo>
                  <a:cubicBezTo>
                    <a:pt x="311053" y="-1169"/>
                    <a:pt x="303469" y="-1169"/>
                    <a:pt x="298790" y="3508"/>
                  </a:cubicBezTo>
                  <a:lnTo>
                    <a:pt x="3441" y="298910"/>
                  </a:lnTo>
                  <a:cubicBezTo>
                    <a:pt x="3441" y="298910"/>
                    <a:pt x="3393" y="298998"/>
                    <a:pt x="3353" y="299038"/>
                  </a:cubicBezTo>
                  <a:cubicBezTo>
                    <a:pt x="2315" y="300108"/>
                    <a:pt x="1477" y="301353"/>
                    <a:pt x="894" y="302750"/>
                  </a:cubicBezTo>
                  <a:cubicBezTo>
                    <a:pt x="822" y="302917"/>
                    <a:pt x="798" y="303085"/>
                    <a:pt x="742" y="303245"/>
                  </a:cubicBezTo>
                  <a:cubicBezTo>
                    <a:pt x="303" y="304442"/>
                    <a:pt x="40" y="305711"/>
                    <a:pt x="0" y="307052"/>
                  </a:cubicBezTo>
                  <a:cubicBezTo>
                    <a:pt x="0" y="307284"/>
                    <a:pt x="0" y="307499"/>
                    <a:pt x="0" y="307731"/>
                  </a:cubicBezTo>
                  <a:cubicBezTo>
                    <a:pt x="40" y="309032"/>
                    <a:pt x="295" y="310269"/>
                    <a:pt x="719" y="311435"/>
                  </a:cubicBezTo>
                  <a:cubicBezTo>
                    <a:pt x="790" y="311642"/>
                    <a:pt x="822" y="311842"/>
                    <a:pt x="910" y="312041"/>
                  </a:cubicBezTo>
                  <a:cubicBezTo>
                    <a:pt x="1469" y="313367"/>
                    <a:pt x="2283" y="314548"/>
                    <a:pt x="3257" y="315578"/>
                  </a:cubicBezTo>
                  <a:cubicBezTo>
                    <a:pt x="3329" y="315658"/>
                    <a:pt x="3353" y="315761"/>
                    <a:pt x="3433" y="315841"/>
                  </a:cubicBezTo>
                  <a:lnTo>
                    <a:pt x="298782" y="611147"/>
                  </a:lnTo>
                  <a:cubicBezTo>
                    <a:pt x="301122" y="613486"/>
                    <a:pt x="304187" y="614651"/>
                    <a:pt x="307253" y="614651"/>
                  </a:cubicBezTo>
                  <a:cubicBezTo>
                    <a:pt x="310319" y="614651"/>
                    <a:pt x="313385" y="613486"/>
                    <a:pt x="315724" y="611147"/>
                  </a:cubicBezTo>
                  <a:cubicBezTo>
                    <a:pt x="320403" y="606469"/>
                    <a:pt x="320403" y="598894"/>
                    <a:pt x="315724" y="594216"/>
                  </a:cubicBezTo>
                  <a:lnTo>
                    <a:pt x="40798" y="319329"/>
                  </a:lnTo>
                  <a:lnTo>
                    <a:pt x="636406" y="319329"/>
                  </a:lnTo>
                  <a:cubicBezTo>
                    <a:pt x="643025" y="319329"/>
                    <a:pt x="648382" y="313965"/>
                    <a:pt x="648382" y="307356"/>
                  </a:cubicBezTo>
                  <a:cubicBezTo>
                    <a:pt x="648382" y="300746"/>
                    <a:pt x="643025" y="295382"/>
                    <a:pt x="636406" y="295382"/>
                  </a:cubicBez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490029B-9AF7-96AC-CD20-B36883ABE4E4}"/>
                </a:ext>
              </a:extLst>
            </p:cNvPr>
            <p:cNvSpPr txBox="1"/>
            <p:nvPr/>
          </p:nvSpPr>
          <p:spPr>
            <a:xfrm>
              <a:off x="7677192" y="1739762"/>
              <a:ext cx="2969412" cy="227075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pPr algn="l"/>
              <a:r>
                <a:rPr lang="de-DE" sz="1600" dirty="0"/>
                <a:t>Bahnhöfe doppelt gespeichert</a:t>
              </a:r>
            </a:p>
          </p:txBody>
        </p:sp>
      </p:grpSp>
      <p:sp>
        <p:nvSpPr>
          <p:cNvPr id="8" name="Titel 7">
            <a:extLst>
              <a:ext uri="{FF2B5EF4-FFF2-40B4-BE49-F238E27FC236}">
                <a16:creationId xmlns:a16="http://schemas.microsoft.com/office/drawing/2014/main" id="{75DAF951-AD12-B047-1E24-416A791A7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46187"/>
            <a:ext cx="8496300" cy="988803"/>
          </a:xfrm>
        </p:spPr>
        <p:txBody>
          <a:bodyPr/>
          <a:lstStyle/>
          <a:p>
            <a:r>
              <a:rPr lang="de-DE" dirty="0"/>
              <a:t>Konzept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6FADE7-394F-2A61-71C7-02A13F5B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23.06.2026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7F8A78-C35A-FA26-B45A-FA40CED7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418692-0F4D-7DD0-FDDB-8DAEE581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547D490-9010-E093-6268-A20B0909486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90068" y="934669"/>
            <a:ext cx="8496300" cy="276999"/>
          </a:xfrm>
        </p:spPr>
        <p:txBody>
          <a:bodyPr/>
          <a:lstStyle/>
          <a:p>
            <a:r>
              <a:rPr lang="de-DE" dirty="0"/>
              <a:t>Datenmodelle</a:t>
            </a:r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3700B6EA-5AC2-FAC3-A49A-E83D3085CDDA}"/>
              </a:ext>
            </a:extLst>
          </p:cNvPr>
          <p:cNvSpPr txBox="1">
            <a:spLocks/>
          </p:cNvSpPr>
          <p:nvPr/>
        </p:nvSpPr>
        <p:spPr>
          <a:xfrm>
            <a:off x="1169712" y="2208057"/>
            <a:ext cx="3013583" cy="2441885"/>
          </a:xfrm>
          <a:prstGeom prst="round2SameRect">
            <a:avLst>
              <a:gd name="adj1" fmla="val 1529"/>
              <a:gd name="adj2" fmla="val 1358"/>
            </a:avLst>
          </a:prstGeom>
          <a:solidFill>
            <a:schemeClr val="accent4"/>
          </a:solidFill>
        </p:spPr>
        <p:txBody>
          <a:bodyPr vert="horz" wrap="square" lIns="251999" tIns="251999" rIns="251999" bIns="251999" rtlCol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BarmeniaGothaer Offc"/>
              <a:buChar char="•"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8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2"/>
              </a:buBlip>
              <a:defRPr sz="12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5pPr>
            <a:lvl6pPr marL="172800" indent="-1728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BarmeniaGothaer Offc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FontTx/>
              <a:buNone/>
              <a:defRPr sz="18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7pPr>
            <a:lvl8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3"/>
              </a:buBlip>
              <a:defRPr sz="12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r>
              <a:rPr lang="de-DE" dirty="0">
                <a:latin typeface="+mj-lt"/>
              </a:rPr>
              <a:t>Bahnhof</a:t>
            </a:r>
          </a:p>
          <a:p>
            <a:pPr lvl="1"/>
            <a:r>
              <a:rPr lang="de-DE" dirty="0">
                <a:latin typeface="BarmeniaGothaer Offc" panose="020B0503020204020204" pitchFamily="34" charset="0"/>
              </a:rPr>
              <a:t>Name</a:t>
            </a: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HinAbfahrt</a:t>
            </a:r>
            <a:endParaRPr lang="de-DE" dirty="0">
              <a:latin typeface="BarmeniaGothaer Offc" panose="020B0503020204020204" pitchFamily="34" charset="0"/>
            </a:endParaRP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HinAnkunft</a:t>
            </a:r>
            <a:endParaRPr lang="de-DE" dirty="0">
              <a:latin typeface="BarmeniaGothaer Offc" panose="020B0503020204020204" pitchFamily="34" charset="0"/>
            </a:endParaRP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RueckAnkunft</a:t>
            </a:r>
            <a:endParaRPr lang="de-DE" dirty="0">
              <a:latin typeface="BarmeniaGothaer Offc" panose="020B0503020204020204" pitchFamily="34" charset="0"/>
            </a:endParaRP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RueckAbfahrt</a:t>
            </a:r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423E5707-C197-CD62-12D6-792EBA70B1E6}"/>
              </a:ext>
            </a:extLst>
          </p:cNvPr>
          <p:cNvSpPr txBox="1">
            <a:spLocks/>
          </p:cNvSpPr>
          <p:nvPr/>
        </p:nvSpPr>
        <p:spPr>
          <a:xfrm>
            <a:off x="7677192" y="2370152"/>
            <a:ext cx="3013583" cy="2117694"/>
          </a:xfrm>
          <a:prstGeom prst="round2SameRect">
            <a:avLst>
              <a:gd name="adj1" fmla="val 1529"/>
              <a:gd name="adj2" fmla="val 1358"/>
            </a:avLst>
          </a:prstGeom>
          <a:solidFill>
            <a:schemeClr val="accent4"/>
          </a:solidFill>
        </p:spPr>
        <p:txBody>
          <a:bodyPr vert="horz" wrap="square" lIns="251999" tIns="251999" rIns="251999" bIns="251999" rtlCol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BarmeniaGothaer Offc"/>
              <a:buChar char="•"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8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2"/>
              </a:buBlip>
              <a:defRPr sz="12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5pPr>
            <a:lvl6pPr marL="172800" indent="-1728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BarmeniaGothaer Offc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FontTx/>
              <a:buNone/>
              <a:defRPr sz="18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7pPr>
            <a:lvl8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3"/>
              </a:buBlip>
              <a:defRPr sz="12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r>
              <a:rPr lang="de-DE" dirty="0">
                <a:latin typeface="+mj-lt"/>
              </a:rPr>
              <a:t>Strecke</a:t>
            </a:r>
          </a:p>
          <a:p>
            <a:pPr lvl="1"/>
            <a:r>
              <a:rPr lang="de-DE" dirty="0">
                <a:latin typeface="BarmeniaGothaer Offc" panose="020B0503020204020204" pitchFamily="34" charset="0"/>
              </a:rPr>
              <a:t>Bahnhof1</a:t>
            </a:r>
          </a:p>
          <a:p>
            <a:pPr lvl="1"/>
            <a:r>
              <a:rPr lang="de-DE" dirty="0">
                <a:latin typeface="BarmeniaGothaer Offc" panose="020B0503020204020204" pitchFamily="34" charset="0"/>
              </a:rPr>
              <a:t>Bahnhof2</a:t>
            </a:r>
          </a:p>
          <a:p>
            <a:pPr lvl="1"/>
            <a:r>
              <a:rPr lang="de-DE" dirty="0">
                <a:latin typeface="BarmeniaGothaer Offc" panose="020B0503020204020204" pitchFamily="34" charset="0"/>
              </a:rPr>
              <a:t>Dauer</a:t>
            </a: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kollision</a:t>
            </a:r>
            <a:endParaRPr lang="de-DE" dirty="0">
              <a:latin typeface="BarmeniaGothaer Offc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661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13B6-E9FD-4AD3-D9C3-50CBBCDB4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7712620-EBD9-E013-C339-45E877C0995D}"/>
              </a:ext>
            </a:extLst>
          </p:cNvPr>
          <p:cNvGrpSpPr/>
          <p:nvPr/>
        </p:nvGrpSpPr>
        <p:grpSpPr>
          <a:xfrm>
            <a:off x="7721363" y="4746002"/>
            <a:ext cx="2969412" cy="1032169"/>
            <a:chOff x="7677192" y="934668"/>
            <a:chExt cx="2969412" cy="1032169"/>
          </a:xfrm>
        </p:grpSpPr>
        <p:sp>
          <p:nvSpPr>
            <p:cNvPr id="14" name="Freihandform 343">
              <a:extLst>
                <a:ext uri="{FF2B5EF4-FFF2-40B4-BE49-F238E27FC236}">
                  <a16:creationId xmlns:a16="http://schemas.microsoft.com/office/drawing/2014/main" id="{A7620421-BCA9-4A83-3E65-9C6E6A6CA368}"/>
                </a:ext>
              </a:extLst>
            </p:cNvPr>
            <p:cNvSpPr/>
            <p:nvPr/>
          </p:nvSpPr>
          <p:spPr>
            <a:xfrm rot="16200000">
              <a:off x="8911073" y="934862"/>
              <a:ext cx="443687" cy="443300"/>
            </a:xfrm>
            <a:custGeom>
              <a:avLst/>
              <a:gdLst>
                <a:gd name="connsiteX0" fmla="*/ 636406 w 648382"/>
                <a:gd name="connsiteY0" fmla="*/ 295382 h 614651"/>
                <a:gd name="connsiteX1" fmla="*/ 40830 w 648382"/>
                <a:gd name="connsiteY1" fmla="*/ 295382 h 614651"/>
                <a:gd name="connsiteX2" fmla="*/ 315732 w 648382"/>
                <a:gd name="connsiteY2" fmla="*/ 20439 h 614651"/>
                <a:gd name="connsiteX3" fmla="*/ 315732 w 648382"/>
                <a:gd name="connsiteY3" fmla="*/ 3508 h 614651"/>
                <a:gd name="connsiteX4" fmla="*/ 298790 w 648382"/>
                <a:gd name="connsiteY4" fmla="*/ 3508 h 614651"/>
                <a:gd name="connsiteX5" fmla="*/ 3441 w 648382"/>
                <a:gd name="connsiteY5" fmla="*/ 298910 h 614651"/>
                <a:gd name="connsiteX6" fmla="*/ 3353 w 648382"/>
                <a:gd name="connsiteY6" fmla="*/ 299038 h 614651"/>
                <a:gd name="connsiteX7" fmla="*/ 894 w 648382"/>
                <a:gd name="connsiteY7" fmla="*/ 302750 h 614651"/>
                <a:gd name="connsiteX8" fmla="*/ 742 w 648382"/>
                <a:gd name="connsiteY8" fmla="*/ 303245 h 614651"/>
                <a:gd name="connsiteX9" fmla="*/ 0 w 648382"/>
                <a:gd name="connsiteY9" fmla="*/ 307052 h 614651"/>
                <a:gd name="connsiteX10" fmla="*/ 0 w 648382"/>
                <a:gd name="connsiteY10" fmla="*/ 307731 h 614651"/>
                <a:gd name="connsiteX11" fmla="*/ 719 w 648382"/>
                <a:gd name="connsiteY11" fmla="*/ 311435 h 614651"/>
                <a:gd name="connsiteX12" fmla="*/ 910 w 648382"/>
                <a:gd name="connsiteY12" fmla="*/ 312041 h 614651"/>
                <a:gd name="connsiteX13" fmla="*/ 3257 w 648382"/>
                <a:gd name="connsiteY13" fmla="*/ 315578 h 614651"/>
                <a:gd name="connsiteX14" fmla="*/ 3433 w 648382"/>
                <a:gd name="connsiteY14" fmla="*/ 315841 h 614651"/>
                <a:gd name="connsiteX15" fmla="*/ 298782 w 648382"/>
                <a:gd name="connsiteY15" fmla="*/ 611147 h 614651"/>
                <a:gd name="connsiteX16" fmla="*/ 307253 w 648382"/>
                <a:gd name="connsiteY16" fmla="*/ 614651 h 614651"/>
                <a:gd name="connsiteX17" fmla="*/ 315724 w 648382"/>
                <a:gd name="connsiteY17" fmla="*/ 611147 h 614651"/>
                <a:gd name="connsiteX18" fmla="*/ 315724 w 648382"/>
                <a:gd name="connsiteY18" fmla="*/ 594216 h 614651"/>
                <a:gd name="connsiteX19" fmla="*/ 40798 w 648382"/>
                <a:gd name="connsiteY19" fmla="*/ 319329 h 614651"/>
                <a:gd name="connsiteX20" fmla="*/ 636406 w 648382"/>
                <a:gd name="connsiteY20" fmla="*/ 319329 h 614651"/>
                <a:gd name="connsiteX21" fmla="*/ 648382 w 648382"/>
                <a:gd name="connsiteY21" fmla="*/ 307356 h 614651"/>
                <a:gd name="connsiteX22" fmla="*/ 636406 w 648382"/>
                <a:gd name="connsiteY22" fmla="*/ 295382 h 61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8382" h="614651">
                  <a:moveTo>
                    <a:pt x="636406" y="295382"/>
                  </a:moveTo>
                  <a:lnTo>
                    <a:pt x="40830" y="295382"/>
                  </a:lnTo>
                  <a:lnTo>
                    <a:pt x="315732" y="20439"/>
                  </a:lnTo>
                  <a:cubicBezTo>
                    <a:pt x="320403" y="15762"/>
                    <a:pt x="320403" y="8178"/>
                    <a:pt x="315732" y="3508"/>
                  </a:cubicBezTo>
                  <a:cubicBezTo>
                    <a:pt x="311053" y="-1169"/>
                    <a:pt x="303469" y="-1169"/>
                    <a:pt x="298790" y="3508"/>
                  </a:cubicBezTo>
                  <a:lnTo>
                    <a:pt x="3441" y="298910"/>
                  </a:lnTo>
                  <a:cubicBezTo>
                    <a:pt x="3441" y="298910"/>
                    <a:pt x="3393" y="298998"/>
                    <a:pt x="3353" y="299038"/>
                  </a:cubicBezTo>
                  <a:cubicBezTo>
                    <a:pt x="2315" y="300108"/>
                    <a:pt x="1477" y="301353"/>
                    <a:pt x="894" y="302750"/>
                  </a:cubicBezTo>
                  <a:cubicBezTo>
                    <a:pt x="822" y="302917"/>
                    <a:pt x="798" y="303085"/>
                    <a:pt x="742" y="303245"/>
                  </a:cubicBezTo>
                  <a:cubicBezTo>
                    <a:pt x="303" y="304442"/>
                    <a:pt x="40" y="305711"/>
                    <a:pt x="0" y="307052"/>
                  </a:cubicBezTo>
                  <a:cubicBezTo>
                    <a:pt x="0" y="307284"/>
                    <a:pt x="0" y="307499"/>
                    <a:pt x="0" y="307731"/>
                  </a:cubicBezTo>
                  <a:cubicBezTo>
                    <a:pt x="40" y="309032"/>
                    <a:pt x="295" y="310269"/>
                    <a:pt x="719" y="311435"/>
                  </a:cubicBezTo>
                  <a:cubicBezTo>
                    <a:pt x="790" y="311642"/>
                    <a:pt x="822" y="311842"/>
                    <a:pt x="910" y="312041"/>
                  </a:cubicBezTo>
                  <a:cubicBezTo>
                    <a:pt x="1469" y="313367"/>
                    <a:pt x="2283" y="314548"/>
                    <a:pt x="3257" y="315578"/>
                  </a:cubicBezTo>
                  <a:cubicBezTo>
                    <a:pt x="3329" y="315658"/>
                    <a:pt x="3353" y="315761"/>
                    <a:pt x="3433" y="315841"/>
                  </a:cubicBezTo>
                  <a:lnTo>
                    <a:pt x="298782" y="611147"/>
                  </a:lnTo>
                  <a:cubicBezTo>
                    <a:pt x="301122" y="613486"/>
                    <a:pt x="304187" y="614651"/>
                    <a:pt x="307253" y="614651"/>
                  </a:cubicBezTo>
                  <a:cubicBezTo>
                    <a:pt x="310319" y="614651"/>
                    <a:pt x="313385" y="613486"/>
                    <a:pt x="315724" y="611147"/>
                  </a:cubicBezTo>
                  <a:cubicBezTo>
                    <a:pt x="320403" y="606469"/>
                    <a:pt x="320403" y="598894"/>
                    <a:pt x="315724" y="594216"/>
                  </a:cubicBezTo>
                  <a:lnTo>
                    <a:pt x="40798" y="319329"/>
                  </a:lnTo>
                  <a:lnTo>
                    <a:pt x="636406" y="319329"/>
                  </a:lnTo>
                  <a:cubicBezTo>
                    <a:pt x="643025" y="319329"/>
                    <a:pt x="648382" y="313965"/>
                    <a:pt x="648382" y="307356"/>
                  </a:cubicBezTo>
                  <a:cubicBezTo>
                    <a:pt x="648382" y="300746"/>
                    <a:pt x="643025" y="295382"/>
                    <a:pt x="636406" y="295382"/>
                  </a:cubicBez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94C42FAE-544D-58AA-682F-7E3F32CABFFB}"/>
                </a:ext>
              </a:extLst>
            </p:cNvPr>
            <p:cNvSpPr txBox="1"/>
            <p:nvPr/>
          </p:nvSpPr>
          <p:spPr>
            <a:xfrm>
              <a:off x="7677192" y="1739762"/>
              <a:ext cx="2969412" cy="227075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pPr algn="l"/>
              <a:r>
                <a:rPr lang="de-DE" sz="1600" dirty="0"/>
                <a:t>Bahnhöfe doppelt gespeichert</a:t>
              </a:r>
            </a:p>
          </p:txBody>
        </p:sp>
      </p:grpSp>
      <p:sp>
        <p:nvSpPr>
          <p:cNvPr id="8" name="Titel 7">
            <a:extLst>
              <a:ext uri="{FF2B5EF4-FFF2-40B4-BE49-F238E27FC236}">
                <a16:creationId xmlns:a16="http://schemas.microsoft.com/office/drawing/2014/main" id="{09C15F00-D4C9-4B30-82C9-5A04E112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46187"/>
            <a:ext cx="8496300" cy="988803"/>
          </a:xfrm>
        </p:spPr>
        <p:txBody>
          <a:bodyPr/>
          <a:lstStyle/>
          <a:p>
            <a:r>
              <a:rPr lang="de-DE" dirty="0"/>
              <a:t>Konzept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A4FE81-7D28-695D-E4C2-F367A5C5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23.06.2026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1F2F4A-789E-1293-106D-CD1808E2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0362FB-A6C4-BF5D-DA17-BB3E3C9A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B587D35-8D41-3623-E262-B4F442C1B92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90068" y="934669"/>
            <a:ext cx="8496300" cy="276999"/>
          </a:xfrm>
        </p:spPr>
        <p:txBody>
          <a:bodyPr/>
          <a:lstStyle/>
          <a:p>
            <a:r>
              <a:rPr lang="de-DE" dirty="0"/>
              <a:t>Datenmodelle</a:t>
            </a:r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5087E5D8-428B-66AF-AB41-5B3C0BD0D04D}"/>
              </a:ext>
            </a:extLst>
          </p:cNvPr>
          <p:cNvSpPr txBox="1">
            <a:spLocks/>
          </p:cNvSpPr>
          <p:nvPr/>
        </p:nvSpPr>
        <p:spPr>
          <a:xfrm>
            <a:off x="1169712" y="2208057"/>
            <a:ext cx="3013583" cy="2441885"/>
          </a:xfrm>
          <a:prstGeom prst="round2SameRect">
            <a:avLst>
              <a:gd name="adj1" fmla="val 1529"/>
              <a:gd name="adj2" fmla="val 1358"/>
            </a:avLst>
          </a:prstGeom>
          <a:solidFill>
            <a:schemeClr val="accent4"/>
          </a:solidFill>
        </p:spPr>
        <p:txBody>
          <a:bodyPr vert="horz" wrap="square" lIns="251999" tIns="251999" rIns="251999" bIns="251999" rtlCol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BarmeniaGothaer Offc"/>
              <a:buChar char="•"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8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2"/>
              </a:buBlip>
              <a:defRPr sz="12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5pPr>
            <a:lvl6pPr marL="172800" indent="-1728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BarmeniaGothaer Offc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FontTx/>
              <a:buNone/>
              <a:defRPr sz="18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7pPr>
            <a:lvl8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3"/>
              </a:buBlip>
              <a:defRPr sz="12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r>
              <a:rPr lang="de-DE" dirty="0">
                <a:latin typeface="+mj-lt"/>
              </a:rPr>
              <a:t>Bahnhof</a:t>
            </a:r>
          </a:p>
          <a:p>
            <a:pPr lvl="1"/>
            <a:r>
              <a:rPr lang="de-DE" dirty="0">
                <a:latin typeface="BarmeniaGothaer Offc" panose="020B0503020204020204" pitchFamily="34" charset="0"/>
              </a:rPr>
              <a:t>Name</a:t>
            </a: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HinAbfahrt</a:t>
            </a:r>
            <a:endParaRPr lang="de-DE" dirty="0">
              <a:latin typeface="BarmeniaGothaer Offc" panose="020B0503020204020204" pitchFamily="34" charset="0"/>
            </a:endParaRP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HinAnkunft</a:t>
            </a:r>
            <a:endParaRPr lang="de-DE" dirty="0">
              <a:latin typeface="BarmeniaGothaer Offc" panose="020B0503020204020204" pitchFamily="34" charset="0"/>
            </a:endParaRP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RueckAnkunft</a:t>
            </a:r>
            <a:endParaRPr lang="de-DE" dirty="0">
              <a:latin typeface="BarmeniaGothaer Offc" panose="020B0503020204020204" pitchFamily="34" charset="0"/>
            </a:endParaRP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RueckAbfahrt</a:t>
            </a:r>
            <a:endParaRPr lang="de-DE" dirty="0">
              <a:latin typeface="BarmeniaGothaer Offc" panose="020B0503020204020204" pitchFamily="34" charset="0"/>
            </a:endParaRP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9DB66642-4839-3B26-0AAB-E290D614E32D}"/>
              </a:ext>
            </a:extLst>
          </p:cNvPr>
          <p:cNvSpPr txBox="1">
            <a:spLocks/>
          </p:cNvSpPr>
          <p:nvPr/>
        </p:nvSpPr>
        <p:spPr>
          <a:xfrm>
            <a:off x="7677192" y="2370152"/>
            <a:ext cx="3013583" cy="2117694"/>
          </a:xfrm>
          <a:prstGeom prst="round2SameRect">
            <a:avLst>
              <a:gd name="adj1" fmla="val 1529"/>
              <a:gd name="adj2" fmla="val 1358"/>
            </a:avLst>
          </a:prstGeom>
          <a:solidFill>
            <a:schemeClr val="accent4"/>
          </a:solidFill>
        </p:spPr>
        <p:txBody>
          <a:bodyPr vert="horz" wrap="square" lIns="251999" tIns="251999" rIns="251999" bIns="251999" rtlCol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BarmeniaGothaer Offc"/>
              <a:buChar char="•"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8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2"/>
              </a:buBlip>
              <a:defRPr sz="12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5pPr>
            <a:lvl6pPr marL="172800" indent="-1728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BarmeniaGothaer Offc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FontTx/>
              <a:buNone/>
              <a:defRPr sz="1800" b="0" i="0" kern="1200">
                <a:solidFill>
                  <a:schemeClr val="tx1"/>
                </a:solidFill>
                <a:latin typeface="BarmeniaGothaer Offc" pitchFamily="2" charset="0"/>
                <a:ea typeface="+mn-ea"/>
                <a:cs typeface="+mn-cs"/>
              </a:defRPr>
            </a:lvl7pPr>
            <a:lvl8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3"/>
              </a:buBlip>
              <a:defRPr sz="12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" pitchFamily="2" charset="0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</a:pPr>
            <a:r>
              <a:rPr lang="de-DE" dirty="0">
                <a:latin typeface="+mj-lt"/>
              </a:rPr>
              <a:t>Strecke</a:t>
            </a:r>
          </a:p>
          <a:p>
            <a:pPr lvl="1"/>
            <a:r>
              <a:rPr lang="de-DE" dirty="0">
                <a:latin typeface="BarmeniaGothaer Offc" panose="020B0503020204020204" pitchFamily="34" charset="0"/>
              </a:rPr>
              <a:t>Bahnhof1</a:t>
            </a:r>
          </a:p>
          <a:p>
            <a:pPr lvl="1"/>
            <a:r>
              <a:rPr lang="de-DE" dirty="0">
                <a:latin typeface="BarmeniaGothaer Offc" panose="020B0503020204020204" pitchFamily="34" charset="0"/>
              </a:rPr>
              <a:t>Bahnhof2</a:t>
            </a:r>
          </a:p>
          <a:p>
            <a:pPr lvl="1"/>
            <a:r>
              <a:rPr lang="de-DE" dirty="0">
                <a:latin typeface="BarmeniaGothaer Offc" panose="020B0503020204020204" pitchFamily="34" charset="0"/>
              </a:rPr>
              <a:t>Dauer</a:t>
            </a:r>
          </a:p>
          <a:p>
            <a:pPr lvl="1"/>
            <a:r>
              <a:rPr lang="de-DE" dirty="0" err="1">
                <a:latin typeface="BarmeniaGothaer Offc" panose="020B0503020204020204" pitchFamily="34" charset="0"/>
              </a:rPr>
              <a:t>kollision</a:t>
            </a:r>
            <a:endParaRPr lang="de-DE" dirty="0">
              <a:latin typeface="BarmeniaGothaer Offc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081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BB133-6B4B-B1EF-927C-F76E5052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C44C150-5773-8836-833E-E77844E9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387560"/>
            <a:ext cx="7055781" cy="988803"/>
          </a:xfrm>
        </p:spPr>
        <p:txBody>
          <a:bodyPr/>
          <a:lstStyle/>
          <a:p>
            <a:r>
              <a:rPr lang="de-DE" dirty="0"/>
              <a:t>Konzept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B18AA2-542C-6E16-B037-9C3C1E02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23.06.2026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069046-532E-B718-B7E5-C0B988E5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C28785-DF87-E394-58A3-21601666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99083FA6-4BE0-E753-0B7E-494794B94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2820435"/>
            <a:ext cx="4773296" cy="1427481"/>
          </a:xfrm>
        </p:spPr>
        <p:txBody>
          <a:bodyPr/>
          <a:lstStyle/>
          <a:p>
            <a:pPr lvl="1"/>
            <a:r>
              <a:rPr lang="de-DE" dirty="0"/>
              <a:t>Bahnlinien bestehen aus Listen an Strecke-Objekte</a:t>
            </a:r>
          </a:p>
          <a:p>
            <a:pPr lvl="1"/>
            <a:r>
              <a:rPr lang="de-DE" dirty="0"/>
              <a:t>Strecke-Objekt enthält beide Bahnhöfe</a:t>
            </a:r>
          </a:p>
          <a:p>
            <a:pPr lvl="1"/>
            <a:r>
              <a:rPr lang="de-DE" dirty="0"/>
              <a:t>Bahnhöfe enthalten Ankunfts- und Abfahrtszeiten</a:t>
            </a:r>
          </a:p>
          <a:p>
            <a:pPr lvl="1"/>
            <a:r>
              <a:rPr lang="de-DE" dirty="0"/>
              <a:t>Zeitintervalle werden auf Überlappung geprüft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2E23BB7-913A-7AC9-03FE-426DD60BF03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4" y="1581293"/>
            <a:ext cx="7055782" cy="276999"/>
          </a:xfrm>
        </p:spPr>
        <p:txBody>
          <a:bodyPr/>
          <a:lstStyle/>
          <a:p>
            <a:r>
              <a:rPr lang="de-DE" dirty="0"/>
              <a:t>Kollisionsprüfung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D03C14F-602F-2B3E-9BC6-930D536F40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67775" y="1877186"/>
            <a:ext cx="2628901" cy="426912"/>
          </a:xfrm>
        </p:spPr>
        <p:txBody>
          <a:bodyPr/>
          <a:lstStyle/>
          <a:p>
            <a:r>
              <a:rPr lang="de-DE" dirty="0"/>
              <a:t>Wie werden Kollisionen vom System gefunden?</a:t>
            </a:r>
          </a:p>
        </p:txBody>
      </p:sp>
      <p:pic>
        <p:nvPicPr>
          <p:cNvPr id="13" name="Grafik 12" descr="Zug mit einfarbiger Füllung">
            <a:extLst>
              <a:ext uri="{FF2B5EF4-FFF2-40B4-BE49-F238E27FC236}">
                <a16:creationId xmlns:a16="http://schemas.microsoft.com/office/drawing/2014/main" id="{AE7CEB63-AA10-D68B-595E-BE5E6A5689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46920" y="2715260"/>
            <a:ext cx="1427480" cy="142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53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42DD-F7BC-0469-34BB-56564FA2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30D008D-D87D-BB2A-4FB4-7697159A28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361" y="3064585"/>
            <a:ext cx="1738312" cy="1329595"/>
          </a:xfrm>
        </p:spPr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E332E1C-1A06-5342-D6C2-27FA0B7E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002" y="1462223"/>
            <a:ext cx="8423573" cy="2852737"/>
          </a:xfrm>
        </p:spPr>
        <p:txBody>
          <a:bodyPr/>
          <a:lstStyle/>
          <a:p>
            <a:br>
              <a:rPr lang="de-DE" dirty="0"/>
            </a:br>
            <a:r>
              <a:rPr lang="de-DE" dirty="0"/>
              <a:t>Algorithmen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A03371D-A1DA-FF87-587C-C183FB4E5A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AA2B1F9D-C5E1-F544-B877-2E82FF0C8A50}" type="datetime1">
              <a:rPr lang="de-DE"/>
              <a:pPr/>
              <a:t>23.06.2026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60C573-C391-9B6D-30B8-4049E7F97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1C0388-1E50-A1F3-B7EE-C7962F7A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0159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BBAA7-EEE2-42CA-02AD-B46E9334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56851F5-7774-225A-D082-DD1EF6C9E844}"/>
              </a:ext>
            </a:extLst>
          </p:cNvPr>
          <p:cNvGrpSpPr/>
          <p:nvPr/>
        </p:nvGrpSpPr>
        <p:grpSpPr>
          <a:xfrm>
            <a:off x="1332618" y="1628922"/>
            <a:ext cx="3405600" cy="1320914"/>
            <a:chOff x="479425" y="1843926"/>
            <a:chExt cx="3574798" cy="1320914"/>
          </a:xfrm>
        </p:grpSpPr>
        <p:sp>
          <p:nvSpPr>
            <p:cNvPr id="7" name="Textplatzhalter 31">
              <a:extLst>
                <a:ext uri="{FF2B5EF4-FFF2-40B4-BE49-F238E27FC236}">
                  <a16:creationId xmlns:a16="http://schemas.microsoft.com/office/drawing/2014/main" id="{2CCFBD56-0EB5-E150-6689-A3D1534E422D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574798" cy="479706"/>
            </a:xfrm>
            <a:prstGeom prst="round2SameRect">
              <a:avLst>
                <a:gd name="adj1" fmla="val 7805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5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Einfache Fahrt</a:t>
              </a:r>
            </a:p>
          </p:txBody>
        </p:sp>
        <p:sp>
          <p:nvSpPr>
            <p:cNvPr id="15" name="Inhaltsplatzhalter 5">
              <a:extLst>
                <a:ext uri="{FF2B5EF4-FFF2-40B4-BE49-F238E27FC236}">
                  <a16:creationId xmlns:a16="http://schemas.microsoft.com/office/drawing/2014/main" id="{E1714E15-A90E-AB92-562B-DD482302C52A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2323632"/>
              <a:ext cx="3574795" cy="841208"/>
            </a:xfrm>
            <a:prstGeom prst="round2SameRect">
              <a:avLst>
                <a:gd name="adj1" fmla="val 0"/>
                <a:gd name="adj2" fmla="val 1366"/>
              </a:avLst>
            </a:prstGeom>
            <a:solidFill>
              <a:schemeClr val="bg1"/>
            </a:solidFill>
          </p:spPr>
          <p:txBody>
            <a:bodyPr lIns="251999" tIns="251999" rIns="251999" bIns="251999"/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5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solidFill>
                    <a:schemeClr val="tx1"/>
                  </a:solidFill>
                  <a:latin typeface="BarmeniaGothaer Offc" panose="020B0503020204020204" pitchFamily="34" charset="0"/>
                </a:rPr>
                <a:t>Kollisionen werden ignoriert</a:t>
              </a:r>
            </a:p>
          </p:txBody>
        </p:sp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5FAFF9A8-408D-1BEE-E90B-510D9AC3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Algorithmen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22EEEF-9344-4909-9FFC-7B1D2C1A38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1558D8ED-1857-2C43-9861-232BF5AD34AA}" type="datetime1">
              <a:rPr lang="de-DE" smtClean="0"/>
              <a:pPr/>
              <a:t>23.06.2026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C324B0-68C1-DA6E-3F9E-63698B1D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7CD8BF-A2D2-8663-2F03-C41ADADD5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24</a:t>
            </a:fld>
            <a:endParaRPr lang="de-DE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CEF1E35-DEC6-A5B3-EBEC-51B195B02F92}"/>
              </a:ext>
            </a:extLst>
          </p:cNvPr>
          <p:cNvGrpSpPr/>
          <p:nvPr/>
        </p:nvGrpSpPr>
        <p:grpSpPr>
          <a:xfrm>
            <a:off x="13980136" y="1398488"/>
            <a:ext cx="3405600" cy="1901620"/>
            <a:chOff x="4310165" y="1843926"/>
            <a:chExt cx="3574798" cy="1901620"/>
          </a:xfrm>
        </p:grpSpPr>
        <p:sp>
          <p:nvSpPr>
            <p:cNvPr id="12" name="Textplatzhalter 31">
              <a:extLst>
                <a:ext uri="{FF2B5EF4-FFF2-40B4-BE49-F238E27FC236}">
                  <a16:creationId xmlns:a16="http://schemas.microsoft.com/office/drawing/2014/main" id="{AE915BC4-4B77-867F-C0C5-AE3DA06B0EE7}"/>
                </a:ext>
              </a:extLst>
            </p:cNvPr>
            <p:cNvSpPr txBox="1">
              <a:spLocks/>
            </p:cNvSpPr>
            <p:nvPr/>
          </p:nvSpPr>
          <p:spPr>
            <a:xfrm>
              <a:off x="4310165" y="1843926"/>
              <a:ext cx="3574798" cy="479706"/>
            </a:xfrm>
            <a:prstGeom prst="round2SameRect">
              <a:avLst>
                <a:gd name="adj1" fmla="val 7805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5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Einseitiges Warten</a:t>
              </a:r>
            </a:p>
          </p:txBody>
        </p:sp>
        <p:sp>
          <p:nvSpPr>
            <p:cNvPr id="18" name="Inhaltsplatzhalter 5">
              <a:extLst>
                <a:ext uri="{FF2B5EF4-FFF2-40B4-BE49-F238E27FC236}">
                  <a16:creationId xmlns:a16="http://schemas.microsoft.com/office/drawing/2014/main" id="{094905EB-B046-EFA7-A493-FB02E11829E7}"/>
                </a:ext>
              </a:extLst>
            </p:cNvPr>
            <p:cNvSpPr txBox="1">
              <a:spLocks/>
            </p:cNvSpPr>
            <p:nvPr/>
          </p:nvSpPr>
          <p:spPr>
            <a:xfrm>
              <a:off x="4310166" y="2323631"/>
              <a:ext cx="3574795" cy="1421915"/>
            </a:xfrm>
            <a:prstGeom prst="round2SameRect">
              <a:avLst>
                <a:gd name="adj1" fmla="val 0"/>
                <a:gd name="adj2" fmla="val 1366"/>
              </a:avLst>
            </a:prstGeom>
            <a:solidFill>
              <a:schemeClr val="bg1"/>
            </a:solidFill>
          </p:spPr>
          <p:txBody>
            <a:bodyPr lIns="251999" tIns="251999" rIns="251999" bIns="251999"/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5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Kollisionsfindung durch Einfache Fahrt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Abfahrtszeit = Ankunft + Sicherheitsabstand</a:t>
              </a:r>
              <a:endParaRPr lang="de-DE" dirty="0">
                <a:solidFill>
                  <a:schemeClr val="tx1"/>
                </a:solidFill>
                <a:latin typeface="BarmeniaGothaer Offc" panose="020B0503020204020204" pitchFamily="34" charset="0"/>
              </a:endParaRPr>
            </a:p>
          </p:txBody>
        </p:sp>
      </p:grpSp>
      <p:pic>
        <p:nvPicPr>
          <p:cNvPr id="2" name="Grafik 1" descr="Schulgebäude mit einfarbiger Füllung">
            <a:extLst>
              <a:ext uri="{FF2B5EF4-FFF2-40B4-BE49-F238E27FC236}">
                <a16:creationId xmlns:a16="http://schemas.microsoft.com/office/drawing/2014/main" id="{C33E45C5-DB48-7FFC-2D68-2B41B8ABA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0" y="4367782"/>
            <a:ext cx="1549285" cy="1549285"/>
          </a:xfrm>
          <a:prstGeom prst="rect">
            <a:avLst/>
          </a:prstGeom>
        </p:spPr>
      </p:pic>
      <p:pic>
        <p:nvPicPr>
          <p:cNvPr id="14" name="Grafik 13" descr="Schulgebäude mit einfarbiger Füllung">
            <a:extLst>
              <a:ext uri="{FF2B5EF4-FFF2-40B4-BE49-F238E27FC236}">
                <a16:creationId xmlns:a16="http://schemas.microsoft.com/office/drawing/2014/main" id="{21412779-8D91-E700-6D9A-E632B77C59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385" y="4256886"/>
            <a:ext cx="1549285" cy="1549285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37E7AC7-ACE9-E6D9-0CC1-8BE5C945BF4A}"/>
              </a:ext>
            </a:extLst>
          </p:cNvPr>
          <p:cNvGrpSpPr/>
          <p:nvPr/>
        </p:nvGrpSpPr>
        <p:grpSpPr>
          <a:xfrm>
            <a:off x="1645920" y="4828713"/>
            <a:ext cx="1521228" cy="654804"/>
            <a:chOff x="1953492" y="4934075"/>
            <a:chExt cx="1521228" cy="654804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0A1B0586-C58D-26D2-22A0-5449A8ED08BC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89956CA4-EF89-E684-E842-75AA18C9E3E2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9E02C3C5-2023-CE5F-63D5-FB700A4AC16C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5D003C5B-BFEC-F810-0D21-2E1A3D19DDB8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7D31FAA4-794F-3EF8-4CD5-FEAE64A7628F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605B79BB-225A-05E3-EEA5-6C346E85B65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887ABEA0-30B2-554A-459E-7BF47C508F27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67BA21A3-EEC8-D89A-E199-5C0D0C46DCD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EE5B657D-746D-169F-37A9-4A539E40C649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950C99CF-5424-B544-0F8D-197CDDFC6887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5C5409EE-A7A2-907B-E76C-131E812D3F10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7070BD69-35D4-60C6-AE74-40CD09B47E1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1E2B85C0-D5C3-5562-DE60-E683F1B4FB3F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C41E7170-C2EB-8751-4FAD-33A67245986D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2" name="Rechteck: abgerundete Ecken 41">
                <a:extLst>
                  <a:ext uri="{FF2B5EF4-FFF2-40B4-BE49-F238E27FC236}">
                    <a16:creationId xmlns:a16="http://schemas.microsoft.com/office/drawing/2014/main" id="{676E569F-78E9-BA4F-BC6E-A21C7F629DCB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25" name="Rechteck: abgerundete Ecken 24">
              <a:extLst>
                <a:ext uri="{FF2B5EF4-FFF2-40B4-BE49-F238E27FC236}">
                  <a16:creationId xmlns:a16="http://schemas.microsoft.com/office/drawing/2014/main" id="{5A07C815-2213-6565-7764-BF9735BE2A0E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DD531475-9239-E148-17C3-3C83D1C63500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39" name="Rechteck: abgerundete Ecken 38">
                <a:extLst>
                  <a:ext uri="{FF2B5EF4-FFF2-40B4-BE49-F238E27FC236}">
                    <a16:creationId xmlns:a16="http://schemas.microsoft.com/office/drawing/2014/main" id="{CE74CC32-4D82-F2EE-41D1-69E77BFB3B3E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6600956B-CCC0-604F-768D-70A63082DCD8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F90D6FDD-63F0-1C59-73E4-F6C9C389DCA9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08E5BE07-A907-17DE-1255-33021F3FD94D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F9B4302C-5E2D-271C-45D8-435B835FE1E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C9E2F2E2-13C8-9D22-45EB-3B31EDDFDCCE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5198B59B-5A65-8D61-8ECE-639E0F7864B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88C27B29-9F05-05B3-3006-154F7489FA94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ED2BEB4A-7E98-6B01-B721-32618C70F04B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003DED9A-C541-1629-A7D4-E695F9AA1517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BB71AEA7-37F3-0613-37FA-B0EA30C637E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E4AC036F-27FD-6018-671D-07C213179360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BD312BE2-8A5E-F0E5-2F3A-FBA88503556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7DCE768F-1B95-006C-06EB-FD6989E01821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51" name="Rechteck 50">
            <a:extLst>
              <a:ext uri="{FF2B5EF4-FFF2-40B4-BE49-F238E27FC236}">
                <a16:creationId xmlns:a16="http://schemas.microsoft.com/office/drawing/2014/main" id="{8E59264F-1B56-8C03-F792-9D85B7F343AE}"/>
              </a:ext>
            </a:extLst>
          </p:cNvPr>
          <p:cNvSpPr/>
          <p:nvPr/>
        </p:nvSpPr>
        <p:spPr>
          <a:xfrm>
            <a:off x="1634490" y="5562600"/>
            <a:ext cx="8911590" cy="45719"/>
          </a:xfrm>
          <a:prstGeom prst="rect">
            <a:avLst/>
          </a:prstGeom>
          <a:solidFill>
            <a:schemeClr val="accent2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6A641047-7983-641B-4965-7E6F97FCCBF9}"/>
              </a:ext>
            </a:extLst>
          </p:cNvPr>
          <p:cNvGrpSpPr/>
          <p:nvPr/>
        </p:nvGrpSpPr>
        <p:grpSpPr>
          <a:xfrm flipH="1">
            <a:off x="8919142" y="4828713"/>
            <a:ext cx="1521228" cy="654804"/>
            <a:chOff x="1953492" y="4934075"/>
            <a:chExt cx="1521228" cy="654804"/>
          </a:xfrm>
        </p:grpSpPr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03C2D228-D769-3CCB-935B-62BEEFDD1472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F3EAFA52-909E-DB54-82FE-B438FB27B3FE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6027C2FA-7299-2293-53BF-D3D6F90E50C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241253D7-5628-6E1F-2920-48DAB8746F10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57348557-9426-074E-5403-919A3B40DB4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D8CF5B91-A56C-8980-479E-F67CFF9BA65A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E829FCE7-75C3-6622-2B10-E7A056946655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34E9F247-B02E-66ED-CA3B-C3078C61814C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A4D1D6D7-63A1-CA92-AE78-1A36258AB319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30DFAA49-6AA4-C9E4-B070-A183E4A92D17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D123827A-DC7E-5817-7226-6D6E05BE54B3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50AC02A7-CA49-F89D-D562-84E2539CFC0E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B6576E10-7C1B-04EE-5E07-412E374AEEE4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23DDF28A-F81B-0AB6-7F2F-B5B9AE28E4AE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5" name="Rechteck: abgerundete Ecken 74">
                <a:extLst>
                  <a:ext uri="{FF2B5EF4-FFF2-40B4-BE49-F238E27FC236}">
                    <a16:creationId xmlns:a16="http://schemas.microsoft.com/office/drawing/2014/main" id="{248EDD32-586C-2DEA-D7A4-1448BC572366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58" name="Rechteck: abgerundete Ecken 57">
              <a:extLst>
                <a:ext uri="{FF2B5EF4-FFF2-40B4-BE49-F238E27FC236}">
                  <a16:creationId xmlns:a16="http://schemas.microsoft.com/office/drawing/2014/main" id="{5161371B-606D-72D5-7116-C46A95447815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CD66521A-C5A7-6A06-8D83-A7C42C35B44B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72" name="Rechteck: abgerundete Ecken 71">
                <a:extLst>
                  <a:ext uri="{FF2B5EF4-FFF2-40B4-BE49-F238E27FC236}">
                    <a16:creationId xmlns:a16="http://schemas.microsoft.com/office/drawing/2014/main" id="{1F0F1CA1-535E-3133-125B-89D154CCEDFE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0FF21A45-7E5E-526C-CE78-25D5DD718C0E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D956BC8C-2B43-1AD6-2922-4119DB4FA36B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7B4AB9AA-9511-0AAD-0F8F-5B5DA65B15B0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F80FE480-7493-8D08-7CBA-823AA7EC9A5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C951FE50-6303-978C-5ECA-382C2EF1A330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B56098CF-EF76-728F-71E2-170B11AECA5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E9F44329-E1BD-7B68-5871-503189E00A9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391633FC-0611-8D75-83D8-995CD9C728F8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96F676D5-35B0-7B00-4B6D-694F5EEB3482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72210175-6AD3-BCA6-B76F-0BBB296F16DB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74C8C076-CD4D-2207-CBB5-AAE9A80340D5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22B20B09-076C-15E7-D288-CB90F8360DFF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04F88B4A-9DCB-7FC4-CE66-C1760F4466E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84" name="Rechteck 83">
            <a:extLst>
              <a:ext uri="{FF2B5EF4-FFF2-40B4-BE49-F238E27FC236}">
                <a16:creationId xmlns:a16="http://schemas.microsoft.com/office/drawing/2014/main" id="{68B4DD8A-261A-E68D-7DB5-F62CB2CD6EF0}"/>
              </a:ext>
            </a:extLst>
          </p:cNvPr>
          <p:cNvSpPr/>
          <p:nvPr/>
        </p:nvSpPr>
        <p:spPr>
          <a:xfrm>
            <a:off x="479425" y="3635517"/>
            <a:ext cx="7056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9A739CC5-F28A-224D-4D0A-2BB2A4308214}"/>
              </a:ext>
            </a:extLst>
          </p:cNvPr>
          <p:cNvSpPr/>
          <p:nvPr/>
        </p:nvSpPr>
        <p:spPr>
          <a:xfrm>
            <a:off x="11006933" y="3635517"/>
            <a:ext cx="6799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</a:t>
            </a:r>
          </a:p>
        </p:txBody>
      </p:sp>
      <p:pic>
        <p:nvPicPr>
          <p:cNvPr id="86" name="Grafik 85" descr="Schließen mit einfarbiger Füllung">
            <a:extLst>
              <a:ext uri="{FF2B5EF4-FFF2-40B4-BE49-F238E27FC236}">
                <a16:creationId xmlns:a16="http://schemas.microsoft.com/office/drawing/2014/main" id="{416A39DD-D46C-0C1F-4182-B181D68DA3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9146" y="7102274"/>
            <a:ext cx="742277" cy="7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3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85185E-6 L 0.60729 0.00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65" y="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59648 -4.44444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625" y="-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00052 -0.4606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2AE2-062E-3675-09CE-0DE40FD16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F89B85E-5FAE-14FB-ACF3-2137447E2BF1}"/>
              </a:ext>
            </a:extLst>
          </p:cNvPr>
          <p:cNvGrpSpPr/>
          <p:nvPr/>
        </p:nvGrpSpPr>
        <p:grpSpPr>
          <a:xfrm>
            <a:off x="1332618" y="1628922"/>
            <a:ext cx="3405600" cy="1320914"/>
            <a:chOff x="479425" y="1843926"/>
            <a:chExt cx="3574798" cy="1320914"/>
          </a:xfrm>
        </p:grpSpPr>
        <p:sp>
          <p:nvSpPr>
            <p:cNvPr id="7" name="Textplatzhalter 31">
              <a:extLst>
                <a:ext uri="{FF2B5EF4-FFF2-40B4-BE49-F238E27FC236}">
                  <a16:creationId xmlns:a16="http://schemas.microsoft.com/office/drawing/2014/main" id="{7B0B084F-653C-EC09-BABF-A05DCA099DCF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574798" cy="479706"/>
            </a:xfrm>
            <a:prstGeom prst="round2SameRect">
              <a:avLst>
                <a:gd name="adj1" fmla="val 7805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5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Einfache Fahrt</a:t>
              </a:r>
            </a:p>
          </p:txBody>
        </p:sp>
        <p:sp>
          <p:nvSpPr>
            <p:cNvPr id="15" name="Inhaltsplatzhalter 5">
              <a:extLst>
                <a:ext uri="{FF2B5EF4-FFF2-40B4-BE49-F238E27FC236}">
                  <a16:creationId xmlns:a16="http://schemas.microsoft.com/office/drawing/2014/main" id="{F9C557FF-1436-C702-638F-FCD8C2F26ABB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2323632"/>
              <a:ext cx="3574795" cy="841208"/>
            </a:xfrm>
            <a:prstGeom prst="round2SameRect">
              <a:avLst>
                <a:gd name="adj1" fmla="val 0"/>
                <a:gd name="adj2" fmla="val 1366"/>
              </a:avLst>
            </a:prstGeom>
            <a:solidFill>
              <a:schemeClr val="bg1"/>
            </a:solidFill>
          </p:spPr>
          <p:txBody>
            <a:bodyPr lIns="251999" tIns="251999" rIns="251999" bIns="251999"/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5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solidFill>
                    <a:schemeClr val="tx1"/>
                  </a:solidFill>
                  <a:latin typeface="BarmeniaGothaer Offc" panose="020B0503020204020204" pitchFamily="34" charset="0"/>
                </a:rPr>
                <a:t>Kollisionen werden ignoriert</a:t>
              </a:r>
            </a:p>
          </p:txBody>
        </p:sp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3047880A-1A71-5612-288D-D8B4DE04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Algorithmen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792D46-FF8B-E33A-DECB-1B35F8FA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1558D8ED-1857-2C43-9861-232BF5AD34AA}" type="datetime1">
              <a:rPr lang="de-DE" smtClean="0"/>
              <a:pPr/>
              <a:t>23.06.2026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820D2C-678B-B31C-5CE0-B3D22E54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C726C9-5611-3DFA-327F-789C848F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25</a:t>
            </a:fld>
            <a:endParaRPr lang="de-DE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AE063E1D-D185-ACE5-F9DF-A17B1E8321C4}"/>
              </a:ext>
            </a:extLst>
          </p:cNvPr>
          <p:cNvGrpSpPr/>
          <p:nvPr/>
        </p:nvGrpSpPr>
        <p:grpSpPr>
          <a:xfrm>
            <a:off x="7582983" y="1385239"/>
            <a:ext cx="3405600" cy="1901620"/>
            <a:chOff x="4310165" y="1843926"/>
            <a:chExt cx="3574798" cy="1901620"/>
          </a:xfrm>
        </p:grpSpPr>
        <p:sp>
          <p:nvSpPr>
            <p:cNvPr id="12" name="Textplatzhalter 31">
              <a:extLst>
                <a:ext uri="{FF2B5EF4-FFF2-40B4-BE49-F238E27FC236}">
                  <a16:creationId xmlns:a16="http://schemas.microsoft.com/office/drawing/2014/main" id="{D690F1C1-436E-1C55-B85B-C7464926C638}"/>
                </a:ext>
              </a:extLst>
            </p:cNvPr>
            <p:cNvSpPr txBox="1">
              <a:spLocks/>
            </p:cNvSpPr>
            <p:nvPr/>
          </p:nvSpPr>
          <p:spPr>
            <a:xfrm>
              <a:off x="4310165" y="1843926"/>
              <a:ext cx="3574798" cy="479706"/>
            </a:xfrm>
            <a:prstGeom prst="round2SameRect">
              <a:avLst>
                <a:gd name="adj1" fmla="val 7805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5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Einseitiges Warten</a:t>
              </a:r>
            </a:p>
          </p:txBody>
        </p:sp>
        <p:sp>
          <p:nvSpPr>
            <p:cNvPr id="18" name="Inhaltsplatzhalter 5">
              <a:extLst>
                <a:ext uri="{FF2B5EF4-FFF2-40B4-BE49-F238E27FC236}">
                  <a16:creationId xmlns:a16="http://schemas.microsoft.com/office/drawing/2014/main" id="{4B69B4C3-3CEA-37BD-0999-2FCEB229DB09}"/>
                </a:ext>
              </a:extLst>
            </p:cNvPr>
            <p:cNvSpPr txBox="1">
              <a:spLocks/>
            </p:cNvSpPr>
            <p:nvPr/>
          </p:nvSpPr>
          <p:spPr>
            <a:xfrm>
              <a:off x="4310166" y="2323631"/>
              <a:ext cx="3574795" cy="1421915"/>
            </a:xfrm>
            <a:prstGeom prst="round2SameRect">
              <a:avLst>
                <a:gd name="adj1" fmla="val 0"/>
                <a:gd name="adj2" fmla="val 1366"/>
              </a:avLst>
            </a:prstGeom>
            <a:solidFill>
              <a:schemeClr val="bg1"/>
            </a:solidFill>
          </p:spPr>
          <p:txBody>
            <a:bodyPr lIns="251999" tIns="251999" rIns="251999" bIns="251999"/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5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Kollisionsfindung durch Einfache Fahrt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>
                  <a:latin typeface="BarmeniaGothaer Offc" panose="020B0503020204020204" pitchFamily="34" charset="0"/>
                </a:rPr>
                <a:t>Abfahrtszeit = Ankunft + Sicherheitsabstand</a:t>
              </a:r>
              <a:endParaRPr lang="de-DE" dirty="0">
                <a:solidFill>
                  <a:schemeClr val="tx1"/>
                </a:solidFill>
                <a:latin typeface="BarmeniaGothaer Offc" panose="020B0503020204020204" pitchFamily="34" charset="0"/>
              </a:endParaRPr>
            </a:p>
          </p:txBody>
        </p:sp>
      </p:grpSp>
      <p:pic>
        <p:nvPicPr>
          <p:cNvPr id="2" name="Grafik 1" descr="Schulgebäude mit einfarbiger Füllung">
            <a:extLst>
              <a:ext uri="{FF2B5EF4-FFF2-40B4-BE49-F238E27FC236}">
                <a16:creationId xmlns:a16="http://schemas.microsoft.com/office/drawing/2014/main" id="{01D1C0AC-157E-66BF-1359-2743C16630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0" y="4367782"/>
            <a:ext cx="1549285" cy="1549285"/>
          </a:xfrm>
          <a:prstGeom prst="rect">
            <a:avLst/>
          </a:prstGeom>
        </p:spPr>
      </p:pic>
      <p:pic>
        <p:nvPicPr>
          <p:cNvPr id="14" name="Grafik 13" descr="Schulgebäude mit einfarbiger Füllung">
            <a:extLst>
              <a:ext uri="{FF2B5EF4-FFF2-40B4-BE49-F238E27FC236}">
                <a16:creationId xmlns:a16="http://schemas.microsoft.com/office/drawing/2014/main" id="{2C47C05F-E87E-77DB-0A2D-3B13FCDC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385" y="4256886"/>
            <a:ext cx="1549285" cy="1549285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EC3EEA34-DF36-B2CD-27E4-14A3F5A3EBB4}"/>
              </a:ext>
            </a:extLst>
          </p:cNvPr>
          <p:cNvGrpSpPr/>
          <p:nvPr/>
        </p:nvGrpSpPr>
        <p:grpSpPr>
          <a:xfrm>
            <a:off x="1645920" y="4828713"/>
            <a:ext cx="1521228" cy="654804"/>
            <a:chOff x="1953492" y="4934075"/>
            <a:chExt cx="1521228" cy="654804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D6C17715-0CFE-88E0-915B-A4CB59E3BDF3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83E05E69-1D76-E19F-99A2-0EF7B8BDA87B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B18888D0-B30F-D352-CA64-AC084E361C1F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F4851322-ABCA-6BC7-6326-CC3937B24DD3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553B6090-4E8C-E74C-F14B-E50C9929C5F7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1AEE670E-B1E8-258C-854E-A872F73639C9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0E8681F2-93F4-C4CA-F7B2-B0C34B98ECC7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2D05E633-345D-F90F-F98E-3E2BA02FF069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485EE0E1-9CA0-15A3-B0DB-3192DB4A3C49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3EE12350-CA10-0BFB-D9A4-D94F8CEECF5F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0CDFF2D1-1EC1-FEDC-4575-E5385A53B56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64517CAD-615E-126D-1943-E1BD7339F22E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04F23501-C21F-3645-B6E0-A684B74D289B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178C9457-D176-2B00-BFB9-75014A67F799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2" name="Rechteck: abgerundete Ecken 41">
                <a:extLst>
                  <a:ext uri="{FF2B5EF4-FFF2-40B4-BE49-F238E27FC236}">
                    <a16:creationId xmlns:a16="http://schemas.microsoft.com/office/drawing/2014/main" id="{FF1BBDD7-CF2E-815F-717B-9330136793AE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25" name="Rechteck: abgerundete Ecken 24">
              <a:extLst>
                <a:ext uri="{FF2B5EF4-FFF2-40B4-BE49-F238E27FC236}">
                  <a16:creationId xmlns:a16="http://schemas.microsoft.com/office/drawing/2014/main" id="{B567FE43-78ED-7806-2D97-DFCC2F68E09F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BE285B01-BC2C-778F-7273-5F80BDD37BFD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39" name="Rechteck: abgerundete Ecken 38">
                <a:extLst>
                  <a:ext uri="{FF2B5EF4-FFF2-40B4-BE49-F238E27FC236}">
                    <a16:creationId xmlns:a16="http://schemas.microsoft.com/office/drawing/2014/main" id="{AF608CD8-B19C-4B86-828A-810E59BF6ACF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0E5884CC-906B-D0DB-7FC3-5419A9DA3909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71A4936E-C55D-8DAC-321E-0E265C29FB7A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0163526C-8D07-DDE8-348A-1D8DABF38E8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91F0E4B3-8DC2-07ED-8764-32AD3769410F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DB4CB43C-B589-B1EA-C1CF-A9976F30BD0B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0252BA48-9401-38A6-B5D8-40D2D9C298C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B1719236-0797-2F8F-5D09-E5EDF284D20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B182B775-6D78-99D0-F5B1-98B9BAEB3617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61569B1C-FE16-F740-E223-45641DA079BD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76B20AA5-9E40-EDFA-0637-57685B3F28C8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A806EA0C-4DD4-5C47-A1F0-CFF0F6739A63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D1B2CD02-AFB4-AD1C-77D3-A5AD0D810BAD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841454F4-86DF-1ECB-BD53-2AAEFD405574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51" name="Rechteck 50">
            <a:extLst>
              <a:ext uri="{FF2B5EF4-FFF2-40B4-BE49-F238E27FC236}">
                <a16:creationId xmlns:a16="http://schemas.microsoft.com/office/drawing/2014/main" id="{39D5B535-9549-A5EB-7997-76DC4C99FBFC}"/>
              </a:ext>
            </a:extLst>
          </p:cNvPr>
          <p:cNvSpPr/>
          <p:nvPr/>
        </p:nvSpPr>
        <p:spPr>
          <a:xfrm>
            <a:off x="1634490" y="5562600"/>
            <a:ext cx="8911590" cy="45719"/>
          </a:xfrm>
          <a:prstGeom prst="rect">
            <a:avLst/>
          </a:prstGeom>
          <a:solidFill>
            <a:schemeClr val="accent2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310EE354-5334-D61C-DEF0-553FEAD12137}"/>
              </a:ext>
            </a:extLst>
          </p:cNvPr>
          <p:cNvGrpSpPr/>
          <p:nvPr/>
        </p:nvGrpSpPr>
        <p:grpSpPr>
          <a:xfrm flipH="1">
            <a:off x="8919142" y="4828713"/>
            <a:ext cx="1521228" cy="654804"/>
            <a:chOff x="1953492" y="4934075"/>
            <a:chExt cx="1521228" cy="654804"/>
          </a:xfrm>
        </p:grpSpPr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990EECE3-146C-26CF-5E3C-10AD17D77CE7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9475D33B-119D-C052-C4BB-6DC055DFDDD3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56AA2E41-DC16-4706-05FD-3D772D8AE07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8A451C69-4AD6-2111-1430-FCE7C75804F3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01FE86AC-CB57-D550-CC71-6505DD5CC053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FD9FC70B-71D6-8A7F-6F0F-835AF48613B6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422513B0-190F-0099-352E-82BF8BF9F399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1590035C-9B8D-97B3-B3E1-E54FCD4A32EB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8479F9CA-413F-1CBD-B6AF-7178F1EB3CBC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FBC953DF-AD00-F695-1DA9-B4F0EFA2C9CF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9C1B00C9-3651-FD82-9893-A00FB0EA49DF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9221CAA9-5EC4-B295-806A-2871BB6690F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D06269A9-CA11-A30D-BDB0-A366482A5691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2BD9B8F2-B4AF-6A70-90E8-DE832A7BFA53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5" name="Rechteck: abgerundete Ecken 74">
                <a:extLst>
                  <a:ext uri="{FF2B5EF4-FFF2-40B4-BE49-F238E27FC236}">
                    <a16:creationId xmlns:a16="http://schemas.microsoft.com/office/drawing/2014/main" id="{0F36883F-01C4-E1C2-3A32-63D4704D58B0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58" name="Rechteck: abgerundete Ecken 57">
              <a:extLst>
                <a:ext uri="{FF2B5EF4-FFF2-40B4-BE49-F238E27FC236}">
                  <a16:creationId xmlns:a16="http://schemas.microsoft.com/office/drawing/2014/main" id="{6B27FC74-A4D4-1A7A-54DB-2D281901476F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E006E6FC-B5EF-2CAD-AE24-EC629F09BF6E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72" name="Rechteck: abgerundete Ecken 71">
                <a:extLst>
                  <a:ext uri="{FF2B5EF4-FFF2-40B4-BE49-F238E27FC236}">
                    <a16:creationId xmlns:a16="http://schemas.microsoft.com/office/drawing/2014/main" id="{B790434F-8787-74F8-D8E0-C26EC75ACB9A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AA4023D1-7F93-5F44-AAB2-24AD950E4A2C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0BA4FE8A-594B-B204-C074-08D73D71EB48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50094E0F-CFDB-2BB4-DDF7-2DAB47F435A2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7C2BDBF0-655C-F608-DED0-800D4FC3E47D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39E5A597-5C7B-683C-1BED-1B1448E15424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FE120A03-C02F-6065-2458-4E7AE2F09AE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01EC6AF5-D5EE-7BAC-F815-8F33C1DEF5C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4F1421A5-C8E0-88D2-3584-5F04CBA273AD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EA36F223-90AE-E95D-0735-C30CD98051B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3B35DC8D-EA96-815A-27BE-B10937DABDA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9D2016DA-56E0-A6DB-4A61-33AB950504F1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C76080F1-1B7C-CD4D-3E4A-3867E0E66B9D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6AD0B9B5-58AB-11F1-1320-314A510063C1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84" name="Rechteck 83">
            <a:extLst>
              <a:ext uri="{FF2B5EF4-FFF2-40B4-BE49-F238E27FC236}">
                <a16:creationId xmlns:a16="http://schemas.microsoft.com/office/drawing/2014/main" id="{EEFDDAA6-2DC4-E55C-45FA-7907A7B18D1C}"/>
              </a:ext>
            </a:extLst>
          </p:cNvPr>
          <p:cNvSpPr/>
          <p:nvPr/>
        </p:nvSpPr>
        <p:spPr>
          <a:xfrm>
            <a:off x="479425" y="3635517"/>
            <a:ext cx="7056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A58D6937-0FEC-F4F0-F05E-4773E5E5723C}"/>
              </a:ext>
            </a:extLst>
          </p:cNvPr>
          <p:cNvSpPr/>
          <p:nvPr/>
        </p:nvSpPr>
        <p:spPr>
          <a:xfrm>
            <a:off x="11006933" y="3635517"/>
            <a:ext cx="6799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45936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85185E-6 L 0.60729 0.00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6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59648 -4.44444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625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9854E-CD89-0693-53A5-CF0E8B89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9788C1E-DC58-9A6A-2403-89F6B7DE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5182733" cy="988803"/>
          </a:xfrm>
        </p:spPr>
        <p:txBody>
          <a:bodyPr/>
          <a:lstStyle/>
          <a:p>
            <a:r>
              <a:rPr lang="de-DE" dirty="0"/>
              <a:t>Algorithmen</a:t>
            </a:r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F59047-53DE-F1AA-5CE6-6461142AE1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 smtClean="0"/>
              <a:pPr/>
              <a:t>23.06.2026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A74AC5-86AC-2271-DB92-F8134BDB7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6F7E21-E3DF-A294-4BA9-77BF7A24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81AD27BC-BCBD-A444-85AA-540A8BE73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190995"/>
            <a:ext cx="5508626" cy="3539245"/>
          </a:xfrm>
        </p:spPr>
        <p:txBody>
          <a:bodyPr/>
          <a:lstStyle/>
          <a:p>
            <a:pPr lvl="1"/>
            <a:r>
              <a:rPr lang="de-DE" dirty="0"/>
              <a:t>Kollisionsfindung durch Einfache Fahrt</a:t>
            </a:r>
          </a:p>
          <a:p>
            <a:pPr lvl="1"/>
            <a:r>
              <a:rPr lang="de-DE" dirty="0"/>
              <a:t>Verschiebung der Rückfahrt</a:t>
            </a:r>
          </a:p>
          <a:p>
            <a:pPr lvl="1"/>
            <a:r>
              <a:rPr lang="de-DE" dirty="0"/>
              <a:t>Einseitiges Warten als Minimallösung</a:t>
            </a:r>
          </a:p>
          <a:p>
            <a:pPr lvl="1"/>
            <a:r>
              <a:rPr lang="de-DE" dirty="0"/>
              <a:t>Greedy-Relaxation</a:t>
            </a:r>
          </a:p>
          <a:p>
            <a:pPr lvl="3"/>
            <a:r>
              <a:rPr lang="de-DE" dirty="0"/>
              <a:t>Iteration über Alle Verschiebungen</a:t>
            </a:r>
          </a:p>
          <a:p>
            <a:pPr lvl="3"/>
            <a:r>
              <a:rPr lang="de-DE" dirty="0"/>
              <a:t>Iteration Über alle Strecken</a:t>
            </a:r>
          </a:p>
          <a:p>
            <a:pPr lvl="3"/>
            <a:r>
              <a:rPr lang="de-DE" dirty="0"/>
              <a:t>Einfügen der Wartezeit nach Greedy</a:t>
            </a:r>
          </a:p>
          <a:p>
            <a:pPr lvl="3"/>
            <a:r>
              <a:rPr lang="de-DE" dirty="0"/>
              <a:t>Kostenfunktion</a:t>
            </a:r>
          </a:p>
          <a:p>
            <a:pPr lvl="3"/>
            <a:r>
              <a:rPr lang="de-DE" dirty="0"/>
              <a:t>Hin- oder Rückfahrt auf der Strecke</a:t>
            </a:r>
          </a:p>
          <a:p>
            <a:pPr lvl="3"/>
            <a:r>
              <a:rPr lang="de-DE" dirty="0"/>
              <a:t>Wiederholung, bis stabile Lösung</a:t>
            </a:r>
          </a:p>
          <a:p>
            <a:pPr lvl="3"/>
            <a:r>
              <a:rPr lang="de-DE" dirty="0"/>
              <a:t>Beste Lösung wird gewählt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527DB35-516A-56BC-48FD-6DDF91A97A8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1581293"/>
            <a:ext cx="5182734" cy="276999"/>
          </a:xfrm>
        </p:spPr>
        <p:txBody>
          <a:bodyPr/>
          <a:lstStyle/>
          <a:p>
            <a:r>
              <a:rPr lang="de-DE" dirty="0"/>
              <a:t>Beidseitiges Warten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15253EBA-00E8-D7CC-487F-B7B5E0929AF7}"/>
              </a:ext>
            </a:extLst>
          </p:cNvPr>
          <p:cNvSpPr txBox="1">
            <a:spLocks/>
          </p:cNvSpPr>
          <p:nvPr/>
        </p:nvSpPr>
        <p:spPr>
          <a:xfrm>
            <a:off x="8419592" y="1594144"/>
            <a:ext cx="3348863" cy="38933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2000" b="0" i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BarmeniaGothaer Offc"/>
              <a:buChar char="•"/>
              <a:defRPr sz="1200" b="0" i="0" kern="1200">
                <a:solidFill>
                  <a:schemeClr val="bg1"/>
                </a:solidFill>
                <a:latin typeface="BarmeniaGothaer OffcBold" pitchFamily="2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8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2"/>
              </a:buBlip>
              <a:defRPr sz="1200" b="0" i="0" kern="1200">
                <a:solidFill>
                  <a:schemeClr val="bg1"/>
                </a:solidFill>
                <a:latin typeface="BarmeniaGothaer Offc Medium" pitchFamily="2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tx1"/>
                </a:solidFill>
                <a:latin typeface="BarmeniaGothaer OffcBold" pitchFamily="2" charset="0"/>
                <a:ea typeface="+mn-ea"/>
                <a:cs typeface="+mn-cs"/>
              </a:defRPr>
            </a:lvl5pPr>
            <a:lvl6pPr marL="172800" indent="-1728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BarmeniaGothaer Offc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BarmeniaGothaer OffcBold" pitchFamily="2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FontTx/>
              <a:buNone/>
              <a:defRPr sz="1800" b="0" i="0" kern="1200">
                <a:solidFill>
                  <a:schemeClr val="tx1"/>
                </a:solidFill>
                <a:latin typeface="BarmeniaGothaer OffcBold" pitchFamily="2" charset="0"/>
                <a:ea typeface="+mn-ea"/>
                <a:cs typeface="+mn-cs"/>
              </a:defRPr>
            </a:lvl7pPr>
            <a:lvl8pPr marL="504000" indent="-2520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SzPct val="130000"/>
              <a:buFontTx/>
              <a:buBlip>
                <a:blip r:embed="rId3"/>
              </a:buBlip>
              <a:defRPr sz="1200" b="0" i="0" kern="1200">
                <a:solidFill>
                  <a:schemeClr val="tx1"/>
                </a:solidFill>
                <a:latin typeface="BarmeniaGothaer Offc Medium" pitchFamily="2" charset="0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FontTx/>
              <a:buNone/>
              <a:defRPr sz="1200" b="0" i="0" kern="1200">
                <a:solidFill>
                  <a:schemeClr val="bg1"/>
                </a:solidFill>
                <a:latin typeface="BarmeniaGothaer OffcBold" pitchFamily="2" charset="0"/>
                <a:ea typeface="+mn-ea"/>
                <a:cs typeface="+mn-cs"/>
              </a:defRPr>
            </a:lvl9pPr>
          </a:lstStyle>
          <a:p>
            <a:pPr lvl="2"/>
            <a:r>
              <a:rPr lang="de-DE" dirty="0"/>
              <a:t>Relaxations-Algorithmus:</a:t>
            </a:r>
            <a:endParaRPr lang="de-DE" dirty="0">
              <a:latin typeface="+mj-lt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Keine exakte Lösungsermittlung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Entspannung des Problems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Wiederholen des Prozesses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Annäherung an Lösung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de-DE" dirty="0">
              <a:latin typeface="+mj-lt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de-DE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" name="Grafik 13">
            <a:extLst>
              <a:ext uri="{FF2B5EF4-FFF2-40B4-BE49-F238E27FC236}">
                <a16:creationId xmlns:a16="http://schemas.microsoft.com/office/drawing/2014/main" id="{C2DF3E74-A56F-3AEF-5C8A-5667F59FAEEA}"/>
              </a:ext>
            </a:extLst>
          </p:cNvPr>
          <p:cNvGrpSpPr/>
          <p:nvPr/>
        </p:nvGrpSpPr>
        <p:grpSpPr>
          <a:xfrm>
            <a:off x="7335560" y="3312200"/>
            <a:ext cx="581786" cy="529672"/>
            <a:chOff x="13187832" y="6670"/>
            <a:chExt cx="698552" cy="635979"/>
          </a:xfrm>
          <a:solidFill>
            <a:srgbClr val="FFFFFF"/>
          </a:solidFill>
        </p:grpSpPr>
        <p:sp>
          <p:nvSpPr>
            <p:cNvPr id="6" name="Freihandform 56">
              <a:extLst>
                <a:ext uri="{FF2B5EF4-FFF2-40B4-BE49-F238E27FC236}">
                  <a16:creationId xmlns:a16="http://schemas.microsoft.com/office/drawing/2014/main" id="{FE926B26-B0B5-C47B-C694-0DFECFF38186}"/>
                </a:ext>
              </a:extLst>
            </p:cNvPr>
            <p:cNvSpPr/>
            <p:nvPr/>
          </p:nvSpPr>
          <p:spPr>
            <a:xfrm>
              <a:off x="13465195" y="95926"/>
              <a:ext cx="421189" cy="546724"/>
            </a:xfrm>
            <a:custGeom>
              <a:avLst/>
              <a:gdLst>
                <a:gd name="connsiteX0" fmla="*/ 411478 w 421189"/>
                <a:gd name="connsiteY0" fmla="*/ 23517 h 546724"/>
                <a:gd name="connsiteX1" fmla="*/ 290369 w 421189"/>
                <a:gd name="connsiteY1" fmla="*/ 224 h 546724"/>
                <a:gd name="connsiteX2" fmla="*/ 288182 w 421189"/>
                <a:gd name="connsiteY2" fmla="*/ 16 h 546724"/>
                <a:gd name="connsiteX3" fmla="*/ 287958 w 421189"/>
                <a:gd name="connsiteY3" fmla="*/ 0 h 546724"/>
                <a:gd name="connsiteX4" fmla="*/ 283998 w 421189"/>
                <a:gd name="connsiteY4" fmla="*/ 774 h 546724"/>
                <a:gd name="connsiteX5" fmla="*/ 283208 w 421189"/>
                <a:gd name="connsiteY5" fmla="*/ 1078 h 546724"/>
                <a:gd name="connsiteX6" fmla="*/ 281371 w 421189"/>
                <a:gd name="connsiteY6" fmla="*/ 2091 h 546724"/>
                <a:gd name="connsiteX7" fmla="*/ 280118 w 421189"/>
                <a:gd name="connsiteY7" fmla="*/ 3121 h 546724"/>
                <a:gd name="connsiteX8" fmla="*/ 280030 w 421189"/>
                <a:gd name="connsiteY8" fmla="*/ 3193 h 546724"/>
                <a:gd name="connsiteX9" fmla="*/ 279566 w 421189"/>
                <a:gd name="connsiteY9" fmla="*/ 3504 h 546724"/>
                <a:gd name="connsiteX10" fmla="*/ 279271 w 421189"/>
                <a:gd name="connsiteY10" fmla="*/ 3951 h 546724"/>
                <a:gd name="connsiteX11" fmla="*/ 277235 w 421189"/>
                <a:gd name="connsiteY11" fmla="*/ 7025 h 546724"/>
                <a:gd name="connsiteX12" fmla="*/ 276812 w 421189"/>
                <a:gd name="connsiteY12" fmla="*/ 8126 h 546724"/>
                <a:gd name="connsiteX13" fmla="*/ 276334 w 421189"/>
                <a:gd name="connsiteY13" fmla="*/ 9739 h 546724"/>
                <a:gd name="connsiteX14" fmla="*/ 253108 w 421189"/>
                <a:gd name="connsiteY14" fmla="*/ 130906 h 546724"/>
                <a:gd name="connsiteX15" fmla="*/ 262617 w 421189"/>
                <a:gd name="connsiteY15" fmla="*/ 144923 h 546724"/>
                <a:gd name="connsiteX16" fmla="*/ 264884 w 421189"/>
                <a:gd name="connsiteY16" fmla="*/ 145131 h 546724"/>
                <a:gd name="connsiteX17" fmla="*/ 276637 w 421189"/>
                <a:gd name="connsiteY17" fmla="*/ 135408 h 546724"/>
                <a:gd name="connsiteX18" fmla="*/ 295383 w 421189"/>
                <a:gd name="connsiteY18" fmla="*/ 37606 h 546724"/>
                <a:gd name="connsiteX19" fmla="*/ 365929 w 421189"/>
                <a:gd name="connsiteY19" fmla="*/ 228341 h 546724"/>
                <a:gd name="connsiteX20" fmla="*/ 279950 w 421189"/>
                <a:gd name="connsiteY20" fmla="*/ 436405 h 546724"/>
                <a:gd name="connsiteX21" fmla="*/ 14318 w 421189"/>
                <a:gd name="connsiteY21" fmla="*/ 517085 h 546724"/>
                <a:gd name="connsiteX22" fmla="*/ 234 w 421189"/>
                <a:gd name="connsiteY22" fmla="*/ 526488 h 546724"/>
                <a:gd name="connsiteX23" fmla="*/ 9638 w 421189"/>
                <a:gd name="connsiteY23" fmla="*/ 540570 h 546724"/>
                <a:gd name="connsiteX24" fmla="*/ 72009 w 421189"/>
                <a:gd name="connsiteY24" fmla="*/ 546724 h 546724"/>
                <a:gd name="connsiteX25" fmla="*/ 296900 w 421189"/>
                <a:gd name="connsiteY25" fmla="*/ 453320 h 546724"/>
                <a:gd name="connsiteX26" fmla="*/ 389880 w 421189"/>
                <a:gd name="connsiteY26" fmla="*/ 228317 h 546724"/>
                <a:gd name="connsiteX27" fmla="*/ 320516 w 421189"/>
                <a:gd name="connsiteY27" fmla="*/ 30398 h 546724"/>
                <a:gd name="connsiteX28" fmla="*/ 406951 w 421189"/>
                <a:gd name="connsiteY28" fmla="*/ 47025 h 546724"/>
                <a:gd name="connsiteX29" fmla="*/ 409226 w 421189"/>
                <a:gd name="connsiteY29" fmla="*/ 47241 h 546724"/>
                <a:gd name="connsiteX30" fmla="*/ 420970 w 421189"/>
                <a:gd name="connsiteY30" fmla="*/ 37526 h 546724"/>
                <a:gd name="connsiteX31" fmla="*/ 411478 w 421189"/>
                <a:gd name="connsiteY31" fmla="*/ 23509 h 546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1189" h="546724">
                  <a:moveTo>
                    <a:pt x="411478" y="23517"/>
                  </a:moveTo>
                  <a:lnTo>
                    <a:pt x="290369" y="224"/>
                  </a:lnTo>
                  <a:cubicBezTo>
                    <a:pt x="289635" y="80"/>
                    <a:pt x="288900" y="24"/>
                    <a:pt x="288182" y="16"/>
                  </a:cubicBezTo>
                  <a:cubicBezTo>
                    <a:pt x="288102" y="16"/>
                    <a:pt x="288030" y="0"/>
                    <a:pt x="287958" y="0"/>
                  </a:cubicBezTo>
                  <a:cubicBezTo>
                    <a:pt x="286577" y="16"/>
                    <a:pt x="285251" y="311"/>
                    <a:pt x="283998" y="774"/>
                  </a:cubicBezTo>
                  <a:cubicBezTo>
                    <a:pt x="283726" y="870"/>
                    <a:pt x="283471" y="958"/>
                    <a:pt x="283208" y="1078"/>
                  </a:cubicBezTo>
                  <a:cubicBezTo>
                    <a:pt x="282569" y="1365"/>
                    <a:pt x="281946" y="1700"/>
                    <a:pt x="281371" y="2091"/>
                  </a:cubicBezTo>
                  <a:cubicBezTo>
                    <a:pt x="280924" y="2395"/>
                    <a:pt x="280524" y="2762"/>
                    <a:pt x="280118" y="3121"/>
                  </a:cubicBezTo>
                  <a:cubicBezTo>
                    <a:pt x="280086" y="3145"/>
                    <a:pt x="280054" y="3169"/>
                    <a:pt x="280030" y="3193"/>
                  </a:cubicBezTo>
                  <a:cubicBezTo>
                    <a:pt x="279886" y="3321"/>
                    <a:pt x="279703" y="3369"/>
                    <a:pt x="279566" y="3504"/>
                  </a:cubicBezTo>
                  <a:cubicBezTo>
                    <a:pt x="279431" y="3640"/>
                    <a:pt x="279391" y="3816"/>
                    <a:pt x="279271" y="3951"/>
                  </a:cubicBezTo>
                  <a:cubicBezTo>
                    <a:pt x="278450" y="4853"/>
                    <a:pt x="277755" y="5883"/>
                    <a:pt x="277235" y="7025"/>
                  </a:cubicBezTo>
                  <a:cubicBezTo>
                    <a:pt x="277068" y="7392"/>
                    <a:pt x="276940" y="7751"/>
                    <a:pt x="276812" y="8126"/>
                  </a:cubicBezTo>
                  <a:cubicBezTo>
                    <a:pt x="276629" y="8653"/>
                    <a:pt x="276437" y="9172"/>
                    <a:pt x="276334" y="9739"/>
                  </a:cubicBezTo>
                  <a:lnTo>
                    <a:pt x="253108" y="130906"/>
                  </a:lnTo>
                  <a:cubicBezTo>
                    <a:pt x="251870" y="137395"/>
                    <a:pt x="256126" y="143678"/>
                    <a:pt x="262617" y="144923"/>
                  </a:cubicBezTo>
                  <a:cubicBezTo>
                    <a:pt x="263383" y="145067"/>
                    <a:pt x="264134" y="145131"/>
                    <a:pt x="264884" y="145131"/>
                  </a:cubicBezTo>
                  <a:cubicBezTo>
                    <a:pt x="270513" y="145131"/>
                    <a:pt x="275535" y="141147"/>
                    <a:pt x="276637" y="135408"/>
                  </a:cubicBezTo>
                  <a:lnTo>
                    <a:pt x="295383" y="37606"/>
                  </a:lnTo>
                  <a:cubicBezTo>
                    <a:pt x="340931" y="90746"/>
                    <a:pt x="365865" y="157607"/>
                    <a:pt x="365929" y="228341"/>
                  </a:cubicBezTo>
                  <a:cubicBezTo>
                    <a:pt x="366001" y="306913"/>
                    <a:pt x="335470" y="380807"/>
                    <a:pt x="279950" y="436405"/>
                  </a:cubicBezTo>
                  <a:cubicBezTo>
                    <a:pt x="210307" y="506157"/>
                    <a:pt x="111010" y="536331"/>
                    <a:pt x="14318" y="517085"/>
                  </a:cubicBezTo>
                  <a:cubicBezTo>
                    <a:pt x="7906" y="515768"/>
                    <a:pt x="1519" y="519991"/>
                    <a:pt x="234" y="526488"/>
                  </a:cubicBezTo>
                  <a:cubicBezTo>
                    <a:pt x="-1060" y="532970"/>
                    <a:pt x="3148" y="539284"/>
                    <a:pt x="9638" y="540570"/>
                  </a:cubicBezTo>
                  <a:cubicBezTo>
                    <a:pt x="30421" y="544712"/>
                    <a:pt x="51283" y="546724"/>
                    <a:pt x="72009" y="546724"/>
                  </a:cubicBezTo>
                  <a:cubicBezTo>
                    <a:pt x="155593" y="546724"/>
                    <a:pt x="236550" y="513764"/>
                    <a:pt x="296900" y="453320"/>
                  </a:cubicBezTo>
                  <a:cubicBezTo>
                    <a:pt x="356939" y="393188"/>
                    <a:pt x="389953" y="313283"/>
                    <a:pt x="389880" y="228317"/>
                  </a:cubicBezTo>
                  <a:cubicBezTo>
                    <a:pt x="389817" y="155476"/>
                    <a:pt x="365370" y="86443"/>
                    <a:pt x="320516" y="30398"/>
                  </a:cubicBezTo>
                  <a:lnTo>
                    <a:pt x="406951" y="47025"/>
                  </a:lnTo>
                  <a:cubicBezTo>
                    <a:pt x="407717" y="47177"/>
                    <a:pt x="408467" y="47241"/>
                    <a:pt x="409226" y="47241"/>
                  </a:cubicBezTo>
                  <a:cubicBezTo>
                    <a:pt x="414847" y="47241"/>
                    <a:pt x="419868" y="43257"/>
                    <a:pt x="420970" y="37526"/>
                  </a:cubicBezTo>
                  <a:cubicBezTo>
                    <a:pt x="422223" y="31036"/>
                    <a:pt x="417968" y="24754"/>
                    <a:pt x="411478" y="2350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" name="Freihandform 57">
              <a:extLst>
                <a:ext uri="{FF2B5EF4-FFF2-40B4-BE49-F238E27FC236}">
                  <a16:creationId xmlns:a16="http://schemas.microsoft.com/office/drawing/2014/main" id="{D02F5270-F54D-739B-76FE-AA78234F59DC}"/>
                </a:ext>
              </a:extLst>
            </p:cNvPr>
            <p:cNvSpPr/>
            <p:nvPr/>
          </p:nvSpPr>
          <p:spPr>
            <a:xfrm>
              <a:off x="13187832" y="6670"/>
              <a:ext cx="421106" cy="546343"/>
            </a:xfrm>
            <a:custGeom>
              <a:avLst/>
              <a:gdLst>
                <a:gd name="connsiteX0" fmla="*/ 158668 w 421106"/>
                <a:gd name="connsiteY0" fmla="*/ 401460 h 546343"/>
                <a:gd name="connsiteX1" fmla="*/ 144641 w 421106"/>
                <a:gd name="connsiteY1" fmla="*/ 410944 h 546343"/>
                <a:gd name="connsiteX2" fmla="*/ 125775 w 421106"/>
                <a:gd name="connsiteY2" fmla="*/ 508730 h 546343"/>
                <a:gd name="connsiteX3" fmla="*/ 55476 w 421106"/>
                <a:gd name="connsiteY3" fmla="*/ 317947 h 546343"/>
                <a:gd name="connsiteX4" fmla="*/ 141687 w 421106"/>
                <a:gd name="connsiteY4" fmla="*/ 110042 h 546343"/>
                <a:gd name="connsiteX5" fmla="*/ 406793 w 421106"/>
                <a:gd name="connsiteY5" fmla="*/ 29594 h 546343"/>
                <a:gd name="connsiteX6" fmla="*/ 420877 w 421106"/>
                <a:gd name="connsiteY6" fmla="*/ 20175 h 546343"/>
                <a:gd name="connsiteX7" fmla="*/ 411455 w 421106"/>
                <a:gd name="connsiteY7" fmla="*/ 6093 h 546343"/>
                <a:gd name="connsiteX8" fmla="*/ 124752 w 421106"/>
                <a:gd name="connsiteY8" fmla="*/ 93103 h 546343"/>
                <a:gd name="connsiteX9" fmla="*/ 31524 w 421106"/>
                <a:gd name="connsiteY9" fmla="*/ 317931 h 546343"/>
                <a:gd name="connsiteX10" fmla="*/ 100665 w 421106"/>
                <a:gd name="connsiteY10" fmla="*/ 515938 h 546343"/>
                <a:gd name="connsiteX11" fmla="*/ 14240 w 421106"/>
                <a:gd name="connsiteY11" fmla="*/ 499310 h 546343"/>
                <a:gd name="connsiteX12" fmla="*/ 219 w 421106"/>
                <a:gd name="connsiteY12" fmla="*/ 508802 h 546343"/>
                <a:gd name="connsiteX13" fmla="*/ 9712 w 421106"/>
                <a:gd name="connsiteY13" fmla="*/ 522819 h 546343"/>
                <a:gd name="connsiteX14" fmla="*/ 130589 w 421106"/>
                <a:gd name="connsiteY14" fmla="*/ 546080 h 546343"/>
                <a:gd name="connsiteX15" fmla="*/ 130748 w 421106"/>
                <a:gd name="connsiteY15" fmla="*/ 546128 h 546343"/>
                <a:gd name="connsiteX16" fmla="*/ 133031 w 421106"/>
                <a:gd name="connsiteY16" fmla="*/ 546344 h 546343"/>
                <a:gd name="connsiteX17" fmla="*/ 133056 w 421106"/>
                <a:gd name="connsiteY17" fmla="*/ 546344 h 546343"/>
                <a:gd name="connsiteX18" fmla="*/ 133080 w 421106"/>
                <a:gd name="connsiteY18" fmla="*/ 546344 h 546343"/>
                <a:gd name="connsiteX19" fmla="*/ 133503 w 421106"/>
                <a:gd name="connsiteY19" fmla="*/ 546264 h 546343"/>
                <a:gd name="connsiteX20" fmla="*/ 137263 w 421106"/>
                <a:gd name="connsiteY20" fmla="*/ 545529 h 546343"/>
                <a:gd name="connsiteX21" fmla="*/ 138796 w 421106"/>
                <a:gd name="connsiteY21" fmla="*/ 544659 h 546343"/>
                <a:gd name="connsiteX22" fmla="*/ 140960 w 421106"/>
                <a:gd name="connsiteY22" fmla="*/ 543222 h 546343"/>
                <a:gd name="connsiteX23" fmla="*/ 141550 w 421106"/>
                <a:gd name="connsiteY23" fmla="*/ 542831 h 546343"/>
                <a:gd name="connsiteX24" fmla="*/ 142357 w 421106"/>
                <a:gd name="connsiteY24" fmla="*/ 541618 h 546343"/>
                <a:gd name="connsiteX25" fmla="*/ 143563 w 421106"/>
                <a:gd name="connsiteY25" fmla="*/ 539806 h 546343"/>
                <a:gd name="connsiteX26" fmla="*/ 144449 w 421106"/>
                <a:gd name="connsiteY26" fmla="*/ 537483 h 546343"/>
                <a:gd name="connsiteX27" fmla="*/ 144776 w 421106"/>
                <a:gd name="connsiteY27" fmla="*/ 536629 h 546343"/>
                <a:gd name="connsiteX28" fmla="*/ 168153 w 421106"/>
                <a:gd name="connsiteY28" fmla="*/ 415454 h 546343"/>
                <a:gd name="connsiteX29" fmla="*/ 158668 w 421106"/>
                <a:gd name="connsiteY29" fmla="*/ 401429 h 54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21106" h="546343">
                  <a:moveTo>
                    <a:pt x="158668" y="401460"/>
                  </a:moveTo>
                  <a:cubicBezTo>
                    <a:pt x="152217" y="400199"/>
                    <a:pt x="145885" y="404446"/>
                    <a:pt x="144641" y="410944"/>
                  </a:cubicBezTo>
                  <a:lnTo>
                    <a:pt x="125775" y="508730"/>
                  </a:lnTo>
                  <a:cubicBezTo>
                    <a:pt x="80306" y="455542"/>
                    <a:pt x="55452" y="388672"/>
                    <a:pt x="55476" y="317947"/>
                  </a:cubicBezTo>
                  <a:cubicBezTo>
                    <a:pt x="55500" y="239399"/>
                    <a:pt x="86118" y="165568"/>
                    <a:pt x="141687" y="110042"/>
                  </a:cubicBezTo>
                  <a:cubicBezTo>
                    <a:pt x="211234" y="40554"/>
                    <a:pt x="310371" y="10484"/>
                    <a:pt x="406793" y="29594"/>
                  </a:cubicBezTo>
                  <a:cubicBezTo>
                    <a:pt x="413299" y="30887"/>
                    <a:pt x="419591" y="26664"/>
                    <a:pt x="420877" y="20175"/>
                  </a:cubicBezTo>
                  <a:cubicBezTo>
                    <a:pt x="422161" y="13685"/>
                    <a:pt x="417946" y="7379"/>
                    <a:pt x="411455" y="6093"/>
                  </a:cubicBezTo>
                  <a:cubicBezTo>
                    <a:pt x="307097" y="-14550"/>
                    <a:pt x="199961" y="17947"/>
                    <a:pt x="124752" y="93103"/>
                  </a:cubicBezTo>
                  <a:cubicBezTo>
                    <a:pt x="64665" y="153140"/>
                    <a:pt x="31548" y="232989"/>
                    <a:pt x="31524" y="317931"/>
                  </a:cubicBezTo>
                  <a:cubicBezTo>
                    <a:pt x="31501" y="390772"/>
                    <a:pt x="55875" y="459837"/>
                    <a:pt x="100665" y="515938"/>
                  </a:cubicBezTo>
                  <a:lnTo>
                    <a:pt x="14240" y="499310"/>
                  </a:lnTo>
                  <a:cubicBezTo>
                    <a:pt x="7764" y="498041"/>
                    <a:pt x="1457" y="502304"/>
                    <a:pt x="219" y="508802"/>
                  </a:cubicBezTo>
                  <a:cubicBezTo>
                    <a:pt x="-1034" y="515291"/>
                    <a:pt x="3222" y="521574"/>
                    <a:pt x="9712" y="522819"/>
                  </a:cubicBezTo>
                  <a:lnTo>
                    <a:pt x="130589" y="546080"/>
                  </a:lnTo>
                  <a:cubicBezTo>
                    <a:pt x="130645" y="546088"/>
                    <a:pt x="130692" y="546120"/>
                    <a:pt x="130748" y="546128"/>
                  </a:cubicBezTo>
                  <a:cubicBezTo>
                    <a:pt x="131515" y="546280"/>
                    <a:pt x="132273" y="546344"/>
                    <a:pt x="133031" y="546344"/>
                  </a:cubicBezTo>
                  <a:cubicBezTo>
                    <a:pt x="133040" y="546344"/>
                    <a:pt x="133048" y="546344"/>
                    <a:pt x="133056" y="546344"/>
                  </a:cubicBezTo>
                  <a:cubicBezTo>
                    <a:pt x="133056" y="546344"/>
                    <a:pt x="133071" y="546344"/>
                    <a:pt x="133080" y="546344"/>
                  </a:cubicBezTo>
                  <a:cubicBezTo>
                    <a:pt x="133223" y="546344"/>
                    <a:pt x="133359" y="546264"/>
                    <a:pt x="133503" y="546264"/>
                  </a:cubicBezTo>
                  <a:cubicBezTo>
                    <a:pt x="134812" y="546208"/>
                    <a:pt x="136082" y="545984"/>
                    <a:pt x="137263" y="545529"/>
                  </a:cubicBezTo>
                  <a:cubicBezTo>
                    <a:pt x="137806" y="545322"/>
                    <a:pt x="138278" y="544947"/>
                    <a:pt x="138796" y="544659"/>
                  </a:cubicBezTo>
                  <a:cubicBezTo>
                    <a:pt x="139554" y="544228"/>
                    <a:pt x="140305" y="543805"/>
                    <a:pt x="140960" y="543222"/>
                  </a:cubicBezTo>
                  <a:cubicBezTo>
                    <a:pt x="141143" y="543063"/>
                    <a:pt x="141375" y="543007"/>
                    <a:pt x="141550" y="542831"/>
                  </a:cubicBezTo>
                  <a:cubicBezTo>
                    <a:pt x="141910" y="542472"/>
                    <a:pt x="142053" y="542009"/>
                    <a:pt x="142357" y="541618"/>
                  </a:cubicBezTo>
                  <a:cubicBezTo>
                    <a:pt x="142804" y="541043"/>
                    <a:pt x="143219" y="540468"/>
                    <a:pt x="143563" y="539806"/>
                  </a:cubicBezTo>
                  <a:cubicBezTo>
                    <a:pt x="143954" y="539048"/>
                    <a:pt x="144234" y="538297"/>
                    <a:pt x="144449" y="537483"/>
                  </a:cubicBezTo>
                  <a:cubicBezTo>
                    <a:pt x="144529" y="537188"/>
                    <a:pt x="144712" y="536940"/>
                    <a:pt x="144776" y="536629"/>
                  </a:cubicBezTo>
                  <a:lnTo>
                    <a:pt x="168153" y="415454"/>
                  </a:lnTo>
                  <a:cubicBezTo>
                    <a:pt x="169406" y="408964"/>
                    <a:pt x="165159" y="402674"/>
                    <a:pt x="158668" y="40142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2" name="Grafik 13">
            <a:extLst>
              <a:ext uri="{FF2B5EF4-FFF2-40B4-BE49-F238E27FC236}">
                <a16:creationId xmlns:a16="http://schemas.microsoft.com/office/drawing/2014/main" id="{9D18ED73-EB82-5D6B-9959-7595DA67F54C}"/>
              </a:ext>
            </a:extLst>
          </p:cNvPr>
          <p:cNvGrpSpPr/>
          <p:nvPr/>
        </p:nvGrpSpPr>
        <p:grpSpPr>
          <a:xfrm>
            <a:off x="7293520" y="1394977"/>
            <a:ext cx="623826" cy="649630"/>
            <a:chOff x="14803850" y="8243288"/>
            <a:chExt cx="749030" cy="780013"/>
          </a:xfrm>
          <a:solidFill>
            <a:srgbClr val="FFFFFF"/>
          </a:solidFill>
        </p:grpSpPr>
        <p:sp>
          <p:nvSpPr>
            <p:cNvPr id="13" name="Freihandform 199">
              <a:extLst>
                <a:ext uri="{FF2B5EF4-FFF2-40B4-BE49-F238E27FC236}">
                  <a16:creationId xmlns:a16="http://schemas.microsoft.com/office/drawing/2014/main" id="{6B62987B-7E10-9C51-DB96-273B89DC625D}"/>
                </a:ext>
              </a:extLst>
            </p:cNvPr>
            <p:cNvSpPr/>
            <p:nvPr/>
          </p:nvSpPr>
          <p:spPr>
            <a:xfrm>
              <a:off x="15031938" y="8487090"/>
              <a:ext cx="292698" cy="292647"/>
            </a:xfrm>
            <a:custGeom>
              <a:avLst/>
              <a:gdLst>
                <a:gd name="connsiteX0" fmla="*/ 146337 w 292698"/>
                <a:gd name="connsiteY0" fmla="*/ 0 h 292647"/>
                <a:gd name="connsiteX1" fmla="*/ 0 w 292698"/>
                <a:gd name="connsiteY1" fmla="*/ 146344 h 292647"/>
                <a:gd name="connsiteX2" fmla="*/ 146353 w 292698"/>
                <a:gd name="connsiteY2" fmla="*/ 292648 h 292647"/>
                <a:gd name="connsiteX3" fmla="*/ 146369 w 292698"/>
                <a:gd name="connsiteY3" fmla="*/ 292648 h 292647"/>
                <a:gd name="connsiteX4" fmla="*/ 292699 w 292698"/>
                <a:gd name="connsiteY4" fmla="*/ 146312 h 292647"/>
                <a:gd name="connsiteX5" fmla="*/ 292699 w 292698"/>
                <a:gd name="connsiteY5" fmla="*/ 146312 h 292647"/>
                <a:gd name="connsiteX6" fmla="*/ 146337 w 292698"/>
                <a:gd name="connsiteY6" fmla="*/ 0 h 292647"/>
                <a:gd name="connsiteX7" fmla="*/ 232907 w 292698"/>
                <a:gd name="connsiteY7" fmla="*/ 232850 h 292647"/>
                <a:gd name="connsiteX8" fmla="*/ 146369 w 292698"/>
                <a:gd name="connsiteY8" fmla="*/ 268700 h 292647"/>
                <a:gd name="connsiteX9" fmla="*/ 146353 w 292698"/>
                <a:gd name="connsiteY9" fmla="*/ 268700 h 292647"/>
                <a:gd name="connsiteX10" fmla="*/ 23952 w 292698"/>
                <a:gd name="connsiteY10" fmla="*/ 146344 h 292647"/>
                <a:gd name="connsiteX11" fmla="*/ 146361 w 292698"/>
                <a:gd name="connsiteY11" fmla="*/ 23948 h 292647"/>
                <a:gd name="connsiteX12" fmla="*/ 268747 w 292698"/>
                <a:gd name="connsiteY12" fmla="*/ 146320 h 292647"/>
                <a:gd name="connsiteX13" fmla="*/ 232907 w 292698"/>
                <a:gd name="connsiteY13" fmla="*/ 232850 h 292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2698" h="292647">
                  <a:moveTo>
                    <a:pt x="146337" y="0"/>
                  </a:moveTo>
                  <a:cubicBezTo>
                    <a:pt x="65643" y="0"/>
                    <a:pt x="-8" y="65664"/>
                    <a:pt x="0" y="146344"/>
                  </a:cubicBezTo>
                  <a:cubicBezTo>
                    <a:pt x="0" y="227015"/>
                    <a:pt x="65668" y="292648"/>
                    <a:pt x="146353" y="292648"/>
                  </a:cubicBezTo>
                  <a:lnTo>
                    <a:pt x="146369" y="292648"/>
                  </a:lnTo>
                  <a:cubicBezTo>
                    <a:pt x="227062" y="292648"/>
                    <a:pt x="292706" y="226991"/>
                    <a:pt x="292699" y="146312"/>
                  </a:cubicBezTo>
                  <a:lnTo>
                    <a:pt x="292699" y="146312"/>
                  </a:lnTo>
                  <a:cubicBezTo>
                    <a:pt x="292666" y="65664"/>
                    <a:pt x="227022" y="32"/>
                    <a:pt x="146337" y="0"/>
                  </a:cubicBezTo>
                  <a:close/>
                  <a:moveTo>
                    <a:pt x="232907" y="232850"/>
                  </a:moveTo>
                  <a:cubicBezTo>
                    <a:pt x="209793" y="255967"/>
                    <a:pt x="179063" y="268700"/>
                    <a:pt x="146369" y="268700"/>
                  </a:cubicBezTo>
                  <a:lnTo>
                    <a:pt x="146353" y="268700"/>
                  </a:lnTo>
                  <a:cubicBezTo>
                    <a:pt x="78873" y="268700"/>
                    <a:pt x="23960" y="213812"/>
                    <a:pt x="23952" y="146344"/>
                  </a:cubicBezTo>
                  <a:cubicBezTo>
                    <a:pt x="23952" y="78860"/>
                    <a:pt x="78849" y="23955"/>
                    <a:pt x="146361" y="23948"/>
                  </a:cubicBezTo>
                  <a:cubicBezTo>
                    <a:pt x="213817" y="23980"/>
                    <a:pt x="268715" y="78875"/>
                    <a:pt x="268747" y="146320"/>
                  </a:cubicBezTo>
                  <a:cubicBezTo>
                    <a:pt x="268747" y="179000"/>
                    <a:pt x="256020" y="209733"/>
                    <a:pt x="232907" y="23285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 200">
              <a:extLst>
                <a:ext uri="{FF2B5EF4-FFF2-40B4-BE49-F238E27FC236}">
                  <a16:creationId xmlns:a16="http://schemas.microsoft.com/office/drawing/2014/main" id="{6A373073-C623-4D91-C680-AD7CBDBE989D}"/>
                </a:ext>
              </a:extLst>
            </p:cNvPr>
            <p:cNvSpPr/>
            <p:nvPr/>
          </p:nvSpPr>
          <p:spPr>
            <a:xfrm>
              <a:off x="14803850" y="8243288"/>
              <a:ext cx="749030" cy="780013"/>
            </a:xfrm>
            <a:custGeom>
              <a:avLst/>
              <a:gdLst>
                <a:gd name="connsiteX0" fmla="*/ 747202 w 749030"/>
                <a:gd name="connsiteY0" fmla="*/ 494238 h 780013"/>
                <a:gd name="connsiteX1" fmla="*/ 723043 w 749030"/>
                <a:gd name="connsiteY1" fmla="*/ 462835 h 780013"/>
                <a:gd name="connsiteX2" fmla="*/ 688496 w 749030"/>
                <a:gd name="connsiteY2" fmla="*/ 442903 h 780013"/>
                <a:gd name="connsiteX3" fmla="*/ 687993 w 749030"/>
                <a:gd name="connsiteY3" fmla="*/ 336360 h 780013"/>
                <a:gd name="connsiteX4" fmla="*/ 722372 w 749030"/>
                <a:gd name="connsiteY4" fmla="*/ 316483 h 780013"/>
                <a:gd name="connsiteX5" fmla="*/ 722668 w 749030"/>
                <a:gd name="connsiteY5" fmla="*/ 316316 h 780013"/>
                <a:gd name="connsiteX6" fmla="*/ 741437 w 749030"/>
                <a:gd name="connsiteY6" fmla="*/ 245686 h 780013"/>
                <a:gd name="connsiteX7" fmla="*/ 682476 w 749030"/>
                <a:gd name="connsiteY7" fmla="*/ 143390 h 780013"/>
                <a:gd name="connsiteX8" fmla="*/ 651035 w 749030"/>
                <a:gd name="connsiteY8" fmla="*/ 119363 h 780013"/>
                <a:gd name="connsiteX9" fmla="*/ 611834 w 749030"/>
                <a:gd name="connsiteY9" fmla="*/ 124591 h 780013"/>
                <a:gd name="connsiteX10" fmla="*/ 577240 w 749030"/>
                <a:gd name="connsiteY10" fmla="*/ 144571 h 780013"/>
                <a:gd name="connsiteX11" fmla="*/ 484771 w 749030"/>
                <a:gd name="connsiteY11" fmla="*/ 91575 h 780013"/>
                <a:gd name="connsiteX12" fmla="*/ 484771 w 749030"/>
                <a:gd name="connsiteY12" fmla="*/ 51647 h 780013"/>
                <a:gd name="connsiteX13" fmla="*/ 433003 w 749030"/>
                <a:gd name="connsiteY13" fmla="*/ 0 h 780013"/>
                <a:gd name="connsiteX14" fmla="*/ 314913 w 749030"/>
                <a:gd name="connsiteY14" fmla="*/ 0 h 780013"/>
                <a:gd name="connsiteX15" fmla="*/ 263200 w 749030"/>
                <a:gd name="connsiteY15" fmla="*/ 51695 h 780013"/>
                <a:gd name="connsiteX16" fmla="*/ 263200 w 749030"/>
                <a:gd name="connsiteY16" fmla="*/ 91639 h 780013"/>
                <a:gd name="connsiteX17" fmla="*/ 171242 w 749030"/>
                <a:gd name="connsiteY17" fmla="*/ 145274 h 780013"/>
                <a:gd name="connsiteX18" fmla="*/ 136720 w 749030"/>
                <a:gd name="connsiteY18" fmla="*/ 125421 h 780013"/>
                <a:gd name="connsiteX19" fmla="*/ 65846 w 749030"/>
                <a:gd name="connsiteY19" fmla="*/ 144419 h 780013"/>
                <a:gd name="connsiteX20" fmla="*/ 6949 w 749030"/>
                <a:gd name="connsiteY20" fmla="*/ 246564 h 780013"/>
                <a:gd name="connsiteX21" fmla="*/ 6885 w 749030"/>
                <a:gd name="connsiteY21" fmla="*/ 246684 h 780013"/>
                <a:gd name="connsiteX22" fmla="*/ 25879 w 749030"/>
                <a:gd name="connsiteY22" fmla="*/ 317266 h 780013"/>
                <a:gd name="connsiteX23" fmla="*/ 60473 w 749030"/>
                <a:gd name="connsiteY23" fmla="*/ 337253 h 780013"/>
                <a:gd name="connsiteX24" fmla="*/ 60896 w 749030"/>
                <a:gd name="connsiteY24" fmla="*/ 443789 h 780013"/>
                <a:gd name="connsiteX25" fmla="*/ 26454 w 749030"/>
                <a:gd name="connsiteY25" fmla="*/ 463681 h 780013"/>
                <a:gd name="connsiteX26" fmla="*/ 26102 w 749030"/>
                <a:gd name="connsiteY26" fmla="*/ 463889 h 780013"/>
                <a:gd name="connsiteX27" fmla="*/ 2318 w 749030"/>
                <a:gd name="connsiteY27" fmla="*/ 495165 h 780013"/>
                <a:gd name="connsiteX28" fmla="*/ 7515 w 749030"/>
                <a:gd name="connsiteY28" fmla="*/ 534455 h 780013"/>
                <a:gd name="connsiteX29" fmla="*/ 66565 w 749030"/>
                <a:gd name="connsiteY29" fmla="*/ 636687 h 780013"/>
                <a:gd name="connsiteX30" fmla="*/ 97989 w 749030"/>
                <a:gd name="connsiteY30" fmla="*/ 660746 h 780013"/>
                <a:gd name="connsiteX31" fmla="*/ 137215 w 749030"/>
                <a:gd name="connsiteY31" fmla="*/ 655549 h 780013"/>
                <a:gd name="connsiteX32" fmla="*/ 171808 w 749030"/>
                <a:gd name="connsiteY32" fmla="*/ 635545 h 780013"/>
                <a:gd name="connsiteX33" fmla="*/ 264263 w 749030"/>
                <a:gd name="connsiteY33" fmla="*/ 688397 h 780013"/>
                <a:gd name="connsiteX34" fmla="*/ 264263 w 749030"/>
                <a:gd name="connsiteY34" fmla="*/ 728302 h 780013"/>
                <a:gd name="connsiteX35" fmla="*/ 316102 w 749030"/>
                <a:gd name="connsiteY35" fmla="*/ 780013 h 780013"/>
                <a:gd name="connsiteX36" fmla="*/ 434032 w 749030"/>
                <a:gd name="connsiteY36" fmla="*/ 780013 h 780013"/>
                <a:gd name="connsiteX37" fmla="*/ 485800 w 749030"/>
                <a:gd name="connsiteY37" fmla="*/ 728310 h 780013"/>
                <a:gd name="connsiteX38" fmla="*/ 485800 w 749030"/>
                <a:gd name="connsiteY38" fmla="*/ 688374 h 780013"/>
                <a:gd name="connsiteX39" fmla="*/ 577759 w 749030"/>
                <a:gd name="connsiteY39" fmla="*/ 634739 h 780013"/>
                <a:gd name="connsiteX40" fmla="*/ 612354 w 749030"/>
                <a:gd name="connsiteY40" fmla="*/ 654632 h 780013"/>
                <a:gd name="connsiteX41" fmla="*/ 651643 w 749030"/>
                <a:gd name="connsiteY41" fmla="*/ 659820 h 780013"/>
                <a:gd name="connsiteX42" fmla="*/ 683083 w 749030"/>
                <a:gd name="connsiteY42" fmla="*/ 635705 h 780013"/>
                <a:gd name="connsiteX43" fmla="*/ 742100 w 749030"/>
                <a:gd name="connsiteY43" fmla="*/ 533537 h 780013"/>
                <a:gd name="connsiteX44" fmla="*/ 747225 w 749030"/>
                <a:gd name="connsiteY44" fmla="*/ 494238 h 780013"/>
                <a:gd name="connsiteX45" fmla="*/ 721334 w 749030"/>
                <a:gd name="connsiteY45" fmla="*/ 521587 h 780013"/>
                <a:gd name="connsiteX46" fmla="*/ 662325 w 749030"/>
                <a:gd name="connsiteY46" fmla="*/ 623731 h 780013"/>
                <a:gd name="connsiteX47" fmla="*/ 645431 w 749030"/>
                <a:gd name="connsiteY47" fmla="*/ 636679 h 780013"/>
                <a:gd name="connsiteX48" fmla="*/ 624305 w 749030"/>
                <a:gd name="connsiteY48" fmla="*/ 633877 h 780013"/>
                <a:gd name="connsiteX49" fmla="*/ 583675 w 749030"/>
                <a:gd name="connsiteY49" fmla="*/ 610512 h 780013"/>
                <a:gd name="connsiteX50" fmla="*/ 571667 w 749030"/>
                <a:gd name="connsiteY50" fmla="*/ 610544 h 780013"/>
                <a:gd name="connsiteX51" fmla="*/ 467773 w 749030"/>
                <a:gd name="connsiteY51" fmla="*/ 671139 h 780013"/>
                <a:gd name="connsiteX52" fmla="*/ 461833 w 749030"/>
                <a:gd name="connsiteY52" fmla="*/ 681485 h 780013"/>
                <a:gd name="connsiteX53" fmla="*/ 461833 w 749030"/>
                <a:gd name="connsiteY53" fmla="*/ 728270 h 780013"/>
                <a:gd name="connsiteX54" fmla="*/ 434001 w 749030"/>
                <a:gd name="connsiteY54" fmla="*/ 756042 h 780013"/>
                <a:gd name="connsiteX55" fmla="*/ 316086 w 749030"/>
                <a:gd name="connsiteY55" fmla="*/ 756042 h 780013"/>
                <a:gd name="connsiteX56" fmla="*/ 288190 w 749030"/>
                <a:gd name="connsiteY56" fmla="*/ 728255 h 780013"/>
                <a:gd name="connsiteX57" fmla="*/ 288190 w 749030"/>
                <a:gd name="connsiteY57" fmla="*/ 681437 h 780013"/>
                <a:gd name="connsiteX58" fmla="*/ 282154 w 749030"/>
                <a:gd name="connsiteY58" fmla="*/ 671044 h 780013"/>
                <a:gd name="connsiteX59" fmla="*/ 177693 w 749030"/>
                <a:gd name="connsiteY59" fmla="*/ 611327 h 780013"/>
                <a:gd name="connsiteX60" fmla="*/ 171753 w 749030"/>
                <a:gd name="connsiteY60" fmla="*/ 609746 h 780013"/>
                <a:gd name="connsiteX61" fmla="*/ 165757 w 749030"/>
                <a:gd name="connsiteY61" fmla="*/ 611350 h 780013"/>
                <a:gd name="connsiteX62" fmla="*/ 125190 w 749030"/>
                <a:gd name="connsiteY62" fmla="*/ 634803 h 780013"/>
                <a:gd name="connsiteX63" fmla="*/ 104137 w 749030"/>
                <a:gd name="connsiteY63" fmla="*/ 637597 h 780013"/>
                <a:gd name="connsiteX64" fmla="*/ 87235 w 749030"/>
                <a:gd name="connsiteY64" fmla="*/ 624625 h 780013"/>
                <a:gd name="connsiteX65" fmla="*/ 28234 w 749030"/>
                <a:gd name="connsiteY65" fmla="*/ 522465 h 780013"/>
                <a:gd name="connsiteX66" fmla="*/ 25431 w 749030"/>
                <a:gd name="connsiteY66" fmla="*/ 501343 h 780013"/>
                <a:gd name="connsiteX67" fmla="*/ 38397 w 749030"/>
                <a:gd name="connsiteY67" fmla="*/ 484428 h 780013"/>
                <a:gd name="connsiteX68" fmla="*/ 38700 w 749030"/>
                <a:gd name="connsiteY68" fmla="*/ 484244 h 780013"/>
                <a:gd name="connsiteX69" fmla="*/ 78860 w 749030"/>
                <a:gd name="connsiteY69" fmla="*/ 461055 h 780013"/>
                <a:gd name="connsiteX70" fmla="*/ 84848 w 749030"/>
                <a:gd name="connsiteY70" fmla="*/ 450638 h 780013"/>
                <a:gd name="connsiteX71" fmla="*/ 84377 w 749030"/>
                <a:gd name="connsiteY71" fmla="*/ 330278 h 780013"/>
                <a:gd name="connsiteX72" fmla="*/ 78389 w 749030"/>
                <a:gd name="connsiteY72" fmla="*/ 319955 h 780013"/>
                <a:gd name="connsiteX73" fmla="*/ 37822 w 749030"/>
                <a:gd name="connsiteY73" fmla="*/ 296519 h 780013"/>
                <a:gd name="connsiteX74" fmla="*/ 27364 w 749030"/>
                <a:gd name="connsiteY74" fmla="*/ 259049 h 780013"/>
                <a:gd name="connsiteX75" fmla="*/ 27723 w 749030"/>
                <a:gd name="connsiteY75" fmla="*/ 258442 h 780013"/>
                <a:gd name="connsiteX76" fmla="*/ 86564 w 749030"/>
                <a:gd name="connsiteY76" fmla="*/ 156393 h 780013"/>
                <a:gd name="connsiteX77" fmla="*/ 124727 w 749030"/>
                <a:gd name="connsiteY77" fmla="*/ 146176 h 780013"/>
                <a:gd name="connsiteX78" fmla="*/ 165278 w 749030"/>
                <a:gd name="connsiteY78" fmla="*/ 169501 h 780013"/>
                <a:gd name="connsiteX79" fmla="*/ 177286 w 749030"/>
                <a:gd name="connsiteY79" fmla="*/ 169469 h 780013"/>
                <a:gd name="connsiteX80" fmla="*/ 281181 w 749030"/>
                <a:gd name="connsiteY80" fmla="*/ 108873 h 780013"/>
                <a:gd name="connsiteX81" fmla="*/ 287121 w 749030"/>
                <a:gd name="connsiteY81" fmla="*/ 98529 h 780013"/>
                <a:gd name="connsiteX82" fmla="*/ 287121 w 749030"/>
                <a:gd name="connsiteY82" fmla="*/ 51710 h 780013"/>
                <a:gd name="connsiteX83" fmla="*/ 314880 w 749030"/>
                <a:gd name="connsiteY83" fmla="*/ 23963 h 780013"/>
                <a:gd name="connsiteX84" fmla="*/ 432939 w 749030"/>
                <a:gd name="connsiteY84" fmla="*/ 23963 h 780013"/>
                <a:gd name="connsiteX85" fmla="*/ 460787 w 749030"/>
                <a:gd name="connsiteY85" fmla="*/ 51710 h 780013"/>
                <a:gd name="connsiteX86" fmla="*/ 460787 w 749030"/>
                <a:gd name="connsiteY86" fmla="*/ 98529 h 780013"/>
                <a:gd name="connsiteX87" fmla="*/ 466807 w 749030"/>
                <a:gd name="connsiteY87" fmla="*/ 108922 h 780013"/>
                <a:gd name="connsiteX88" fmla="*/ 571276 w 749030"/>
                <a:gd name="connsiteY88" fmla="*/ 168791 h 780013"/>
                <a:gd name="connsiteX89" fmla="*/ 583220 w 749030"/>
                <a:gd name="connsiteY89" fmla="*/ 168767 h 780013"/>
                <a:gd name="connsiteX90" fmla="*/ 623802 w 749030"/>
                <a:gd name="connsiteY90" fmla="*/ 145330 h 780013"/>
                <a:gd name="connsiteX91" fmla="*/ 644856 w 749030"/>
                <a:gd name="connsiteY91" fmla="*/ 142512 h 780013"/>
                <a:gd name="connsiteX92" fmla="*/ 661781 w 749030"/>
                <a:gd name="connsiteY92" fmla="*/ 155500 h 780013"/>
                <a:gd name="connsiteX93" fmla="*/ 720679 w 749030"/>
                <a:gd name="connsiteY93" fmla="*/ 257684 h 780013"/>
                <a:gd name="connsiteX94" fmla="*/ 710772 w 749030"/>
                <a:gd name="connsiteY94" fmla="*/ 295522 h 780013"/>
                <a:gd name="connsiteX95" fmla="*/ 710524 w 749030"/>
                <a:gd name="connsiteY95" fmla="*/ 295665 h 780013"/>
                <a:gd name="connsiteX96" fmla="*/ 669973 w 749030"/>
                <a:gd name="connsiteY96" fmla="*/ 319117 h 780013"/>
                <a:gd name="connsiteX97" fmla="*/ 663994 w 749030"/>
                <a:gd name="connsiteY97" fmla="*/ 329543 h 780013"/>
                <a:gd name="connsiteX98" fmla="*/ 664560 w 749030"/>
                <a:gd name="connsiteY98" fmla="*/ 449904 h 780013"/>
                <a:gd name="connsiteX99" fmla="*/ 670548 w 749030"/>
                <a:gd name="connsiteY99" fmla="*/ 460217 h 780013"/>
                <a:gd name="connsiteX100" fmla="*/ 711067 w 749030"/>
                <a:gd name="connsiteY100" fmla="*/ 483590 h 780013"/>
                <a:gd name="connsiteX101" fmla="*/ 724064 w 749030"/>
                <a:gd name="connsiteY101" fmla="*/ 500473 h 780013"/>
                <a:gd name="connsiteX102" fmla="*/ 721318 w 749030"/>
                <a:gd name="connsiteY102" fmla="*/ 521594 h 780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749030" h="780013">
                  <a:moveTo>
                    <a:pt x="747202" y="494238"/>
                  </a:moveTo>
                  <a:cubicBezTo>
                    <a:pt x="743601" y="480884"/>
                    <a:pt x="735019" y="469732"/>
                    <a:pt x="723043" y="462835"/>
                  </a:cubicBezTo>
                  <a:lnTo>
                    <a:pt x="688496" y="442903"/>
                  </a:lnTo>
                  <a:lnTo>
                    <a:pt x="687993" y="336360"/>
                  </a:lnTo>
                  <a:lnTo>
                    <a:pt x="722372" y="316483"/>
                  </a:lnTo>
                  <a:cubicBezTo>
                    <a:pt x="722476" y="316428"/>
                    <a:pt x="722571" y="316364"/>
                    <a:pt x="722668" y="316316"/>
                  </a:cubicBezTo>
                  <a:cubicBezTo>
                    <a:pt x="747322" y="302003"/>
                    <a:pt x="755737" y="270304"/>
                    <a:pt x="741437" y="245686"/>
                  </a:cubicBezTo>
                  <a:lnTo>
                    <a:pt x="682476" y="143390"/>
                  </a:lnTo>
                  <a:cubicBezTo>
                    <a:pt x="675546" y="131448"/>
                    <a:pt x="664377" y="122915"/>
                    <a:pt x="651035" y="119363"/>
                  </a:cubicBezTo>
                  <a:cubicBezTo>
                    <a:pt x="637671" y="115810"/>
                    <a:pt x="623747" y="117670"/>
                    <a:pt x="611834" y="124591"/>
                  </a:cubicBezTo>
                  <a:lnTo>
                    <a:pt x="577240" y="144571"/>
                  </a:lnTo>
                  <a:lnTo>
                    <a:pt x="484771" y="91575"/>
                  </a:lnTo>
                  <a:lnTo>
                    <a:pt x="484771" y="51647"/>
                  </a:lnTo>
                  <a:cubicBezTo>
                    <a:pt x="484674" y="23141"/>
                    <a:pt x="461457" y="0"/>
                    <a:pt x="433003" y="0"/>
                  </a:cubicBezTo>
                  <a:lnTo>
                    <a:pt x="314913" y="0"/>
                  </a:lnTo>
                  <a:cubicBezTo>
                    <a:pt x="286402" y="0"/>
                    <a:pt x="263200" y="23189"/>
                    <a:pt x="263200" y="51695"/>
                  </a:cubicBezTo>
                  <a:lnTo>
                    <a:pt x="263200" y="91639"/>
                  </a:lnTo>
                  <a:lnTo>
                    <a:pt x="171242" y="145274"/>
                  </a:lnTo>
                  <a:lnTo>
                    <a:pt x="136720" y="125421"/>
                  </a:lnTo>
                  <a:cubicBezTo>
                    <a:pt x="111945" y="111125"/>
                    <a:pt x="80161" y="119642"/>
                    <a:pt x="65846" y="144419"/>
                  </a:cubicBezTo>
                  <a:lnTo>
                    <a:pt x="6949" y="246564"/>
                  </a:lnTo>
                  <a:cubicBezTo>
                    <a:pt x="6949" y="246564"/>
                    <a:pt x="6909" y="246644"/>
                    <a:pt x="6885" y="246684"/>
                  </a:cubicBezTo>
                  <a:cubicBezTo>
                    <a:pt x="-7335" y="271382"/>
                    <a:pt x="1184" y="303057"/>
                    <a:pt x="25879" y="317266"/>
                  </a:cubicBezTo>
                  <a:lnTo>
                    <a:pt x="60473" y="337253"/>
                  </a:lnTo>
                  <a:lnTo>
                    <a:pt x="60896" y="443789"/>
                  </a:lnTo>
                  <a:lnTo>
                    <a:pt x="26454" y="463681"/>
                  </a:lnTo>
                  <a:lnTo>
                    <a:pt x="26102" y="463889"/>
                  </a:lnTo>
                  <a:cubicBezTo>
                    <a:pt x="14294" y="470826"/>
                    <a:pt x="5855" y="481921"/>
                    <a:pt x="2318" y="495165"/>
                  </a:cubicBezTo>
                  <a:cubicBezTo>
                    <a:pt x="-1250" y="508527"/>
                    <a:pt x="594" y="522489"/>
                    <a:pt x="7515" y="534455"/>
                  </a:cubicBezTo>
                  <a:lnTo>
                    <a:pt x="66565" y="636687"/>
                  </a:lnTo>
                  <a:cubicBezTo>
                    <a:pt x="73479" y="648637"/>
                    <a:pt x="84640" y="657186"/>
                    <a:pt x="97989" y="660746"/>
                  </a:cubicBezTo>
                  <a:cubicBezTo>
                    <a:pt x="111346" y="664299"/>
                    <a:pt x="125262" y="662454"/>
                    <a:pt x="137215" y="655549"/>
                  </a:cubicBezTo>
                  <a:lnTo>
                    <a:pt x="171808" y="635545"/>
                  </a:lnTo>
                  <a:lnTo>
                    <a:pt x="264263" y="688397"/>
                  </a:lnTo>
                  <a:lnTo>
                    <a:pt x="264263" y="728302"/>
                  </a:lnTo>
                  <a:cubicBezTo>
                    <a:pt x="264343" y="756801"/>
                    <a:pt x="287599" y="780006"/>
                    <a:pt x="316102" y="780013"/>
                  </a:cubicBezTo>
                  <a:lnTo>
                    <a:pt x="434032" y="780013"/>
                  </a:lnTo>
                  <a:cubicBezTo>
                    <a:pt x="462527" y="780013"/>
                    <a:pt x="485760" y="756848"/>
                    <a:pt x="485800" y="728310"/>
                  </a:cubicBezTo>
                  <a:lnTo>
                    <a:pt x="485800" y="688374"/>
                  </a:lnTo>
                  <a:lnTo>
                    <a:pt x="577759" y="634739"/>
                  </a:lnTo>
                  <a:lnTo>
                    <a:pt x="612354" y="654632"/>
                  </a:lnTo>
                  <a:cubicBezTo>
                    <a:pt x="624322" y="661553"/>
                    <a:pt x="638277" y="663412"/>
                    <a:pt x="651643" y="659820"/>
                  </a:cubicBezTo>
                  <a:cubicBezTo>
                    <a:pt x="665007" y="656252"/>
                    <a:pt x="676168" y="647679"/>
                    <a:pt x="683083" y="635705"/>
                  </a:cubicBezTo>
                  <a:lnTo>
                    <a:pt x="742100" y="533537"/>
                  </a:lnTo>
                  <a:cubicBezTo>
                    <a:pt x="748998" y="521554"/>
                    <a:pt x="750827" y="507594"/>
                    <a:pt x="747225" y="494238"/>
                  </a:cubicBezTo>
                  <a:close/>
                  <a:moveTo>
                    <a:pt x="721334" y="521587"/>
                  </a:moveTo>
                  <a:lnTo>
                    <a:pt x="662325" y="623731"/>
                  </a:lnTo>
                  <a:cubicBezTo>
                    <a:pt x="658604" y="630166"/>
                    <a:pt x="652608" y="634763"/>
                    <a:pt x="645431" y="636679"/>
                  </a:cubicBezTo>
                  <a:cubicBezTo>
                    <a:pt x="638277" y="638587"/>
                    <a:pt x="630756" y="637613"/>
                    <a:pt x="624305" y="633877"/>
                  </a:cubicBezTo>
                  <a:lnTo>
                    <a:pt x="583675" y="610512"/>
                  </a:lnTo>
                  <a:cubicBezTo>
                    <a:pt x="579963" y="608357"/>
                    <a:pt x="575380" y="608389"/>
                    <a:pt x="571667" y="610544"/>
                  </a:cubicBezTo>
                  <a:lnTo>
                    <a:pt x="467773" y="671139"/>
                  </a:lnTo>
                  <a:cubicBezTo>
                    <a:pt x="464092" y="673295"/>
                    <a:pt x="461833" y="677231"/>
                    <a:pt x="461833" y="681485"/>
                  </a:cubicBezTo>
                  <a:lnTo>
                    <a:pt x="461833" y="728270"/>
                  </a:lnTo>
                  <a:cubicBezTo>
                    <a:pt x="461808" y="743597"/>
                    <a:pt x="449329" y="756042"/>
                    <a:pt x="434001" y="756042"/>
                  </a:cubicBezTo>
                  <a:lnTo>
                    <a:pt x="316086" y="756042"/>
                  </a:lnTo>
                  <a:cubicBezTo>
                    <a:pt x="300741" y="756042"/>
                    <a:pt x="288238" y="743557"/>
                    <a:pt x="288190" y="728255"/>
                  </a:cubicBezTo>
                  <a:lnTo>
                    <a:pt x="288190" y="681437"/>
                  </a:lnTo>
                  <a:cubicBezTo>
                    <a:pt x="288190" y="677143"/>
                    <a:pt x="285891" y="673175"/>
                    <a:pt x="282154" y="671044"/>
                  </a:cubicBezTo>
                  <a:lnTo>
                    <a:pt x="177693" y="611327"/>
                  </a:lnTo>
                  <a:cubicBezTo>
                    <a:pt x="175857" y="610272"/>
                    <a:pt x="173804" y="609746"/>
                    <a:pt x="171753" y="609746"/>
                  </a:cubicBezTo>
                  <a:cubicBezTo>
                    <a:pt x="169677" y="609746"/>
                    <a:pt x="167609" y="610280"/>
                    <a:pt x="165757" y="611350"/>
                  </a:cubicBezTo>
                  <a:lnTo>
                    <a:pt x="125190" y="634803"/>
                  </a:lnTo>
                  <a:cubicBezTo>
                    <a:pt x="118772" y="638515"/>
                    <a:pt x="111323" y="639521"/>
                    <a:pt x="104137" y="637597"/>
                  </a:cubicBezTo>
                  <a:cubicBezTo>
                    <a:pt x="96983" y="635690"/>
                    <a:pt x="90995" y="631107"/>
                    <a:pt x="87235" y="624625"/>
                  </a:cubicBezTo>
                  <a:lnTo>
                    <a:pt x="28234" y="522465"/>
                  </a:lnTo>
                  <a:cubicBezTo>
                    <a:pt x="24505" y="516023"/>
                    <a:pt x="23515" y="508519"/>
                    <a:pt x="25431" y="501343"/>
                  </a:cubicBezTo>
                  <a:cubicBezTo>
                    <a:pt x="27347" y="494158"/>
                    <a:pt x="31954" y="488148"/>
                    <a:pt x="38397" y="484428"/>
                  </a:cubicBezTo>
                  <a:lnTo>
                    <a:pt x="38700" y="484244"/>
                  </a:lnTo>
                  <a:lnTo>
                    <a:pt x="78860" y="461055"/>
                  </a:lnTo>
                  <a:cubicBezTo>
                    <a:pt x="82581" y="458908"/>
                    <a:pt x="84864" y="454933"/>
                    <a:pt x="84848" y="450638"/>
                  </a:cubicBezTo>
                  <a:lnTo>
                    <a:pt x="84377" y="330278"/>
                  </a:lnTo>
                  <a:cubicBezTo>
                    <a:pt x="84360" y="326022"/>
                    <a:pt x="82086" y="322087"/>
                    <a:pt x="78389" y="319955"/>
                  </a:cubicBezTo>
                  <a:lnTo>
                    <a:pt x="37822" y="296519"/>
                  </a:lnTo>
                  <a:cubicBezTo>
                    <a:pt x="24561" y="288888"/>
                    <a:pt x="19986" y="271885"/>
                    <a:pt x="27364" y="259049"/>
                  </a:cubicBezTo>
                  <a:cubicBezTo>
                    <a:pt x="27492" y="258858"/>
                    <a:pt x="27604" y="258650"/>
                    <a:pt x="27723" y="258442"/>
                  </a:cubicBezTo>
                  <a:lnTo>
                    <a:pt x="86564" y="156393"/>
                  </a:lnTo>
                  <a:cubicBezTo>
                    <a:pt x="94277" y="143046"/>
                    <a:pt x="111386" y="138472"/>
                    <a:pt x="124727" y="146176"/>
                  </a:cubicBezTo>
                  <a:lnTo>
                    <a:pt x="165278" y="169501"/>
                  </a:lnTo>
                  <a:cubicBezTo>
                    <a:pt x="168999" y="171656"/>
                    <a:pt x="173581" y="171625"/>
                    <a:pt x="177286" y="169469"/>
                  </a:cubicBezTo>
                  <a:lnTo>
                    <a:pt x="281181" y="108873"/>
                  </a:lnTo>
                  <a:cubicBezTo>
                    <a:pt x="284861" y="106719"/>
                    <a:pt x="287121" y="102783"/>
                    <a:pt x="287121" y="98529"/>
                  </a:cubicBezTo>
                  <a:lnTo>
                    <a:pt x="287121" y="51710"/>
                  </a:lnTo>
                  <a:cubicBezTo>
                    <a:pt x="287121" y="36416"/>
                    <a:pt x="299575" y="23963"/>
                    <a:pt x="314880" y="23963"/>
                  </a:cubicBezTo>
                  <a:lnTo>
                    <a:pt x="432939" y="23963"/>
                  </a:lnTo>
                  <a:cubicBezTo>
                    <a:pt x="448251" y="23963"/>
                    <a:pt x="460739" y="36416"/>
                    <a:pt x="460787" y="51710"/>
                  </a:cubicBezTo>
                  <a:lnTo>
                    <a:pt x="460787" y="98529"/>
                  </a:lnTo>
                  <a:cubicBezTo>
                    <a:pt x="460787" y="102815"/>
                    <a:pt x="463086" y="106782"/>
                    <a:pt x="466807" y="108922"/>
                  </a:cubicBezTo>
                  <a:lnTo>
                    <a:pt x="571276" y="168791"/>
                  </a:lnTo>
                  <a:cubicBezTo>
                    <a:pt x="574981" y="170898"/>
                    <a:pt x="579532" y="170898"/>
                    <a:pt x="583220" y="168767"/>
                  </a:cubicBezTo>
                  <a:lnTo>
                    <a:pt x="623802" y="145330"/>
                  </a:lnTo>
                  <a:cubicBezTo>
                    <a:pt x="630213" y="141610"/>
                    <a:pt x="637686" y="140620"/>
                    <a:pt x="644856" y="142512"/>
                  </a:cubicBezTo>
                  <a:cubicBezTo>
                    <a:pt x="652009" y="144412"/>
                    <a:pt x="658006" y="148993"/>
                    <a:pt x="661781" y="155500"/>
                  </a:cubicBezTo>
                  <a:lnTo>
                    <a:pt x="720679" y="257684"/>
                  </a:lnTo>
                  <a:cubicBezTo>
                    <a:pt x="728304" y="270824"/>
                    <a:pt x="723913" y="287674"/>
                    <a:pt x="710772" y="295522"/>
                  </a:cubicBezTo>
                  <a:cubicBezTo>
                    <a:pt x="710683" y="295569"/>
                    <a:pt x="710604" y="295617"/>
                    <a:pt x="710524" y="295665"/>
                  </a:cubicBezTo>
                  <a:lnTo>
                    <a:pt x="669973" y="319117"/>
                  </a:lnTo>
                  <a:cubicBezTo>
                    <a:pt x="666253" y="321273"/>
                    <a:pt x="663969" y="325249"/>
                    <a:pt x="663994" y="329543"/>
                  </a:cubicBezTo>
                  <a:lnTo>
                    <a:pt x="664560" y="449904"/>
                  </a:lnTo>
                  <a:cubicBezTo>
                    <a:pt x="664584" y="454167"/>
                    <a:pt x="666860" y="458086"/>
                    <a:pt x="670548" y="460217"/>
                  </a:cubicBezTo>
                  <a:lnTo>
                    <a:pt x="711067" y="483590"/>
                  </a:lnTo>
                  <a:cubicBezTo>
                    <a:pt x="717518" y="487302"/>
                    <a:pt x="722132" y="493297"/>
                    <a:pt x="724064" y="500473"/>
                  </a:cubicBezTo>
                  <a:cubicBezTo>
                    <a:pt x="725997" y="507649"/>
                    <a:pt x="725022" y="515161"/>
                    <a:pt x="721318" y="5215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30265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BF81-8A2E-C3EF-F407-0151409E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07D354D-164F-D004-01AE-58AE5F80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de-DE" dirty="0"/>
            </a:br>
            <a:r>
              <a:rPr lang="de-DE" dirty="0"/>
              <a:t>Beispiel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BF9170-090E-ED1A-5668-CE0606F86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Beispiel zum Beidseitigen Warten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0A29EFD-08FD-B61E-62C7-C2ECD5DCC9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01AA58-2736-3CF8-4690-6AF630B6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03DBD8-C3A8-5C0E-BB66-B034E214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27</a:t>
            </a:fld>
            <a:endParaRPr lang="de-DE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B5B876A-19A8-3C86-4B78-0C45FDFD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AC4-165D-0D48-A518-12373664C146}" type="datetime1">
              <a:rPr lang="de-DE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553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C9805-BA44-2FEE-EBD4-25AF9EF9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07A24BEC-D7E3-3435-0FAF-9DB9BABC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Beispiel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41E5B1-92C3-CC1F-8522-42A92C1F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1558D8ED-1857-2C43-9861-232BF5AD34AA}" type="datetime1">
              <a:rPr lang="de-DE" smtClean="0"/>
              <a:pPr/>
              <a:t>23.06.2026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2EA6B0A-6A79-B7A2-C83B-C70E2EE8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E5A6B4-2AED-500B-894C-9D4E0718E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28</a:t>
            </a:fld>
            <a:endParaRPr lang="de-DE"/>
          </a:p>
        </p:txBody>
      </p:sp>
      <p:pic>
        <p:nvPicPr>
          <p:cNvPr id="2" name="Grafik 1" descr="Schulgebäude mit einfarbiger Füllung">
            <a:extLst>
              <a:ext uri="{FF2B5EF4-FFF2-40B4-BE49-F238E27FC236}">
                <a16:creationId xmlns:a16="http://schemas.microsoft.com/office/drawing/2014/main" id="{5AE982D3-D3EB-ACC1-2CB1-2053A6C1CF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110" y="3971542"/>
            <a:ext cx="1549285" cy="1549285"/>
          </a:xfrm>
          <a:prstGeom prst="rect">
            <a:avLst/>
          </a:prstGeom>
        </p:spPr>
      </p:pic>
      <p:pic>
        <p:nvPicPr>
          <p:cNvPr id="14" name="Grafik 13" descr="Schulgebäude mit einfarbiger Füllung">
            <a:extLst>
              <a:ext uri="{FF2B5EF4-FFF2-40B4-BE49-F238E27FC236}">
                <a16:creationId xmlns:a16="http://schemas.microsoft.com/office/drawing/2014/main" id="{80EEE09C-AA6A-8F18-FCA1-D8A3AD263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5314" y="3971542"/>
            <a:ext cx="1549285" cy="1549285"/>
          </a:xfrm>
          <a:prstGeom prst="rect">
            <a:avLst/>
          </a:prstGeom>
        </p:spPr>
      </p:pic>
      <p:sp>
        <p:nvSpPr>
          <p:cNvPr id="51" name="Rechteck 50">
            <a:extLst>
              <a:ext uri="{FF2B5EF4-FFF2-40B4-BE49-F238E27FC236}">
                <a16:creationId xmlns:a16="http://schemas.microsoft.com/office/drawing/2014/main" id="{1646308A-E947-8966-EF7D-BA95A5C1462C}"/>
              </a:ext>
            </a:extLst>
          </p:cNvPr>
          <p:cNvSpPr/>
          <p:nvPr/>
        </p:nvSpPr>
        <p:spPr>
          <a:xfrm flipV="1">
            <a:off x="1779269" y="5120641"/>
            <a:ext cx="1677797" cy="45719"/>
          </a:xfrm>
          <a:prstGeom prst="rect">
            <a:avLst/>
          </a:prstGeom>
          <a:solidFill>
            <a:schemeClr val="accent2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C5C5DF57-433A-0D80-BAAC-EDF12BE6FDEC}"/>
              </a:ext>
            </a:extLst>
          </p:cNvPr>
          <p:cNvSpPr/>
          <p:nvPr/>
        </p:nvSpPr>
        <p:spPr>
          <a:xfrm>
            <a:off x="624205" y="3367396"/>
            <a:ext cx="7056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B95407C3-4D66-7773-2740-22619F3633DB}"/>
              </a:ext>
            </a:extLst>
          </p:cNvPr>
          <p:cNvSpPr/>
          <p:nvPr/>
        </p:nvSpPr>
        <p:spPr>
          <a:xfrm>
            <a:off x="3919960" y="3320567"/>
            <a:ext cx="6799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5C5E3A0-19BB-4C5A-90FC-4C5E3164413C}"/>
              </a:ext>
            </a:extLst>
          </p:cNvPr>
          <p:cNvSpPr/>
          <p:nvPr/>
        </p:nvSpPr>
        <p:spPr>
          <a:xfrm>
            <a:off x="5062845" y="5143500"/>
            <a:ext cx="1964793" cy="45719"/>
          </a:xfrm>
          <a:prstGeom prst="rect">
            <a:avLst/>
          </a:prstGeom>
          <a:solidFill>
            <a:schemeClr val="accent2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pic>
        <p:nvPicPr>
          <p:cNvPr id="16" name="Grafik 15" descr="Schulgebäude mit einfarbiger Füllung">
            <a:extLst>
              <a:ext uri="{FF2B5EF4-FFF2-40B4-BE49-F238E27FC236}">
                <a16:creationId xmlns:a16="http://schemas.microsoft.com/office/drawing/2014/main" id="{3CE3813F-13B4-7F75-0845-E7E0F09021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5886" y="3931257"/>
            <a:ext cx="1549285" cy="1549285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CA8F001E-F5FC-190D-3914-B5E15662BAD7}"/>
              </a:ext>
            </a:extLst>
          </p:cNvPr>
          <p:cNvSpPr/>
          <p:nvPr/>
        </p:nvSpPr>
        <p:spPr>
          <a:xfrm>
            <a:off x="7517835" y="3327111"/>
            <a:ext cx="647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C88D4740-C2E9-B7E2-03AE-CD07C5CE7010}"/>
              </a:ext>
            </a:extLst>
          </p:cNvPr>
          <p:cNvSpPr/>
          <p:nvPr/>
        </p:nvSpPr>
        <p:spPr>
          <a:xfrm>
            <a:off x="8605171" y="5105402"/>
            <a:ext cx="1746600" cy="45719"/>
          </a:xfrm>
          <a:prstGeom prst="rect">
            <a:avLst/>
          </a:prstGeom>
          <a:solidFill>
            <a:schemeClr val="accent2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pic>
        <p:nvPicPr>
          <p:cNvPr id="88" name="Grafik 87" descr="Schulgebäude mit einfarbiger Füllung">
            <a:extLst>
              <a:ext uri="{FF2B5EF4-FFF2-40B4-BE49-F238E27FC236}">
                <a16:creationId xmlns:a16="http://schemas.microsoft.com/office/drawing/2014/main" id="{9AE8F6F0-0B79-F2C5-82CB-51A74883F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3662" y="3955001"/>
            <a:ext cx="1549285" cy="1549285"/>
          </a:xfrm>
          <a:prstGeom prst="rect">
            <a:avLst/>
          </a:prstGeom>
        </p:spPr>
      </p:pic>
      <p:sp>
        <p:nvSpPr>
          <p:cNvPr id="89" name="Rechteck 88">
            <a:extLst>
              <a:ext uri="{FF2B5EF4-FFF2-40B4-BE49-F238E27FC236}">
                <a16:creationId xmlns:a16="http://schemas.microsoft.com/office/drawing/2014/main" id="{BEF591DF-30FB-9013-5D94-ADEE215E4136}"/>
              </a:ext>
            </a:extLst>
          </p:cNvPr>
          <p:cNvSpPr/>
          <p:nvPr/>
        </p:nvSpPr>
        <p:spPr>
          <a:xfrm>
            <a:off x="10757941" y="3350855"/>
            <a:ext cx="7232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6CB6BC73-ABB8-98A0-112F-559117B580A9}"/>
              </a:ext>
            </a:extLst>
          </p:cNvPr>
          <p:cNvSpPr txBox="1"/>
          <p:nvPr/>
        </p:nvSpPr>
        <p:spPr>
          <a:xfrm>
            <a:off x="195468" y="2939052"/>
            <a:ext cx="914400" cy="58674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An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Ab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72760670-7215-B026-9B0B-9F580DF8832B}"/>
              </a:ext>
            </a:extLst>
          </p:cNvPr>
          <p:cNvSpPr txBox="1"/>
          <p:nvPr/>
        </p:nvSpPr>
        <p:spPr>
          <a:xfrm>
            <a:off x="195468" y="5480542"/>
            <a:ext cx="914400" cy="58674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Ab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An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32C2C681-9D16-2598-92A9-E60AD72F87B9}"/>
              </a:ext>
            </a:extLst>
          </p:cNvPr>
          <p:cNvSpPr txBox="1"/>
          <p:nvPr/>
        </p:nvSpPr>
        <p:spPr>
          <a:xfrm>
            <a:off x="775952" y="291346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de-DE" dirty="0">
              <a:solidFill>
                <a:schemeClr val="accent2"/>
              </a:solidFill>
            </a:endParaRPr>
          </a:p>
          <a:p>
            <a:pPr algn="l"/>
            <a:r>
              <a:rPr lang="de-DE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853D7E96-81BA-4698-BFAD-78F884ACE50C}"/>
              </a:ext>
            </a:extLst>
          </p:cNvPr>
          <p:cNvSpPr txBox="1"/>
          <p:nvPr/>
        </p:nvSpPr>
        <p:spPr>
          <a:xfrm>
            <a:off x="4142754" y="291346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10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11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C749499C-3182-2E6C-939F-D4CD83E5918D}"/>
              </a:ext>
            </a:extLst>
          </p:cNvPr>
          <p:cNvSpPr txBox="1"/>
          <p:nvPr/>
        </p:nvSpPr>
        <p:spPr>
          <a:xfrm>
            <a:off x="7708569" y="2874376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36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37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75C50EA2-C00C-AE95-42EA-DAA33C30BF3A}"/>
              </a:ext>
            </a:extLst>
          </p:cNvPr>
          <p:cNvSpPr txBox="1"/>
          <p:nvPr/>
        </p:nvSpPr>
        <p:spPr>
          <a:xfrm>
            <a:off x="10886109" y="291346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47</a:t>
            </a:r>
          </a:p>
          <a:p>
            <a:pPr algn="l"/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4F62D359-F337-926E-673F-F15BD0445EF3}"/>
              </a:ext>
            </a:extLst>
          </p:cNvPr>
          <p:cNvSpPr txBox="1"/>
          <p:nvPr/>
        </p:nvSpPr>
        <p:spPr>
          <a:xfrm>
            <a:off x="10886109" y="541282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de-DE" dirty="0">
              <a:solidFill>
                <a:schemeClr val="accent2"/>
              </a:solidFill>
            </a:endParaRPr>
          </a:p>
          <a:p>
            <a:pPr algn="l"/>
            <a:r>
              <a:rPr lang="de-DE" dirty="0">
                <a:solidFill>
                  <a:schemeClr val="accent2"/>
                </a:solidFill>
              </a:rPr>
              <a:t>48</a:t>
            </a:r>
          </a:p>
          <a:p>
            <a:pPr algn="l"/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8AEE04CE-3A57-BAA9-C2ED-E2A65A6EC06C}"/>
              </a:ext>
            </a:extLst>
          </p:cNvPr>
          <p:cNvSpPr txBox="1"/>
          <p:nvPr/>
        </p:nvSpPr>
        <p:spPr>
          <a:xfrm>
            <a:off x="7731990" y="5429270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59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58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89454C1D-608F-76CF-5457-B21FD85616E4}"/>
              </a:ext>
            </a:extLst>
          </p:cNvPr>
          <p:cNvSpPr txBox="1"/>
          <p:nvPr/>
        </p:nvSpPr>
        <p:spPr>
          <a:xfrm>
            <a:off x="4120199" y="5364967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25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24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D662EB10-0D04-3740-61E6-AC86460D119F}"/>
              </a:ext>
            </a:extLst>
          </p:cNvPr>
          <p:cNvSpPr txBox="1"/>
          <p:nvPr/>
        </p:nvSpPr>
        <p:spPr>
          <a:xfrm>
            <a:off x="747915" y="541282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de-DE" dirty="0">
              <a:solidFill>
                <a:schemeClr val="accent2"/>
              </a:solidFill>
            </a:endParaRPr>
          </a:p>
          <a:p>
            <a:pPr algn="l"/>
            <a:r>
              <a:rPr lang="de-DE" dirty="0">
                <a:solidFill>
                  <a:schemeClr val="accent2"/>
                </a:solidFill>
              </a:rPr>
              <a:t>35</a:t>
            </a:r>
          </a:p>
        </p:txBody>
      </p:sp>
      <p:pic>
        <p:nvPicPr>
          <p:cNvPr id="101" name="Grafik 100" descr="Schließen mit einfarbiger Füllung">
            <a:extLst>
              <a:ext uri="{FF2B5EF4-FFF2-40B4-BE49-F238E27FC236}">
                <a16:creationId xmlns:a16="http://schemas.microsoft.com/office/drawing/2014/main" id="{07854FC4-CF10-5E2E-9C1A-29A27F3AC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1017" y="4358504"/>
            <a:ext cx="742277" cy="742277"/>
          </a:xfrm>
          <a:prstGeom prst="rect">
            <a:avLst/>
          </a:prstGeom>
        </p:spPr>
      </p:pic>
      <p:sp>
        <p:nvSpPr>
          <p:cNvPr id="102" name="Textfeld 101">
            <a:extLst>
              <a:ext uri="{FF2B5EF4-FFF2-40B4-BE49-F238E27FC236}">
                <a16:creationId xmlns:a16="http://schemas.microsoft.com/office/drawing/2014/main" id="{8296C262-D5AF-6A43-F7C7-4DB2A9A1720C}"/>
              </a:ext>
            </a:extLst>
          </p:cNvPr>
          <p:cNvSpPr txBox="1"/>
          <p:nvPr/>
        </p:nvSpPr>
        <p:spPr>
          <a:xfrm>
            <a:off x="2359580" y="5279258"/>
            <a:ext cx="478779" cy="4281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sz="2400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E26FB8AD-BE5D-4395-3E12-EC43E1E91EEE}"/>
              </a:ext>
            </a:extLst>
          </p:cNvPr>
          <p:cNvSpPr txBox="1"/>
          <p:nvPr/>
        </p:nvSpPr>
        <p:spPr>
          <a:xfrm>
            <a:off x="9287470" y="5306765"/>
            <a:ext cx="478779" cy="4281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sz="2400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D170399B-1C5E-2305-F332-7CBBB93C02E5}"/>
              </a:ext>
            </a:extLst>
          </p:cNvPr>
          <p:cNvSpPr txBox="1"/>
          <p:nvPr/>
        </p:nvSpPr>
        <p:spPr>
          <a:xfrm>
            <a:off x="5805851" y="5412825"/>
            <a:ext cx="478779" cy="4281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sz="2400" dirty="0">
                <a:solidFill>
                  <a:schemeClr val="accent2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456530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3EA7-10CA-D312-CFBB-692009BC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95298BD8-2939-6B1C-3289-6104DCD5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87560"/>
            <a:ext cx="8496300" cy="988803"/>
          </a:xfrm>
        </p:spPr>
        <p:txBody>
          <a:bodyPr/>
          <a:lstStyle/>
          <a:p>
            <a:r>
              <a:rPr lang="de-DE" dirty="0"/>
              <a:t>Beispiel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66F931-42D5-82B6-9A8F-FDA1753D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1558D8ED-1857-2C43-9861-232BF5AD34AA}" type="datetime1">
              <a:rPr lang="de-DE" smtClean="0"/>
              <a:pPr/>
              <a:t>23.06.2026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A798CF-0D98-748C-40DB-DD1873FF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E41F60-8EE7-32B2-04C8-73837962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29</a:t>
            </a:fld>
            <a:endParaRPr lang="de-DE"/>
          </a:p>
        </p:txBody>
      </p:sp>
      <p:pic>
        <p:nvPicPr>
          <p:cNvPr id="2" name="Grafik 1" descr="Schulgebäude mit einfarbiger Füllung">
            <a:extLst>
              <a:ext uri="{FF2B5EF4-FFF2-40B4-BE49-F238E27FC236}">
                <a16:creationId xmlns:a16="http://schemas.microsoft.com/office/drawing/2014/main" id="{B9558791-5A7E-DD61-1DB2-B4ACBAD6A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110" y="3971542"/>
            <a:ext cx="1549285" cy="1549285"/>
          </a:xfrm>
          <a:prstGeom prst="rect">
            <a:avLst/>
          </a:prstGeom>
        </p:spPr>
      </p:pic>
      <p:pic>
        <p:nvPicPr>
          <p:cNvPr id="14" name="Grafik 13" descr="Schulgebäude mit einfarbiger Füllung">
            <a:extLst>
              <a:ext uri="{FF2B5EF4-FFF2-40B4-BE49-F238E27FC236}">
                <a16:creationId xmlns:a16="http://schemas.microsoft.com/office/drawing/2014/main" id="{BEDF4862-7C56-AF5B-7016-703DF8A21C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5314" y="3971542"/>
            <a:ext cx="1549285" cy="1549285"/>
          </a:xfrm>
          <a:prstGeom prst="rect">
            <a:avLst/>
          </a:prstGeom>
        </p:spPr>
      </p:pic>
      <p:sp>
        <p:nvSpPr>
          <p:cNvPr id="51" name="Rechteck 50">
            <a:extLst>
              <a:ext uri="{FF2B5EF4-FFF2-40B4-BE49-F238E27FC236}">
                <a16:creationId xmlns:a16="http://schemas.microsoft.com/office/drawing/2014/main" id="{260CA500-5DA0-A3BF-02AF-41246F066FB8}"/>
              </a:ext>
            </a:extLst>
          </p:cNvPr>
          <p:cNvSpPr/>
          <p:nvPr/>
        </p:nvSpPr>
        <p:spPr>
          <a:xfrm flipV="1">
            <a:off x="1779269" y="5120641"/>
            <a:ext cx="1677797" cy="45719"/>
          </a:xfrm>
          <a:prstGeom prst="rect">
            <a:avLst/>
          </a:prstGeom>
          <a:solidFill>
            <a:schemeClr val="accent2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B84B99A1-4ED8-0EFC-2D76-13BEA62CA422}"/>
              </a:ext>
            </a:extLst>
          </p:cNvPr>
          <p:cNvSpPr/>
          <p:nvPr/>
        </p:nvSpPr>
        <p:spPr>
          <a:xfrm>
            <a:off x="624205" y="3367396"/>
            <a:ext cx="7056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37EDD987-1EE5-EF43-10F0-B552DEB15C7C}"/>
              </a:ext>
            </a:extLst>
          </p:cNvPr>
          <p:cNvSpPr/>
          <p:nvPr/>
        </p:nvSpPr>
        <p:spPr>
          <a:xfrm>
            <a:off x="3919960" y="3320567"/>
            <a:ext cx="6799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AEA2BB2-589A-BC34-FC92-0893C4738797}"/>
              </a:ext>
            </a:extLst>
          </p:cNvPr>
          <p:cNvSpPr/>
          <p:nvPr/>
        </p:nvSpPr>
        <p:spPr>
          <a:xfrm>
            <a:off x="5062845" y="5143500"/>
            <a:ext cx="1964793" cy="45719"/>
          </a:xfrm>
          <a:prstGeom prst="rect">
            <a:avLst/>
          </a:prstGeom>
          <a:solidFill>
            <a:schemeClr val="accent2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pic>
        <p:nvPicPr>
          <p:cNvPr id="16" name="Grafik 15" descr="Schulgebäude mit einfarbiger Füllung">
            <a:extLst>
              <a:ext uri="{FF2B5EF4-FFF2-40B4-BE49-F238E27FC236}">
                <a16:creationId xmlns:a16="http://schemas.microsoft.com/office/drawing/2014/main" id="{A0A5CBCD-6165-432E-1AAE-75DDA88EDA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5886" y="3931257"/>
            <a:ext cx="1549285" cy="1549285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B787E89C-73F7-F7D6-B1E6-E5C31C025329}"/>
              </a:ext>
            </a:extLst>
          </p:cNvPr>
          <p:cNvSpPr/>
          <p:nvPr/>
        </p:nvSpPr>
        <p:spPr>
          <a:xfrm>
            <a:off x="7517835" y="3327111"/>
            <a:ext cx="647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B3E3D065-7D41-294B-7439-B2B1EB1C4808}"/>
              </a:ext>
            </a:extLst>
          </p:cNvPr>
          <p:cNvSpPr/>
          <p:nvPr/>
        </p:nvSpPr>
        <p:spPr>
          <a:xfrm>
            <a:off x="8605171" y="5105402"/>
            <a:ext cx="1746600" cy="45719"/>
          </a:xfrm>
          <a:prstGeom prst="rect">
            <a:avLst/>
          </a:prstGeom>
          <a:solidFill>
            <a:schemeClr val="accent2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pic>
        <p:nvPicPr>
          <p:cNvPr id="88" name="Grafik 87" descr="Schulgebäude mit einfarbiger Füllung">
            <a:extLst>
              <a:ext uri="{FF2B5EF4-FFF2-40B4-BE49-F238E27FC236}">
                <a16:creationId xmlns:a16="http://schemas.microsoft.com/office/drawing/2014/main" id="{23D2BE4E-032C-B6AA-81B0-C2E2532CF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3662" y="3955001"/>
            <a:ext cx="1549285" cy="1549285"/>
          </a:xfrm>
          <a:prstGeom prst="rect">
            <a:avLst/>
          </a:prstGeom>
        </p:spPr>
      </p:pic>
      <p:sp>
        <p:nvSpPr>
          <p:cNvPr id="89" name="Rechteck 88">
            <a:extLst>
              <a:ext uri="{FF2B5EF4-FFF2-40B4-BE49-F238E27FC236}">
                <a16:creationId xmlns:a16="http://schemas.microsoft.com/office/drawing/2014/main" id="{21167CFE-483B-69D7-4C09-86E18357BD12}"/>
              </a:ext>
            </a:extLst>
          </p:cNvPr>
          <p:cNvSpPr/>
          <p:nvPr/>
        </p:nvSpPr>
        <p:spPr>
          <a:xfrm>
            <a:off x="10757941" y="3350855"/>
            <a:ext cx="7232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465C3E32-D61E-7A07-8A75-357AF06EF073}"/>
              </a:ext>
            </a:extLst>
          </p:cNvPr>
          <p:cNvSpPr txBox="1"/>
          <p:nvPr/>
        </p:nvSpPr>
        <p:spPr>
          <a:xfrm>
            <a:off x="195468" y="2939052"/>
            <a:ext cx="914400" cy="58674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An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Ab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B743CAA2-7D61-F9DA-43AD-A90D449520BE}"/>
              </a:ext>
            </a:extLst>
          </p:cNvPr>
          <p:cNvSpPr txBox="1"/>
          <p:nvPr/>
        </p:nvSpPr>
        <p:spPr>
          <a:xfrm>
            <a:off x="195468" y="5480542"/>
            <a:ext cx="914400" cy="58674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Ab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An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F73BD3AC-8BD1-9A6D-66D8-3B58D887DBBA}"/>
              </a:ext>
            </a:extLst>
          </p:cNvPr>
          <p:cNvSpPr txBox="1"/>
          <p:nvPr/>
        </p:nvSpPr>
        <p:spPr>
          <a:xfrm>
            <a:off x="775952" y="291346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de-DE" dirty="0">
              <a:solidFill>
                <a:schemeClr val="accent2"/>
              </a:solidFill>
            </a:endParaRPr>
          </a:p>
          <a:p>
            <a:pPr algn="l"/>
            <a:r>
              <a:rPr lang="de-DE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F3C6BF40-6575-FAF6-5CF1-D8D57CA155A8}"/>
              </a:ext>
            </a:extLst>
          </p:cNvPr>
          <p:cNvSpPr txBox="1"/>
          <p:nvPr/>
        </p:nvSpPr>
        <p:spPr>
          <a:xfrm>
            <a:off x="4142754" y="291346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10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11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0DA7C0DE-082A-FAFA-5FD4-2E34C89CB02F}"/>
              </a:ext>
            </a:extLst>
          </p:cNvPr>
          <p:cNvSpPr txBox="1"/>
          <p:nvPr/>
        </p:nvSpPr>
        <p:spPr>
          <a:xfrm>
            <a:off x="7708569" y="2874376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36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41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0F22CC9D-114D-5788-D745-A186A3D552CB}"/>
              </a:ext>
            </a:extLst>
          </p:cNvPr>
          <p:cNvSpPr txBox="1"/>
          <p:nvPr/>
        </p:nvSpPr>
        <p:spPr>
          <a:xfrm>
            <a:off x="10886109" y="291346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51</a:t>
            </a:r>
          </a:p>
          <a:p>
            <a:pPr algn="l"/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B8C2729B-6BBF-C499-CC2E-A69BB55685B8}"/>
              </a:ext>
            </a:extLst>
          </p:cNvPr>
          <p:cNvSpPr txBox="1"/>
          <p:nvPr/>
        </p:nvSpPr>
        <p:spPr>
          <a:xfrm>
            <a:off x="10886109" y="541282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de-DE" dirty="0">
              <a:solidFill>
                <a:schemeClr val="accent2"/>
              </a:solidFill>
            </a:endParaRPr>
          </a:p>
          <a:p>
            <a:pPr algn="l"/>
            <a:r>
              <a:rPr lang="de-DE" dirty="0">
                <a:solidFill>
                  <a:schemeClr val="accent2"/>
                </a:solidFill>
              </a:rPr>
              <a:t>30</a:t>
            </a:r>
          </a:p>
          <a:p>
            <a:pPr algn="l"/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50B43472-349E-A520-A76F-920E9E4C85CA}"/>
              </a:ext>
            </a:extLst>
          </p:cNvPr>
          <p:cNvSpPr txBox="1"/>
          <p:nvPr/>
        </p:nvSpPr>
        <p:spPr>
          <a:xfrm>
            <a:off x="7731990" y="5429270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41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40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AFE60DDA-9E12-A073-B44C-936342418D21}"/>
              </a:ext>
            </a:extLst>
          </p:cNvPr>
          <p:cNvSpPr txBox="1"/>
          <p:nvPr/>
        </p:nvSpPr>
        <p:spPr>
          <a:xfrm>
            <a:off x="4120199" y="5364967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11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06</a:t>
            </a:r>
          </a:p>
          <a:p>
            <a:pPr algn="l"/>
            <a:r>
              <a:rPr lang="de-DE" dirty="0">
                <a:solidFill>
                  <a:schemeClr val="accent2"/>
                </a:solidFill>
              </a:rPr>
              <a:t>(04)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B6717D2D-1B3D-F174-762C-4A73C3A60ED2}"/>
              </a:ext>
            </a:extLst>
          </p:cNvPr>
          <p:cNvSpPr txBox="1"/>
          <p:nvPr/>
        </p:nvSpPr>
        <p:spPr>
          <a:xfrm>
            <a:off x="747915" y="541282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de-DE" dirty="0">
              <a:solidFill>
                <a:schemeClr val="accent2"/>
              </a:solidFill>
            </a:endParaRPr>
          </a:p>
          <a:p>
            <a:pPr algn="l"/>
            <a:r>
              <a:rPr lang="de-DE" dirty="0">
                <a:solidFill>
                  <a:schemeClr val="accent2"/>
                </a:solidFill>
              </a:rPr>
              <a:t>21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2F021B79-800D-8DB0-D75B-B2C2FB1B8822}"/>
              </a:ext>
            </a:extLst>
          </p:cNvPr>
          <p:cNvSpPr txBox="1"/>
          <p:nvPr/>
        </p:nvSpPr>
        <p:spPr>
          <a:xfrm>
            <a:off x="2359580" y="5279258"/>
            <a:ext cx="478779" cy="4281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sz="2400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26B570C3-3773-3780-8E55-379C03ED1161}"/>
              </a:ext>
            </a:extLst>
          </p:cNvPr>
          <p:cNvSpPr txBox="1"/>
          <p:nvPr/>
        </p:nvSpPr>
        <p:spPr>
          <a:xfrm>
            <a:off x="9287470" y="5306765"/>
            <a:ext cx="478779" cy="4281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sz="2400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375A51AB-FA94-2F4F-A84C-857D7EB9A583}"/>
              </a:ext>
            </a:extLst>
          </p:cNvPr>
          <p:cNvSpPr txBox="1"/>
          <p:nvPr/>
        </p:nvSpPr>
        <p:spPr>
          <a:xfrm>
            <a:off x="5805851" y="5412825"/>
            <a:ext cx="478779" cy="4281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sz="2400" dirty="0">
                <a:solidFill>
                  <a:schemeClr val="accent2"/>
                </a:solidFill>
              </a:rPr>
              <a:t>25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3811E66-F53B-75D0-6A89-4E0E20FF0E35}"/>
              </a:ext>
            </a:extLst>
          </p:cNvPr>
          <p:cNvSpPr txBox="1"/>
          <p:nvPr/>
        </p:nvSpPr>
        <p:spPr>
          <a:xfrm>
            <a:off x="7690771" y="2550508"/>
            <a:ext cx="914400" cy="3238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chemeClr val="accent2"/>
                </a:solidFill>
              </a:rPr>
              <a:t>(04)</a:t>
            </a:r>
          </a:p>
        </p:txBody>
      </p:sp>
    </p:spTree>
    <p:extLst>
      <p:ext uri="{BB962C8B-B14F-4D97-AF65-F5344CB8AC3E}">
        <p14:creationId xmlns:p14="http://schemas.microsoft.com/office/powerpoint/2010/main" val="1666320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35DAC-06AF-116C-E0D8-976C1BF4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3D3DD24-A0F6-5410-BC73-724F3C1434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361" y="3064585"/>
            <a:ext cx="1738312" cy="1329595"/>
          </a:xfrm>
        </p:spPr>
        <p:txBody>
          <a:bodyPr/>
          <a:lstStyle/>
          <a:p>
            <a:r>
              <a:rPr lang="de-DE" dirty="0"/>
              <a:t>06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0D82A98-C5CE-DBB3-0DAC-879A56FDC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002" y="1462223"/>
            <a:ext cx="8423573" cy="2852737"/>
          </a:xfrm>
        </p:spPr>
        <p:txBody>
          <a:bodyPr/>
          <a:lstStyle/>
          <a:p>
            <a:br>
              <a:rPr lang="de-DE" dirty="0"/>
            </a:br>
            <a:r>
              <a:rPr lang="de-DE" dirty="0"/>
              <a:t>Bewertung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A47FA67A-0FDE-D52F-6A08-231AFDCA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AA2B1F9D-C5E1-F544-B877-2E82FF0C8A50}" type="datetime1">
              <a:rPr lang="de-DE"/>
              <a:pPr/>
              <a:t>23.06.2026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2F559A-66C1-109F-F447-10A55234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E8A818-EACD-3C52-7793-AFE99F6DC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205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9EC55-529C-AAB3-E177-0BAB91D6F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F28BAF60-F7ED-1C19-0F2A-49717D3C8CC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209808" y="2790590"/>
            <a:ext cx="3290473" cy="1023074"/>
          </a:xfrm>
        </p:spPr>
        <p:txBody>
          <a:bodyPr/>
          <a:lstStyle/>
          <a:p>
            <a:r>
              <a:rPr lang="de-DE" dirty="0"/>
              <a:t>Bewertung des Algorithmus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F8DDE5-C648-CE01-043C-C0F59CAC9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720" y="6405343"/>
            <a:ext cx="2806997" cy="106470"/>
          </a:xfrm>
        </p:spPr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8D11DD6-92B1-144A-0B4B-CD97641D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4722" y="6521213"/>
            <a:ext cx="1068585" cy="106468"/>
          </a:xfrm>
        </p:spPr>
        <p:txBody>
          <a:bodyPr/>
          <a:lstStyle/>
          <a:p>
            <a:fld id="{2DE66CE5-6E4E-254F-BACD-C75F7D6843BB}" type="datetime1">
              <a:rPr lang="de-DE"/>
              <a:pPr/>
              <a:t>23.06.2026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4127F7-CDB3-06DC-AAAF-64F10198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108" y="6521213"/>
            <a:ext cx="976088" cy="106468"/>
          </a:xfrm>
        </p:spPr>
        <p:txBody>
          <a:bodyPr/>
          <a:lstStyle/>
          <a:p>
            <a:fld id="{D188B27D-4802-6948-A101-6CF6A7142FF4}" type="slidenum">
              <a:rPr lang="de-DE" smtClean="0"/>
              <a:pPr/>
              <a:t>31</a:t>
            </a:fld>
            <a:endParaRPr lang="de-DE" dirty="0"/>
          </a:p>
        </p:txBody>
      </p:sp>
      <p:pic>
        <p:nvPicPr>
          <p:cNvPr id="7" name="Grafik 6" descr="Schulgebäude mit einfarbiger Füllung">
            <a:extLst>
              <a:ext uri="{FF2B5EF4-FFF2-40B4-BE49-F238E27FC236}">
                <a16:creationId xmlns:a16="http://schemas.microsoft.com/office/drawing/2014/main" id="{D0FE58F2-C55F-6704-7F3E-6DEB584E0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963" y="4661016"/>
            <a:ext cx="1088354" cy="1088354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4AA29B6-1009-995D-B978-773CB2F5423E}"/>
              </a:ext>
            </a:extLst>
          </p:cNvPr>
          <p:cNvGrpSpPr/>
          <p:nvPr/>
        </p:nvGrpSpPr>
        <p:grpSpPr>
          <a:xfrm>
            <a:off x="1074030" y="5089911"/>
            <a:ext cx="710738" cy="324095"/>
            <a:chOff x="1953492" y="4934075"/>
            <a:chExt cx="1521228" cy="654804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115C1F34-3681-C481-D95A-FF0DCB54E47C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6C456FF0-033B-D7D1-C8BD-1496195F4FF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ACD4D02E-DA30-FD28-9EC2-B84CF4D652C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1703F6FA-1DAB-B157-52F7-62032B79D54D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07ADDF0A-C1AF-6914-DF7A-F34D8B71C3E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7062E979-5213-64C6-427D-52751B28D917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3B0AA3B8-B93A-B14F-914E-CA0B2B1C1EC4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2EDB4468-D191-3757-8908-6D6A37D583C3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28C5B349-09F5-F623-C9E8-5848B23ABF65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6DC7B5F0-9BD7-AD4F-8EB5-11FCC0579E1C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72026E7B-5DF5-D7AF-6E69-4E3A8BC40FD0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DF69DEB1-E904-D01F-92B7-2E8928EF15DD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7A400F57-2A49-C9E2-5D74-C09C66E58B14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CD50BBA3-FBB4-5FF5-22F5-FF95ED4D9282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3" name="Rechteck: abgerundete Ecken 32">
                <a:extLst>
                  <a:ext uri="{FF2B5EF4-FFF2-40B4-BE49-F238E27FC236}">
                    <a16:creationId xmlns:a16="http://schemas.microsoft.com/office/drawing/2014/main" id="{DF7B76C1-26AA-7181-34A3-89A1DE6CEF10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6E5F7FE4-5D3B-467C-43B5-3E4C8221C682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0E8BE09C-3A8E-AAE8-9806-A79A5B11746D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29" name="Rechteck: abgerundete Ecken 28">
                <a:extLst>
                  <a:ext uri="{FF2B5EF4-FFF2-40B4-BE49-F238E27FC236}">
                    <a16:creationId xmlns:a16="http://schemas.microsoft.com/office/drawing/2014/main" id="{1FF0B6AB-91CD-EE45-ADB6-83B29FEEBF26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462A4F6A-AE7B-2EA1-08BA-C8A6D93620C8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2CE4840B-9711-D02E-8777-E978958A0095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170F0C07-91B1-EC1C-6CBC-5A56BE454B3A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9E64C967-7367-B9EE-3D24-376D58F27D51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898E3235-6762-1B99-63B4-B8774E606662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5A0F731D-35CF-B7A4-3F42-3E3B9F631F38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C0430396-0A45-1058-958A-A6DA1D1EC3B9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67C6497-9AA5-4EF3-51DE-E9821EEC05D3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58D10663-BCA1-8890-37E3-3053E0F123E3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584ED15E-0A6A-4A99-96AE-2945762FC60C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7D93CAEF-CC28-D98C-BA36-DDA5E09E996C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42F853D8-60BC-0175-1D9B-095F1150DA6C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C5C9D074-B18C-989F-3286-87AF6ACAF98B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sp>
        <p:nvSpPr>
          <p:cNvPr id="42" name="Rechteck 41">
            <a:extLst>
              <a:ext uri="{FF2B5EF4-FFF2-40B4-BE49-F238E27FC236}">
                <a16:creationId xmlns:a16="http://schemas.microsoft.com/office/drawing/2014/main" id="{4F9FFCB2-8E80-3523-4DFC-D7283C261B72}"/>
              </a:ext>
            </a:extLst>
          </p:cNvPr>
          <p:cNvSpPr/>
          <p:nvPr/>
        </p:nvSpPr>
        <p:spPr>
          <a:xfrm flipV="1">
            <a:off x="1043322" y="5481960"/>
            <a:ext cx="3515456" cy="60241"/>
          </a:xfrm>
          <a:prstGeom prst="rect">
            <a:avLst/>
          </a:prstGeom>
          <a:solidFill>
            <a:schemeClr val="accent2"/>
          </a:solidFill>
        </p:spPr>
        <p:txBody>
          <a:bodyPr vert="horz" lIns="251999" tIns="251999" rIns="251999" bIns="251999" rtlCol="0" anchor="ctr">
            <a:noAutofit/>
          </a:bodyPr>
          <a:lstStyle/>
          <a:p>
            <a:pPr algn="l"/>
            <a:endParaRPr lang="de-DE" sz="1400" dirty="0" err="1">
              <a:solidFill>
                <a:schemeClr val="bg1"/>
              </a:solidFill>
              <a:latin typeface="BarmeniaGothaer Offc" pitchFamily="2" charset="0"/>
            </a:endParaRP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99D3EF31-8DA2-97F5-A08F-F2F3310B9BD6}"/>
              </a:ext>
            </a:extLst>
          </p:cNvPr>
          <p:cNvGrpSpPr/>
          <p:nvPr/>
        </p:nvGrpSpPr>
        <p:grpSpPr>
          <a:xfrm flipH="1">
            <a:off x="3936075" y="5085870"/>
            <a:ext cx="766846" cy="312093"/>
            <a:chOff x="1953492" y="4934075"/>
            <a:chExt cx="1521228" cy="654804"/>
          </a:xfrm>
        </p:grpSpPr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F5AF1AF9-7071-29B1-BE86-69F032265FF2}"/>
                </a:ext>
              </a:extLst>
            </p:cNvPr>
            <p:cNvGrpSpPr/>
            <p:nvPr/>
          </p:nvGrpSpPr>
          <p:grpSpPr>
            <a:xfrm>
              <a:off x="2329513" y="5376035"/>
              <a:ext cx="190825" cy="211288"/>
              <a:chOff x="3032760" y="3656536"/>
              <a:chExt cx="601980" cy="595376"/>
            </a:xfrm>
          </p:grpSpPr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DB37D742-89BF-40B8-732D-D977506A6E75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C54CCF42-2FB0-BF46-C384-D811CB0D224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CE098CE2-A11F-4011-962B-A859226594A3}"/>
                </a:ext>
              </a:extLst>
            </p:cNvPr>
            <p:cNvGrpSpPr/>
            <p:nvPr/>
          </p:nvGrpSpPr>
          <p:grpSpPr>
            <a:xfrm>
              <a:off x="2774221" y="5357263"/>
              <a:ext cx="190825" cy="211288"/>
              <a:chOff x="3032760" y="3656536"/>
              <a:chExt cx="601980" cy="595376"/>
            </a:xfrm>
          </p:grpSpPr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61C44068-448D-6E46-9355-38391EE3D1CB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8BFBB769-A907-6B7D-BE9D-63DC0CF4C92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5009F0DD-74F9-24D7-DFE3-F7723898ECB0}"/>
                </a:ext>
              </a:extLst>
            </p:cNvPr>
            <p:cNvGrpSpPr/>
            <p:nvPr/>
          </p:nvGrpSpPr>
          <p:grpSpPr>
            <a:xfrm>
              <a:off x="3012666" y="5357263"/>
              <a:ext cx="190825" cy="211288"/>
              <a:chOff x="3032760" y="3656536"/>
              <a:chExt cx="601980" cy="595376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4B6C96DD-6357-CA08-E1AB-2F6CEBB2C697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27333341-4977-DE09-D6C8-265C18AF1053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6012371C-F373-CBBF-48DA-AD34968225FA}"/>
                </a:ext>
              </a:extLst>
            </p:cNvPr>
            <p:cNvGrpSpPr/>
            <p:nvPr/>
          </p:nvGrpSpPr>
          <p:grpSpPr>
            <a:xfrm>
              <a:off x="2123288" y="5377591"/>
              <a:ext cx="190825" cy="211288"/>
              <a:chOff x="3032760" y="3656536"/>
              <a:chExt cx="601980" cy="595376"/>
            </a:xfrm>
          </p:grpSpPr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F13115D3-C682-D6C1-CB7B-8D42D62347B4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0AC17711-2FAF-D57D-3D6B-A1CBA5394960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9F1DB2AE-0053-03FC-8A7A-43DD6BC62544}"/>
                </a:ext>
              </a:extLst>
            </p:cNvPr>
            <p:cNvGrpSpPr/>
            <p:nvPr/>
          </p:nvGrpSpPr>
          <p:grpSpPr>
            <a:xfrm>
              <a:off x="1953492" y="4934075"/>
              <a:ext cx="1521228" cy="502920"/>
              <a:chOff x="1650077" y="4019204"/>
              <a:chExt cx="1521228" cy="502920"/>
            </a:xfrm>
          </p:grpSpPr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80B6483B-0CD0-00BE-D0C2-E97B73A1D5B0}"/>
                  </a:ext>
                </a:extLst>
              </p:cNvPr>
              <p:cNvSpPr/>
              <p:nvPr/>
            </p:nvSpPr>
            <p:spPr>
              <a:xfrm>
                <a:off x="2082338" y="4019204"/>
                <a:ext cx="1088967" cy="502920"/>
              </a:xfrm>
              <a:prstGeom prst="ellipse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6" name="Rechteck: abgerundete Ecken 65">
                <a:extLst>
                  <a:ext uri="{FF2B5EF4-FFF2-40B4-BE49-F238E27FC236}">
                    <a16:creationId xmlns:a16="http://schemas.microsoft.com/office/drawing/2014/main" id="{2ED8E9FA-5F66-DC49-A346-41E9194DCC8F}"/>
                  </a:ext>
                </a:extLst>
              </p:cNvPr>
              <p:cNvSpPr/>
              <p:nvPr/>
            </p:nvSpPr>
            <p:spPr>
              <a:xfrm>
                <a:off x="1650077" y="4019204"/>
                <a:ext cx="1051560" cy="502920"/>
              </a:xfrm>
              <a:prstGeom prst="roundRect">
                <a:avLst/>
              </a:prstGeom>
              <a:solidFill>
                <a:schemeClr val="accent3"/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sp>
          <p:nvSpPr>
            <p:cNvPr id="49" name="Rechteck: abgerundete Ecken 48">
              <a:extLst>
                <a:ext uri="{FF2B5EF4-FFF2-40B4-BE49-F238E27FC236}">
                  <a16:creationId xmlns:a16="http://schemas.microsoft.com/office/drawing/2014/main" id="{7C35AA16-E619-ABBF-6DBB-42D9DE4D7ED4}"/>
                </a:ext>
              </a:extLst>
            </p:cNvPr>
            <p:cNvSpPr/>
            <p:nvPr/>
          </p:nvSpPr>
          <p:spPr>
            <a:xfrm>
              <a:off x="2069671" y="5026554"/>
              <a:ext cx="513309" cy="238230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</p:spPr>
          <p:txBody>
            <a:bodyPr vert="horz" lIns="251999" tIns="251999" rIns="251999" bIns="251999" rtlCol="0" anchor="ctr">
              <a:noAutofit/>
            </a:bodyPr>
            <a:lstStyle/>
            <a:p>
              <a:pPr algn="l"/>
              <a:endParaRPr lang="de-DE" sz="1400" dirty="0" err="1">
                <a:solidFill>
                  <a:schemeClr val="bg1"/>
                </a:solidFill>
                <a:latin typeface="BarmeniaGothaer Offc" pitchFamily="2" charset="0"/>
              </a:endParaRPr>
            </a:p>
          </p:txBody>
        </p: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BC93B230-BCBC-3728-8765-9EBF01F04C60}"/>
                </a:ext>
              </a:extLst>
            </p:cNvPr>
            <p:cNvGrpSpPr/>
            <p:nvPr/>
          </p:nvGrpSpPr>
          <p:grpSpPr>
            <a:xfrm>
              <a:off x="2788626" y="5026554"/>
              <a:ext cx="532508" cy="241322"/>
              <a:chOff x="2746808" y="5028948"/>
              <a:chExt cx="532508" cy="241322"/>
            </a:xfrm>
          </p:grpSpPr>
          <p:sp>
            <p:nvSpPr>
              <p:cNvPr id="63" name="Rechteck: abgerundete Ecken 62">
                <a:extLst>
                  <a:ext uri="{FF2B5EF4-FFF2-40B4-BE49-F238E27FC236}">
                    <a16:creationId xmlns:a16="http://schemas.microsoft.com/office/drawing/2014/main" id="{E8804257-7C77-3E90-3FD1-3B8DD9F700E0}"/>
                  </a:ext>
                </a:extLst>
              </p:cNvPr>
              <p:cNvSpPr/>
              <p:nvPr/>
            </p:nvSpPr>
            <p:spPr>
              <a:xfrm>
                <a:off x="2746808" y="5028949"/>
                <a:ext cx="383478" cy="241321"/>
              </a:xfrm>
              <a:prstGeom prst="roundRect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6224945B-F83D-69E7-D205-28406095F7E3}"/>
                  </a:ext>
                </a:extLst>
              </p:cNvPr>
              <p:cNvSpPr/>
              <p:nvPr/>
            </p:nvSpPr>
            <p:spPr>
              <a:xfrm>
                <a:off x="2926025" y="5028948"/>
                <a:ext cx="353291" cy="241321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CF597C84-CB21-4186-0E1D-2F4F5082B91F}"/>
                </a:ext>
              </a:extLst>
            </p:cNvPr>
            <p:cNvGrpSpPr/>
            <p:nvPr/>
          </p:nvGrpSpPr>
          <p:grpSpPr>
            <a:xfrm>
              <a:off x="2027876" y="5357263"/>
              <a:ext cx="190825" cy="211288"/>
              <a:chOff x="3032760" y="3656536"/>
              <a:chExt cx="601980" cy="595376"/>
            </a:xfrm>
          </p:grpSpPr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45633FAD-D19C-7338-9495-66AD00AC2095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2526BBEF-725F-C3AE-4D29-902619D8823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4B1DC1DF-A5DF-7165-2EA4-89224E314A8E}"/>
                </a:ext>
              </a:extLst>
            </p:cNvPr>
            <p:cNvGrpSpPr/>
            <p:nvPr/>
          </p:nvGrpSpPr>
          <p:grpSpPr>
            <a:xfrm>
              <a:off x="2930236" y="5357263"/>
              <a:ext cx="190825" cy="211288"/>
              <a:chOff x="3032760" y="3656536"/>
              <a:chExt cx="601980" cy="595376"/>
            </a:xfrm>
          </p:grpSpPr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8BF81653-BB66-21FB-FA25-7360F1693731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32B90446-D21C-B3FB-FAC4-257D12D3EA2A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4CAD7B4F-25E1-8753-34BC-763156974A6B}"/>
                </a:ext>
              </a:extLst>
            </p:cNvPr>
            <p:cNvGrpSpPr/>
            <p:nvPr/>
          </p:nvGrpSpPr>
          <p:grpSpPr>
            <a:xfrm>
              <a:off x="2244105" y="5357263"/>
              <a:ext cx="190825" cy="211288"/>
              <a:chOff x="3032760" y="3656536"/>
              <a:chExt cx="601980" cy="595376"/>
            </a:xfrm>
          </p:grpSpPr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746F1396-31F5-383A-7977-A115A2886B16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85E5FF6F-0F87-C808-3D15-0C9DE2EB286E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754ADB23-A776-BDEB-34CB-94A456AB55D0}"/>
                </a:ext>
              </a:extLst>
            </p:cNvPr>
            <p:cNvGrpSpPr/>
            <p:nvPr/>
          </p:nvGrpSpPr>
          <p:grpSpPr>
            <a:xfrm>
              <a:off x="2724690" y="5355707"/>
              <a:ext cx="190825" cy="211288"/>
              <a:chOff x="3032760" y="3656536"/>
              <a:chExt cx="601980" cy="595376"/>
            </a:xfrm>
          </p:grpSpPr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B4FF1BDE-A178-A586-D0C6-FE9914402851}"/>
                  </a:ext>
                </a:extLst>
              </p:cNvPr>
              <p:cNvSpPr/>
              <p:nvPr/>
            </p:nvSpPr>
            <p:spPr>
              <a:xfrm>
                <a:off x="3032760" y="3656536"/>
                <a:ext cx="601980" cy="59537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23018A67-2B70-F064-0DF3-7A004528BCD2}"/>
                  </a:ext>
                </a:extLst>
              </p:cNvPr>
              <p:cNvSpPr/>
              <p:nvPr/>
            </p:nvSpPr>
            <p:spPr>
              <a:xfrm>
                <a:off x="3114675" y="3739126"/>
                <a:ext cx="438150" cy="4214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251999" tIns="251999" rIns="251999" bIns="251999" rtlCol="0" anchor="ctr">
                <a:noAutofit/>
              </a:bodyPr>
              <a:lstStyle/>
              <a:p>
                <a:pPr algn="l"/>
                <a:endParaRPr lang="de-DE" sz="1400" dirty="0" err="1">
                  <a:solidFill>
                    <a:schemeClr val="bg1"/>
                  </a:solidFill>
                  <a:latin typeface="BarmeniaGothaer Offc" pitchFamily="2" charset="0"/>
                </a:endParaRPr>
              </a:p>
            </p:txBody>
          </p:sp>
        </p:grpSp>
      </p:grpSp>
      <p:pic>
        <p:nvPicPr>
          <p:cNvPr id="77" name="Grafik 76" descr="Schulgebäude mit einfarbiger Füllung">
            <a:extLst>
              <a:ext uri="{FF2B5EF4-FFF2-40B4-BE49-F238E27FC236}">
                <a16:creationId xmlns:a16="http://schemas.microsoft.com/office/drawing/2014/main" id="{CBD60C1C-A371-1684-B60D-A71D73F719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5830" y="4661016"/>
            <a:ext cx="1088354" cy="1088354"/>
          </a:xfrm>
          <a:prstGeom prst="rect">
            <a:avLst/>
          </a:prstGeom>
        </p:spPr>
      </p:pic>
      <p:sp>
        <p:nvSpPr>
          <p:cNvPr id="81" name="Textfeld 80">
            <a:extLst>
              <a:ext uri="{FF2B5EF4-FFF2-40B4-BE49-F238E27FC236}">
                <a16:creationId xmlns:a16="http://schemas.microsoft.com/office/drawing/2014/main" id="{50565F53-79CE-1E3D-4641-CE3800F7C5D1}"/>
              </a:ext>
            </a:extLst>
          </p:cNvPr>
          <p:cNvSpPr txBox="1"/>
          <p:nvPr/>
        </p:nvSpPr>
        <p:spPr>
          <a:xfrm>
            <a:off x="6837218" y="3210791"/>
            <a:ext cx="4804757" cy="43641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de-DE" sz="2400" dirty="0">
                <a:latin typeface="+mj-lt"/>
              </a:rPr>
              <a:t>Vergleich mit den IHK-Lösungen</a:t>
            </a:r>
          </a:p>
        </p:txBody>
      </p:sp>
    </p:spTree>
    <p:extLst>
      <p:ext uri="{BB962C8B-B14F-4D97-AF65-F5344CB8AC3E}">
        <p14:creationId xmlns:p14="http://schemas.microsoft.com/office/powerpoint/2010/main" val="24646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7.40741E-7 L 0.60729 0.00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6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85185E-6 L -0.59649 -1.85185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8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753D-1B07-9991-FDF6-A4DE6E7D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D2F7316-FF7E-E8D8-94CD-0530B146BCD9}"/>
              </a:ext>
            </a:extLst>
          </p:cNvPr>
          <p:cNvGrpSpPr/>
          <p:nvPr/>
        </p:nvGrpSpPr>
        <p:grpSpPr>
          <a:xfrm>
            <a:off x="8306974" y="1843926"/>
            <a:ext cx="3405601" cy="2898485"/>
            <a:chOff x="8306974" y="1843926"/>
            <a:chExt cx="3405601" cy="2898485"/>
          </a:xfrm>
        </p:grpSpPr>
        <p:sp>
          <p:nvSpPr>
            <p:cNvPr id="11" name="Textplatzhalter 31">
              <a:extLst>
                <a:ext uri="{FF2B5EF4-FFF2-40B4-BE49-F238E27FC236}">
                  <a16:creationId xmlns:a16="http://schemas.microsoft.com/office/drawing/2014/main" id="{8DD022B4-5D92-6FC0-E5C7-58AF9715CFBC}"/>
                </a:ext>
              </a:extLst>
            </p:cNvPr>
            <p:cNvSpPr txBox="1">
              <a:spLocks/>
            </p:cNvSpPr>
            <p:nvPr/>
          </p:nvSpPr>
          <p:spPr>
            <a:xfrm>
              <a:off x="830697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IHK Beispiel 3</a:t>
              </a:r>
            </a:p>
          </p:txBody>
        </p:sp>
        <p:sp>
          <p:nvSpPr>
            <p:cNvPr id="13" name="Textplatzhalter 12">
              <a:extLst>
                <a:ext uri="{FF2B5EF4-FFF2-40B4-BE49-F238E27FC236}">
                  <a16:creationId xmlns:a16="http://schemas.microsoft.com/office/drawing/2014/main" id="{F51781D6-FC44-B3B7-166E-8136AAA82A42}"/>
                </a:ext>
              </a:extLst>
            </p:cNvPr>
            <p:cNvSpPr txBox="1">
              <a:spLocks/>
            </p:cNvSpPr>
            <p:nvPr/>
          </p:nvSpPr>
          <p:spPr>
            <a:xfrm>
              <a:off x="8306974" y="2323632"/>
              <a:ext cx="3405600" cy="2418779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Lösungen weichen ab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Einfache Fahrt ist identisch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Einseitiges Warten ist identisch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Beidseitiges Warten weicht ab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Lösung ist schlechter</a:t>
              </a:r>
            </a:p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Weiterhin besser als einseitiges Warten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DBE7A07-3434-5023-ED7D-7E7389487504}"/>
              </a:ext>
            </a:extLst>
          </p:cNvPr>
          <p:cNvGrpSpPr/>
          <p:nvPr/>
        </p:nvGrpSpPr>
        <p:grpSpPr>
          <a:xfrm>
            <a:off x="4393199" y="1843926"/>
            <a:ext cx="3405601" cy="2898485"/>
            <a:chOff x="4308600" y="1843926"/>
            <a:chExt cx="3405601" cy="2898485"/>
          </a:xfrm>
        </p:grpSpPr>
        <p:sp>
          <p:nvSpPr>
            <p:cNvPr id="14" name="Textplatzhalter 31">
              <a:extLst>
                <a:ext uri="{FF2B5EF4-FFF2-40B4-BE49-F238E27FC236}">
                  <a16:creationId xmlns:a16="http://schemas.microsoft.com/office/drawing/2014/main" id="{019FA787-D309-D666-ECA9-14938DDC76A1}"/>
                </a:ext>
              </a:extLst>
            </p:cNvPr>
            <p:cNvSpPr txBox="1">
              <a:spLocks/>
            </p:cNvSpPr>
            <p:nvPr/>
          </p:nvSpPr>
          <p:spPr>
            <a:xfrm>
              <a:off x="4308601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IHK Beispiel 2</a:t>
              </a:r>
            </a:p>
          </p:txBody>
        </p:sp>
        <p:sp>
          <p:nvSpPr>
            <p:cNvPr id="17" name="Textplatzhalter 12">
              <a:extLst>
                <a:ext uri="{FF2B5EF4-FFF2-40B4-BE49-F238E27FC236}">
                  <a16:creationId xmlns:a16="http://schemas.microsoft.com/office/drawing/2014/main" id="{679B428D-238E-311B-CADC-CF31DEEFD598}"/>
                </a:ext>
              </a:extLst>
            </p:cNvPr>
            <p:cNvSpPr txBox="1">
              <a:spLocks/>
            </p:cNvSpPr>
            <p:nvPr/>
          </p:nvSpPr>
          <p:spPr>
            <a:xfrm>
              <a:off x="4308600" y="2323632"/>
              <a:ext cx="3405600" cy="2418779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Lösungen weichen ab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Einfache Fahrt ist identisch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Einseitiges Warten ist identisch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Beidseitiges Warten weicht ab</a:t>
              </a:r>
            </a:p>
            <a:p>
              <a:pPr lvl="3"/>
              <a:r>
                <a:rPr lang="de-DE" dirty="0">
                  <a:latin typeface="BarmeniaGothaer Offc Medium" panose="020B0603020204020204" pitchFamily="34" charset="0"/>
                </a:rPr>
                <a:t>Lösungen sind gleichwertig</a:t>
              </a:r>
            </a:p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Selber Score</a:t>
              </a:r>
            </a:p>
          </p:txBody>
        </p:sp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D232A8B5-78F8-6C14-B291-CB3826D9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Bewertung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ED3A158-E0AD-04AA-2A3C-B798ACF36AF5}"/>
              </a:ext>
            </a:extLst>
          </p:cNvPr>
          <p:cNvGrpSpPr/>
          <p:nvPr/>
        </p:nvGrpSpPr>
        <p:grpSpPr>
          <a:xfrm>
            <a:off x="479424" y="1843926"/>
            <a:ext cx="3405601" cy="2898485"/>
            <a:chOff x="479424" y="1843926"/>
            <a:chExt cx="3405601" cy="2898485"/>
          </a:xfrm>
        </p:grpSpPr>
        <p:sp>
          <p:nvSpPr>
            <p:cNvPr id="6" name="Textplatzhalter 31">
              <a:extLst>
                <a:ext uri="{FF2B5EF4-FFF2-40B4-BE49-F238E27FC236}">
                  <a16:creationId xmlns:a16="http://schemas.microsoft.com/office/drawing/2014/main" id="{B84AA8D3-10C5-8CAD-8B1E-443C05D6FE7D}"/>
                </a:ext>
              </a:extLst>
            </p:cNvPr>
            <p:cNvSpPr txBox="1">
              <a:spLocks/>
            </p:cNvSpPr>
            <p:nvPr/>
          </p:nvSpPr>
          <p:spPr>
            <a:xfrm>
              <a:off x="479425" y="1843926"/>
              <a:ext cx="3405600" cy="479706"/>
            </a:xfrm>
            <a:prstGeom prst="round2SameRect">
              <a:avLst>
                <a:gd name="adj1" fmla="val 7958"/>
                <a:gd name="adj2" fmla="val 0"/>
              </a:avLst>
            </a:prstGeom>
            <a:blipFill dpi="0" rotWithShape="0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158750" ty="0" sx="70000" sy="70000" flip="none" algn="tl"/>
            </a:blipFill>
          </p:spPr>
          <p:txBody>
            <a:bodyPr lIns="503998"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400"/>
                </a:spcAft>
                <a:buFontTx/>
                <a:buNone/>
                <a:defRPr sz="14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  <a:buSzPct val="100000"/>
                <a:buFontTx/>
                <a:buNone/>
                <a:defRPr sz="11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de-DE" dirty="0">
                  <a:latin typeface="BarmeniaGothaer Offc Medium" panose="020B0603020204020204" pitchFamily="34" charset="0"/>
                </a:rPr>
                <a:t>IHK Beispiel 1</a:t>
              </a:r>
            </a:p>
          </p:txBody>
        </p:sp>
        <p:sp>
          <p:nvSpPr>
            <p:cNvPr id="19" name="Textplatzhalter 12">
              <a:extLst>
                <a:ext uri="{FF2B5EF4-FFF2-40B4-BE49-F238E27FC236}">
                  <a16:creationId xmlns:a16="http://schemas.microsoft.com/office/drawing/2014/main" id="{65EE3813-D1E8-2A33-2577-9EF70557B596}"/>
                </a:ext>
              </a:extLst>
            </p:cNvPr>
            <p:cNvSpPr txBox="1">
              <a:spLocks/>
            </p:cNvSpPr>
            <p:nvPr/>
          </p:nvSpPr>
          <p:spPr>
            <a:xfrm>
              <a:off x="479424" y="2323632"/>
              <a:ext cx="3405600" cy="2418779"/>
            </a:xfrm>
            <a:prstGeom prst="round2SameRect">
              <a:avLst>
                <a:gd name="adj1" fmla="val 0"/>
                <a:gd name="adj2" fmla="val 1154"/>
              </a:avLst>
            </a:prstGeom>
            <a:solidFill>
              <a:schemeClr val="tx1"/>
            </a:solidFill>
          </p:spPr>
          <p:txBody>
            <a:bodyPr vert="horz" lIns="251999" tIns="251999" rIns="251999" bIns="251999" rtlCol="0">
              <a:no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00000"/>
                <a:buFont typeface="BarmeniaGothaer Offc"/>
                <a:buChar char="•"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Tx/>
                <a:buNone/>
                <a:defRPr sz="18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3pPr>
              <a:lvl4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4"/>
                </a:buBlip>
                <a:defRPr sz="1200" b="0" i="0" kern="1200">
                  <a:solidFill>
                    <a:schemeClr val="bg1"/>
                  </a:solidFill>
                  <a:latin typeface="BarmeniaGothaer Offc Medium" pitchFamily="2" charset="0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5pPr>
              <a:lvl6pPr marL="172800" indent="-1728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bg1"/>
                </a:buClr>
                <a:buFont typeface="BarmeniaGothaer Offc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spcAft>
                  <a:spcPts val="1600"/>
                </a:spcAft>
                <a:buFontTx/>
                <a:buNone/>
                <a:defRPr sz="1800" b="0" i="0" kern="1200">
                  <a:solidFill>
                    <a:schemeClr val="tx1"/>
                  </a:solidFill>
                  <a:latin typeface="BarmeniaGothaer Offc" pitchFamily="2" charset="0"/>
                  <a:ea typeface="+mn-ea"/>
                  <a:cs typeface="+mn-cs"/>
                </a:defRPr>
              </a:lvl7pPr>
              <a:lvl8pPr marL="504000" indent="-252000" algn="l" defTabSz="914400" rtl="0" eaLnBrk="1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SzPct val="130000"/>
                <a:buFontTx/>
                <a:buBlip>
                  <a:blip r:embed="rId3"/>
                </a:buBlip>
                <a:defRPr sz="1200" b="0" i="0" kern="1200">
                  <a:solidFill>
                    <a:schemeClr val="tx1"/>
                  </a:solidFill>
                  <a:latin typeface="BarmeniaGothaer Offc Medium" pitchFamily="2" charset="0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120000"/>
                </a:lnSpc>
                <a:spcBef>
                  <a:spcPts val="800"/>
                </a:spcBef>
                <a:spcAft>
                  <a:spcPts val="800"/>
                </a:spcAft>
                <a:buFontTx/>
                <a:buNone/>
                <a:defRPr sz="1200" b="0" i="0" kern="1200">
                  <a:solidFill>
                    <a:schemeClr val="bg1"/>
                  </a:solidFill>
                  <a:latin typeface="BarmeniaGothaer Offc" pitchFamily="2" charset="0"/>
                  <a:ea typeface="+mn-ea"/>
                  <a:cs typeface="+mn-cs"/>
                </a:defRPr>
              </a:lvl9pPr>
            </a:lstStyle>
            <a:p>
              <a:pPr lvl="1"/>
              <a:r>
                <a:rPr lang="de-DE" dirty="0">
                  <a:latin typeface="BarmeniaGothaer Offc" panose="020B0503020204020204" pitchFamily="34" charset="0"/>
                </a:rPr>
                <a:t>Lösungen stimmen überein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DBED9A-8027-17E8-C505-E8B2BF98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B0756C-6245-8DEB-2390-872E204B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32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0636F1-999A-9CD7-5BC1-25F5EA8D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A00B-4B71-FA4B-996D-54B1042CEFCB}" type="datetime1">
              <a:rPr lang="de-DE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6626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4E82-F563-8C81-33CD-92AFF56B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C1BDC543-B489-14EB-8CA8-84F4C6AA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151" y="3151128"/>
            <a:ext cx="7243131" cy="555744"/>
          </a:xfrm>
        </p:spPr>
        <p:txBody>
          <a:bodyPr/>
          <a:lstStyle/>
          <a:p>
            <a:r>
              <a:rPr lang="de-DE" dirty="0"/>
              <a:t>Vielen Dank für Ihre Aufmerksamkeit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2460C62-1F45-BAA1-285F-5EB8D1FF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Entwicklung eines Softwaresystems.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6A7CC0-4B44-6A5C-58A2-9712121A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27D-4802-6948-A101-6CF6A7142FF4}" type="slidenum">
              <a:rPr lang="de-DE" smtClean="0"/>
              <a:t>33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3F6C2D-38FA-A3A9-591E-77DFF5545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A00B-4B71-FA4B-996D-54B1042CEFCB}" type="datetime1">
              <a:rPr lang="de-DE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397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26">
      <a:dk1>
        <a:srgbClr val="002641"/>
      </a:dk1>
      <a:lt1>
        <a:srgbClr val="FFFFFF"/>
      </a:lt1>
      <a:dk2>
        <a:srgbClr val="0E2841"/>
      </a:dk2>
      <a:lt2>
        <a:srgbClr val="FFFFFF"/>
      </a:lt2>
      <a:accent1>
        <a:srgbClr val="0D2841"/>
      </a:accent1>
      <a:accent2>
        <a:srgbClr val="BABAFF"/>
      </a:accent2>
      <a:accent3>
        <a:srgbClr val="AAA0F0"/>
      </a:accent3>
      <a:accent4>
        <a:srgbClr val="00A6F8"/>
      </a:accent4>
      <a:accent5>
        <a:srgbClr val="99DBFF"/>
      </a:accent5>
      <a:accent6>
        <a:srgbClr val="003B66"/>
      </a:accent6>
      <a:hlink>
        <a:srgbClr val="FF694E"/>
      </a:hlink>
      <a:folHlink>
        <a:srgbClr val="002641"/>
      </a:folHlink>
    </a:clrScheme>
    <a:fontScheme name="Benutzerdefiniert 93">
      <a:majorFont>
        <a:latin typeface="BarmeniaGothaer Offc Medium"/>
        <a:ea typeface=""/>
        <a:cs typeface=""/>
      </a:majorFont>
      <a:minorFont>
        <a:latin typeface="BarmeniaGothaer Off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vert="horz" lIns="251999" tIns="251999" rIns="251999" bIns="251999" rtlCol="0">
        <a:noAutofit/>
      </a:bodyPr>
      <a:lstStyle>
        <a:defPPr algn="l">
          <a:defRPr sz="1400" dirty="0" err="1" smtClean="0">
            <a:solidFill>
              <a:schemeClr val="bg1"/>
            </a:solidFill>
            <a:latin typeface="BarmeniaGothaer Offc" pitchFamily="2" charset="0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Autofit/>
      </a:bodyPr>
      <a:lstStyle>
        <a:defPPr algn="l">
          <a:defRPr smtClean="0"/>
        </a:defPPr>
      </a:lstStyle>
    </a:txDef>
  </a:objectDefaults>
  <a:extraClrSchemeLst/>
  <a:custClrLst>
    <a:custClr name="HighlightRot">
      <a:srgbClr val="FF694E"/>
    </a:custClr>
    <a:custClr name="darkestBlue">
      <a:srgbClr val="001526"/>
    </a:custClr>
    <a:custClr name="DarkBlue">
      <a:srgbClr val="002641"/>
    </a:custClr>
    <a:custClr name="DarkBluelight">
      <a:srgbClr val="003C66"/>
    </a:custClr>
    <a:custClr name="DarkBluelighter">
      <a:srgbClr val="00508C"/>
    </a:custClr>
    <a:custClr name="DarkBluelightest">
      <a:srgbClr val="0060A6"/>
    </a:custClr>
    <a:custClr name="darkestSkyBlue">
      <a:srgbClr val="0088CC"/>
    </a:custClr>
    <a:custClr name="SkyBluelight">
      <a:srgbClr val="59C5FF"/>
    </a:custClr>
    <a:custClr name="SkyBluelighter">
      <a:srgbClr val="99DBFF"/>
    </a:custClr>
    <a:custClr name="SkyBluelightest">
      <a:srgbClr val="C2E9FE"/>
    </a:custClr>
    <a:custClr name="datkestLavender">
      <a:srgbClr val="AAA0F0"/>
    </a:custClr>
    <a:custClr name="Lavender">
      <a:srgbClr val="BABAFF"/>
    </a:custClr>
    <a:custClr name="Lavenderlight">
      <a:srgbClr val="CCCCFF"/>
    </a:custClr>
    <a:custClr name="Lavenderlighter">
      <a:srgbClr val="D9D9FF"/>
    </a:custClr>
    <a:custClr name="Lavenderlightest">
      <a:srgbClr val="E6E6FF"/>
    </a:custClr>
    <a:custClr name="BACKGROUNDSkyBlue">
      <a:srgbClr val="E8F3F8"/>
    </a:custClr>
    <a:custClr name="BACKGROUNDLavender">
      <a:srgbClr val="F5F5FE"/>
    </a:custClr>
  </a:custClrLst>
  <a:extLst>
    <a:ext uri="{05A4C25C-085E-4340-85A3-A5531E510DB2}">
      <thm15:themeFamily xmlns:thm15="http://schemas.microsoft.com/office/thememl/2012/main" name="Präsentation1111" id="{728EE9A3-58BB-E34D-ABA1-B349C1C4A9C9}" vid="{C513CD65-B76E-AF45-9B64-9D5EC22BE4C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BarmeniaGothaer Offc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BarmeniaGothaer Offc"/>
        <a:font script="Hebr" typeface="BarmeniaGothaer Offc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armeniaGothaer Offc"/>
        <a:font script="Uigh" typeface="Microsoft Uighur"/>
        <a:font script="Geor" typeface="Sylfaen"/>
        <a:font script="Armn" typeface="BarmeniaGothaer Offc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BarmeniaGothaer Offc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BarmeniaGothaer Offc"/>
        <a:font script="Hebr" typeface="BarmeniaGothaer Offc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armeniaGothaer Offc"/>
        <a:font script="Uigh" typeface="Microsoft Uighur"/>
        <a:font script="Geor" typeface="Sylfaen"/>
        <a:font script="Armn" typeface="BarmeniaGothaer Offc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f56338-2f36-48f7-9b89-c20e464a2a5d" xsi:nil="true"/>
    <lcf76f155ced4ddcb4097134ff3c332f xmlns="acddb73c-1332-4ad0-b111-a9b2d3ee105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31B7BE4BB6734BB2EDDBE7070779B9" ma:contentTypeVersion="13" ma:contentTypeDescription="Create a new document." ma:contentTypeScope="" ma:versionID="2af306f9da11cdf4ab11a7c3e5ee4d70">
  <xsd:schema xmlns:xsd="http://www.w3.org/2001/XMLSchema" xmlns:xs="http://www.w3.org/2001/XMLSchema" xmlns:p="http://schemas.microsoft.com/office/2006/metadata/properties" xmlns:ns2="acddb73c-1332-4ad0-b111-a9b2d3ee1051" xmlns:ns3="00f56338-2f36-48f7-9b89-c20e464a2a5d" targetNamespace="http://schemas.microsoft.com/office/2006/metadata/properties" ma:root="true" ma:fieldsID="7422a2f2e40c95f5657ff203c620a8cc" ns2:_="" ns3:_="">
    <xsd:import namespace="acddb73c-1332-4ad0-b111-a9b2d3ee1051"/>
    <xsd:import namespace="00f56338-2f36-48f7-9b89-c20e464a2a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db73c-1332-4ad0-b111-a9b2d3ee10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3b97e87-ce32-4095-80b4-ac8f017970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f56338-2f36-48f7-9b89-c20e464a2a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0ed3c23-c15b-4dda-91eb-4f7df9af41dc}" ma:internalName="TaxCatchAll" ma:showField="CatchAllData" ma:web="00f56338-2f36-48f7-9b89-c20e464a2a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F40571-3022-4533-96DE-B5C9FF4C32A8}">
  <ds:schemaRefs>
    <ds:schemaRef ds:uri="http://schemas.microsoft.com/office/2006/metadata/properties"/>
    <ds:schemaRef ds:uri="http://schemas.microsoft.com/office/infopath/2007/PartnerControls"/>
    <ds:schemaRef ds:uri="00f56338-2f36-48f7-9b89-c20e464a2a5d"/>
    <ds:schemaRef ds:uri="acddb73c-1332-4ad0-b111-a9b2d3ee1051"/>
  </ds:schemaRefs>
</ds:datastoreItem>
</file>

<file path=customXml/itemProps2.xml><?xml version="1.0" encoding="utf-8"?>
<ds:datastoreItem xmlns:ds="http://schemas.openxmlformats.org/officeDocument/2006/customXml" ds:itemID="{7C954C9D-DDCF-479A-8804-5C0C59BE28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9D29D4-45A9-426B-8EC5-2BB7BE283B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ddb73c-1332-4ad0-b111-a9b2d3ee1051"/>
    <ds:schemaRef ds:uri="00f56338-2f36-48f7-9b89-c20e464a2a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BarmeniaGothaer-PPT-Master</Template>
  <TotalTime>0</TotalTime>
  <Words>1041</Words>
  <Application>Microsoft Office PowerPoint</Application>
  <PresentationFormat>Breitbild</PresentationFormat>
  <Paragraphs>452</Paragraphs>
  <Slides>33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8" baseType="lpstr">
      <vt:lpstr>BarmeniaGothaer Offc</vt:lpstr>
      <vt:lpstr>BarmeniaGothaer Offc Medium</vt:lpstr>
      <vt:lpstr>Arial</vt:lpstr>
      <vt:lpstr>Symbol</vt:lpstr>
      <vt:lpstr>Office</vt:lpstr>
      <vt:lpstr>Entwicklung eines Softwaresystems. Eisenbahngesellschaft.</vt:lpstr>
      <vt:lpstr>PowerPoint-Präsentation</vt:lpstr>
      <vt:lpstr> Persönliche Vorstellung</vt:lpstr>
      <vt:lpstr>Persönliche Vorstellung</vt:lpstr>
      <vt:lpstr> Problemstellung</vt:lpstr>
      <vt:lpstr>Problemstellung</vt:lpstr>
      <vt:lpstr>Problemstellung</vt:lpstr>
      <vt:lpstr>Problemstellung</vt:lpstr>
      <vt:lpstr>Problemstellung</vt:lpstr>
      <vt:lpstr>Problemstellung</vt:lpstr>
      <vt:lpstr>Problemstellung</vt:lpstr>
      <vt:lpstr>Problemstellung</vt:lpstr>
      <vt:lpstr>Ansätze</vt:lpstr>
      <vt:lpstr>Ansätze</vt:lpstr>
      <vt:lpstr> Konzept</vt:lpstr>
      <vt:lpstr>Konzept</vt:lpstr>
      <vt:lpstr>Konzept</vt:lpstr>
      <vt:lpstr>Konzept</vt:lpstr>
      <vt:lpstr>Konzept</vt:lpstr>
      <vt:lpstr>Konzept</vt:lpstr>
      <vt:lpstr>Konzept</vt:lpstr>
      <vt:lpstr>Konzept</vt:lpstr>
      <vt:lpstr> Algorithmen</vt:lpstr>
      <vt:lpstr>Algorithmen</vt:lpstr>
      <vt:lpstr>Algorithmen</vt:lpstr>
      <vt:lpstr>Algorithmen</vt:lpstr>
      <vt:lpstr> Beispiel</vt:lpstr>
      <vt:lpstr>Beispiel</vt:lpstr>
      <vt:lpstr>Beispiel</vt:lpstr>
      <vt:lpstr> Bewertung</vt:lpstr>
      <vt:lpstr>PowerPoint-Präsentation</vt:lpstr>
      <vt:lpstr>Bewertung</vt:lpstr>
      <vt:lpstr>Vielen Dank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Alassane</dc:creator>
  <cp:lastModifiedBy>Mohammed Alassane</cp:lastModifiedBy>
  <cp:revision>9</cp:revision>
  <dcterms:created xsi:type="dcterms:W3CDTF">2026-06-22T08:20:14Z</dcterms:created>
  <dcterms:modified xsi:type="dcterms:W3CDTF">2026-06-23T13:02:31Z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0x0101002D31B7BE4BB6734BB2EDDBE7070779B9</vt:lpwstr>
  </property>
  <property fmtid="{D5CDD505-2E9C-101B-9397-08002B2CF9AE}" pid="3" name="MSIP_Label_9a4765ab-ae40-4681-b542-9dee9a668f14_Enabled">
    <vt:lpwstr>true</vt:lpwstr>
  </property>
  <property fmtid="{D5CDD505-2E9C-101B-9397-08002B2CF9AE}" pid="4" name="MSIP_Label_9a4765ab-ae40-4681-b542-9dee9a668f14_SetDate">
    <vt:lpwstr>2026-06-22T08:21:34Z</vt:lpwstr>
  </property>
  <property fmtid="{D5CDD505-2E9C-101B-9397-08002B2CF9AE}" pid="5" name="MSIP_Label_9a4765ab-ae40-4681-b542-9dee9a668f14_Method">
    <vt:lpwstr>Standard</vt:lpwstr>
  </property>
  <property fmtid="{D5CDD505-2E9C-101B-9397-08002B2CF9AE}" pid="6" name="MSIP_Label_9a4765ab-ae40-4681-b542-9dee9a668f14_Name">
    <vt:lpwstr>Intern</vt:lpwstr>
  </property>
  <property fmtid="{D5CDD505-2E9C-101B-9397-08002B2CF9AE}" pid="7" name="MSIP_Label_9a4765ab-ae40-4681-b542-9dee9a668f14_SiteId">
    <vt:lpwstr>023a7871-db5b-45bd-b776-88e3cd7e0b2c</vt:lpwstr>
  </property>
  <property fmtid="{D5CDD505-2E9C-101B-9397-08002B2CF9AE}" pid="8" name="MSIP_Label_9a4765ab-ae40-4681-b542-9dee9a668f14_ActionId">
    <vt:lpwstr>3f809159-e150-4167-8604-3166ab8abe8b</vt:lpwstr>
  </property>
  <property fmtid="{D5CDD505-2E9C-101B-9397-08002B2CF9AE}" pid="9" name="MSIP_Label_9a4765ab-ae40-4681-b542-9dee9a668f14_ContentBits">
    <vt:lpwstr>0</vt:lpwstr>
  </property>
  <property fmtid="{D5CDD505-2E9C-101B-9397-08002B2CF9AE}" pid="10" name="MSIP_Label_9a4765ab-ae40-4681-b542-9dee9a668f14_Tag">
    <vt:lpwstr>10, 3, 0, 1</vt:lpwstr>
  </property>
</Properties>
</file>